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how the session will run.
01 Context: why we're focusing on case notes now, and what a good case note looks like.
02 Building our case notes: the building blocks of every note, starting with the alerted activity, then the merchant profile, customer profile, historical behaviour, and expected vs unexpected activity.
03 The "so what?": how we connect the facts to the outcome, record every check, avoid copy and paste, and tighten common phrases.
04 RFI documentation: the RFI logic flow, a before-and-after example, and how to test a response rather than just file it.
05 Final checks: a self-check list and the questions to ask before concluding a case.
06 Knowledge check: a quick true or false round, then two real case examples to discuss.
07 Case walkthrough: a full case note broken down section by section.
08 Wrap-up: key takeaways and time for questions.
Please jump in with questions as we go. This works best as a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9768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6A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AGENDA/CONTENTS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29768" y="118872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3258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Context</a:t>
            </a:r>
            <a:endParaRPr lang="en-US" sz="180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Why case notes matter and what good looks like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441448" y="118872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78608" y="13258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Building Case Notes</a:t>
            </a:r>
            <a:endParaRPr lang="en-US" sz="180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building blocks of every note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53128" y="118872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0288" y="13258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“so what?”</a:t>
            </a:r>
            <a:endParaRPr lang="en-US" sz="180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Connecting facts to the outcome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64808" y="118872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01968" y="13258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RFI Documentation</a:t>
            </a:r>
            <a:endParaRPr lang="en-US" sz="180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From request to impact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768" y="28346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9718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Final Checks</a:t>
            </a:r>
            <a:endParaRPr lang="en-US" sz="180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Self-check and questions before concluding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41448" y="28346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78608" y="29718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06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Knowledge Check</a:t>
            </a:r>
            <a:endParaRPr lang="en-US" sz="180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True or false and case examples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53128" y="28346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90288" y="29718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07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Case Walkthrough</a:t>
            </a:r>
            <a:endParaRPr lang="en-US" sz="180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 full case note, section by section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64808" y="28346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01968" y="29718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08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Wrap-up</a:t>
            </a:r>
            <a:endParaRPr lang="en-US" sz="180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takeaways and questions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2026-10-13T08:25:49Z</dcterms:created>
  <dcterms:modified xsi:type="dcterms:W3CDTF">2026-10-13T08:25:49Z</dcterms:modified>
</cp:coreProperties>
</file>