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Interactive slide. Read each box and ask the room: is this strange? Take a show of hands, then reveal. The point: whether something is unusual depends on what we expected for this merchant or customer, and the note needs to say both.
Frequency: not necessarily strange. 13 February is the day before Valentine's Day, so a spike for a florist is expected. That's the kind of external context OSINT can confirm. The note should say what the spike was, what explains it, and the source.
Velocity: worth investigating. Twelve payouts in five minutes is a sharp change from a few a month. There could be an explanation, such as a platform cap on single payouts splitting one withdrawal into several, as in Case 3. But it needs evidencing, for example by checking pay-ins and the platform's limits.
Value: strange, unless explained. A £2,500 payment at a café with an £8 average ticket is far outside the expected range. It might be event catering or a large group booking; check the website, the card and the customer's history before concluding.
Activity patterns: strange. Several things have changed at once: geography, card profile and time of day. Each might be explainable on its own, but together they are a departure from expected activity that needs a clear rationale or escalation.
Key message: for frequency, velocity, value and activity patterns, always state what was expected, what was seen and why the difference is or isn't a concern.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 Vs Unexpected…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strange?…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874520" cy="1965960"/>
          </a:xfrm>
          <a:prstGeom prst="roundRect">
            <a:avLst>
              <a:gd name="adj" fmla="val 7317"/>
            </a:avLst>
          </a:prstGeom>
          <a:solidFill>
            <a:srgbClr val="186AFF"/>
          </a:solidFill>
          <a:ln w="12700">
            <a:solidFill>
              <a:srgbClr val="186A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6304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Frequency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online florist, around 20 transactions a day.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Seen: 200 transactions on 13 February.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606040" y="2697480"/>
            <a:ext cx="1874520" cy="1965960"/>
          </a:xfrm>
          <a:prstGeom prst="roundRect">
            <a:avLst>
              <a:gd name="adj" fmla="val 7317"/>
            </a:avLst>
          </a:prstGeom>
          <a:solidFill>
            <a:srgbClr val="186AFF"/>
          </a:solidFill>
          <a:ln w="12700">
            <a:solidFill>
              <a:srgbClr val="186A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0" y="283464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Velocity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cardholder withdraws a few times a month.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Seen: 12 payouts to one card within 5 minutes.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234440"/>
            <a:ext cx="1874520" cy="1965960"/>
          </a:xfrm>
          <a:prstGeom prst="roundRect">
            <a:avLst>
              <a:gd name="adj" fmla="val 7317"/>
            </a:avLst>
          </a:prstGeom>
          <a:solidFill>
            <a:srgbClr val="186AFF"/>
          </a:solidFill>
          <a:ln w="12700">
            <a:solidFill>
              <a:srgbClr val="186A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7160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café with an average ticket of £8.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Seen: a single £2,500 payment.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720840" y="2011680"/>
            <a:ext cx="1874520" cy="1965960"/>
          </a:xfrm>
          <a:prstGeom prst="roundRect">
            <a:avLst>
              <a:gd name="adj" fmla="val 7317"/>
            </a:avLst>
          </a:prstGeom>
          <a:solidFill>
            <a:srgbClr val="186AFF"/>
          </a:solidFill>
          <a:ln w="12700">
            <a:solidFill>
              <a:srgbClr val="186A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0" y="2148840"/>
            <a:ext cx="16002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patterns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Expected: UK merchant, UK cards, daytime trading.</a:t>
            </a: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Seen: 40% of volume on new foreign cards, 2am to 4am.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2026-10-13T08:06:34Z</dcterms:created>
  <dcterms:modified xsi:type="dcterms:W3CDTF">2026-10-13T08:06:34Z</dcterms:modified>
</cp:coreProperties>
</file>