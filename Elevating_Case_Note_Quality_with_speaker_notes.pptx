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Mono SemiBold"/>
      <p:regular r:id="rId30"/>
      <p:bold r:id="rId31"/>
      <p:italic r:id="rId32"/>
      <p:boldItalic r:id="rId33"/>
    </p:embeddedFont>
    <p:embeddedFont>
      <p:font typeface="Roboto Mono Medium"/>
      <p:regular r:id="rId34"/>
      <p:bold r:id="rId35"/>
      <p:italic r:id="rId36"/>
      <p:boldItalic r:id="rId37"/>
    </p:embeddedFont>
    <p:embeddedFont>
      <p:font typeface="Inter SemiBold"/>
      <p:regular r:id="rId38"/>
      <p:bold r:id="rId39"/>
      <p:italic r:id="rId40"/>
      <p:boldItalic r:id="rId41"/>
    </p:embeddedFont>
    <p:embeddedFont>
      <p:font typeface="Inter"/>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94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94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font" Target="fonts/RobotoMonoSemiBold-regular.fntdata"/><Relationship Id="rId31" Type="http://schemas.openxmlformats.org/officeDocument/2006/relationships/font" Target="fonts/RobotoMonoSemiBold-bold.fntdata"/><Relationship Id="rId32" Type="http://schemas.openxmlformats.org/officeDocument/2006/relationships/font" Target="fonts/RobotoMonoSemiBold-italic.fntdata"/><Relationship Id="rId33" Type="http://schemas.openxmlformats.org/officeDocument/2006/relationships/font" Target="fonts/RobotoMonoSemiBold-boldItalic.fntdata"/><Relationship Id="rId34" Type="http://schemas.openxmlformats.org/officeDocument/2006/relationships/font" Target="fonts/RobotoMonoMedium-regular.fntdata"/><Relationship Id="rId35" Type="http://schemas.openxmlformats.org/officeDocument/2006/relationships/font" Target="fonts/RobotoMonoMedium-bold.fntdata"/><Relationship Id="rId36" Type="http://schemas.openxmlformats.org/officeDocument/2006/relationships/font" Target="fonts/RobotoMonoMedium-italic.fntdata"/><Relationship Id="rId37" Type="http://schemas.openxmlformats.org/officeDocument/2006/relationships/font" Target="fonts/RobotoMonoMedium-boldItalic.fntdata"/><Relationship Id="rId38" Type="http://schemas.openxmlformats.org/officeDocument/2006/relationships/font" Target="fonts/InterSemiBold-regular.fntdata"/><Relationship Id="rId39" Type="http://schemas.openxmlformats.org/officeDocument/2006/relationships/font" Target="fonts/InterSemiBold-bold.fntdata"/><Relationship Id="rId40" Type="http://schemas.openxmlformats.org/officeDocument/2006/relationships/font" Target="fonts/InterSemiBold-italic.fntdata"/><Relationship Id="rId41" Type="http://schemas.openxmlformats.org/officeDocument/2006/relationships/font" Target="fonts/InterSemiBold-boldItalic.fntdata"/><Relationship Id="rId42" Type="http://schemas.openxmlformats.org/officeDocument/2006/relationships/font" Target="fonts/Inter-regular.fntdata"/><Relationship Id="rId43" Type="http://schemas.openxmlformats.org/officeDocument/2006/relationships/font" Target="fonts/Inter-bold.fntdata"/><Relationship Id="rId44" Type="http://schemas.openxmlformats.org/officeDocument/2006/relationships/font" Target="fonts/Inter-italic.fntdata"/><Relationship Id="rId45" Type="http://schemas.openxmlformats.org/officeDocument/2006/relationships/font" Target="fonts/Inter-boldItalic.fntdata"/><Relationship Id="rId46" Type="http://schemas.openxmlformats.org/officeDocument/2006/relationships/font" Target="fonts/RobotoMono-regular.fntdata"/><Relationship Id="rId47" Type="http://schemas.openxmlformats.org/officeDocument/2006/relationships/font" Target="fonts/RobotoMono-bold.fntdata"/><Relationship Id="rId48" Type="http://schemas.openxmlformats.org/officeDocument/2006/relationships/font" Target="fonts/RobotoMono-italic.fntdata"/><Relationship Id="rId49"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c7e4a23a8d_2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c7e4a23a8d_2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everyone, and thanks for making the time.</a:t>
            </a:r>
          </a:p>
          <a:p/>
          <a:p>
            <a:r>
              <a:t>Today is about case notes: how we write them, and how we make sure they reflect the quality of the work that goes into each investigation.</a:t>
            </a:r>
          </a:p>
          <a:p/>
          <a:p>
            <a:r>
              <a:t>I want to be clear from the start that this isn't a session about anyone individually, and it isn't a criticism of the analysis being done. A lot of good work goes into these cases. The aim is to make sure that work is visible on the page, consistently, every time.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cce25d8a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cce25d8a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how the session will run.</a:t>
            </a:r>
          </a:p>
          <a:p/>
          <a:p>
            <a:r>
              <a:t>We'll start with some context: why we're focusing on case notes now.</a:t>
            </a:r>
          </a:p>
          <a:p/>
          <a:p>
            <a:r>
              <a:t>Then three main themes:</a:t>
            </a:r>
          </a:p>
          <a:p>
            <a:r>
              <a:t>- Consistent structure: what every note should contain.</a:t>
            </a:r>
          </a:p>
          <a:p>
            <a:r>
              <a:t>- The "so what?": linking facts to the outcome.</a:t>
            </a:r>
          </a:p>
          <a:p>
            <a:r>
              <a:t>- RFI documentation: how we record and use RFIs.</a:t>
            </a:r>
          </a:p>
          <a:p/>
          <a:p>
            <a:r>
              <a:t>After that we'll do a knowledge check, with a quick true or false round, then a couple of real case examples to discuss as a group. We'll finish with the key takeaways and time for questions.</a:t>
            </a:r>
          </a:p>
          <a:p/>
          <a:p>
            <a:r>
              <a:t>Please do jump in with questions as we go. This works best as a conversation.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c7e4a23a8d_2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c7e4a23a8d_2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So, why now?</a:t>
            </a:r>
          </a:p>
          <a:p/>
          <a:p>
            <a:r>
              <a:t>First, regulators are asking. Recent regulatory requests have focused directly on our case notes and how we evidence our decisions. So this isn't an internal preference or a change for the sake of it. It's a response to external scrutiny.</a:t>
            </a:r>
          </a:p>
          <a:p/>
          <a:p>
            <a:r>
              <a:t>Second, the note is the evidence. When an auditor, regulator or banking partner reviews a case, they don't see the work we did in the tools or the thinking in our heads. They only see what's written. If it's not documented, it can't be relied on, even if the work was done.</a:t>
            </a:r>
          </a:p>
          <a:p/>
          <a:p>
            <a:r>
              <a:t>Third, it reduces external risk. Strong notes protect CKO, they protect the team, and they protect you as the analyst who made the decision. If a case is ever looked at again, a well-written note shows your decision was reasonable based on what you knew at the time.</a:t>
            </a:r>
          </a:p>
          <a:p/>
          <a:p>
            <a:r>
              <a:t>And to repeat the point at the bottom of the slide: what we've seen is not concentrated in individuals. It's a team-wide pattern in how we all document, so we're all improving it together.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c7e4a23a8d_2_897:notes"/>
          <p:cNvSpPr/>
          <p:nvPr>
            <p:ph idx="2" type="sldImg"/>
          </p:nvPr>
        </p:nvSpPr>
        <p:spPr>
          <a:xfrm>
            <a:off x="686227" y="1143000"/>
            <a:ext cx="5485500" cy="30861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c7e4a23a8d_2_8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r>
              <a:t>When someone reviews our cases, there are three things they're looking for.</a:t>
            </a:r>
          </a:p>
          <a:p/>
          <a:p>
            <a:r>
              <a:t>Complete: every part of the investigation is visibly documented, including the checks where nothing was found.</a:t>
            </a:r>
          </a:p>
          <a:p/>
          <a:p>
            <a:r>
              <a:t>Reasoned: each finding is linked to the outcome. It's not enough to list what we found; we need to say why it supports a false positive or an escalation.</a:t>
            </a:r>
          </a:p>
          <a:p/>
          <a:p>
            <a:r>
              <a:t>Evidenced: someone with no other context should be able to pick up the note, rebuild the case and reach the same conclusion. That's the test a regulator applies.</a:t>
            </a:r>
          </a:p>
          <a:p/>
          <a:p>
            <a:r>
              <a:t>At the moment we're inconsistent. Some notes are really comprehensive, while others don't mention certain assessments at all, even when they've been completed. The key message is that we, and regulators, can't take it at face value that something was done just because the SOP says it should be. If it isn't in the note, a reviewer has to assume it didn't happen.</a:t>
            </a:r>
          </a:p>
        </p:txBody>
      </p:sp>
      <p:sp>
        <p:nvSpPr>
          <p:cNvPr id="913" name="Google Shape;913;g3c7e4a23a8d_2_89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cce25d8a68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cce25d8a68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the most common piece of feedback from recent QA reviews: notes gave a general review of the merchant or the account, but didn't clearly describe the activity that actually made the rule fire.</a:t>
            </a:r>
          </a:p>
          <a:p/>
          <a:p>
            <a:r>
              <a:t>So every note should start with the alerted activity, and these four questions are a simple way to structure it:</a:t>
            </a:r>
          </a:p>
          <a:p/>
          <a:p>
            <a:r>
              <a:t>- Which rule? Name the rule and explain in plain terms what it's designed to detect.</a:t>
            </a:r>
          </a:p>
          <a:p>
            <a:r>
              <a:t>- What alerted? Itemise the transactions that triggered it: the value, volume, countries and fingerprint. Not the full transaction history, just what alerted.</a:t>
            </a:r>
          </a:p>
          <a:p>
            <a:r>
              <a:t>- Which period? Initially, the review window should match the rule's look-back period. If older transaction data is relevant to the outcome or adds valuable context, that's fine to use and include in the note. Just make clear why you've looked at it.</a:t>
            </a:r>
          </a:p>
          <a:p>
            <a:r>
              <a:t>- So what? Explain why this specific activity is, or isn't, a concern.</a:t>
            </a:r>
          </a:p>
          <a:p/>
          <a:p>
            <a:r>
              <a:t>The wider generic review still has a place. It can support the investigation later in the note, for example showing a high-value payment sits within an account that normally shows genuine activity. But it supports the analysis of the alerted activity; it doesn't replace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c7e4a23a8d_7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c7e4a23a8d_7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These are the building blocks every case note should cover. Even if a section is just one line confirming the check was done, it should be there.</a:t>
            </a:r>
          </a:p>
          <a:p/>
          <a:p>
            <a:r>
              <a:t>As mentioned, always start with the alerted activity: the rule, the specific transactions, the timeframe, and why the rule fired.</a:t>
            </a:r>
          </a:p>
          <a:p/>
          <a:p>
            <a:r>
              <a:t>Then:</a:t>
            </a:r>
          </a:p>
          <a:p>
            <a:r>
              <a:t>- Merchant profile: the legal name, the stated business model, and what we expected to see from onboarding.</a:t>
            </a:r>
          </a:p>
          <a:p>
            <a:r>
              <a:t>- Customer profile: who is transacting, card types, issuing countries, and any concentration.</a:t>
            </a:r>
          </a:p>
          <a:p>
            <a:r>
              <a:t>- Historical behaviour: prior alerts with their cases and outcomes, and relevant transactions outside the alerted timeframe. If the merchant or cardholder has been flagged before, say whether that changes today's assessment. Is this the same pattern, a new one, or an escalating one?</a:t>
            </a:r>
          </a:p>
          <a:p>
            <a:r>
              <a:t>- Expected vs actual: frequency, velocity, value and activity patterns, compared against what we expected for this merchant.</a:t>
            </a:r>
          </a:p>
          <a:p/>
          <a:p>
            <a:r>
              <a:t>And finally, conclusion and rationale: always link the findings back to the outcome.</a:t>
            </a:r>
          </a:p>
          <a:p/>
          <a:p>
            <a:r>
              <a:t>Covering these in the same order every time makes notes quicker to write, easier to review and much easier to defend.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cd2d45c7a5_1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cd2d45c7a5_1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quick win.</a:t>
            </a:r>
          </a:p>
          <a:p/>
          <a:p>
            <a:r>
              <a:t>On the left is the weak version: OSINT isn't mentioned at all. A reviewer reading that note has no way of knowing whether OSINT was done.</a:t>
            </a:r>
          </a:p>
          <a:p/>
          <a:p>
            <a:r>
              <a:t>The stronger version is one sentence: "OSINT was conducted on the end user; no verifiable digital footprint could be obtained to assist in verifying the activity observed." The reader now knows the check was performed and what it found, even though the result was inconclusive.</a:t>
            </a:r>
          </a:p>
          <a:p/>
          <a:p>
            <a:r>
              <a:t>That's the key point: one line is enough. Without it, a reviewer can't tell the difference between "checked and clear" and "not checked", and they'll have to assume it wasn't done.</a:t>
            </a:r>
          </a:p>
          <a:p/>
          <a:p>
            <a:r>
              <a:t>The same applies to any check: adverse media, geographic risk, linked cases. If you did it, write it down, even if nothing came back.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c7e4a23a8d_2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c7e4a23a8d_2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want a consistent structure, but that doesn't mean copy and paste.</a:t>
            </a:r>
          </a:p>
          <a:p/>
          <a:p>
            <a:r>
              <a:t>This is similar to the MAS exercise from last week: a common framework, but written in your own words about the specific case in front of you.</a:t>
            </a:r>
          </a:p>
          <a:p/>
          <a:p>
            <a:r>
              <a:t>Do:</a:t>
            </a:r>
          </a:p>
          <a:p>
            <a:r>
              <a:t>- Use the same headings in the same order so the note is easy to follow.</a:t>
            </a:r>
          </a:p>
          <a:p>
            <a:r>
              <a:t>- Include case-specific facts, figures and dates.</a:t>
            </a:r>
          </a:p>
          <a:p>
            <a:r>
              <a:t>- Explain your reasoning in your own words.</a:t>
            </a:r>
          </a:p>
          <a:p>
            <a:r>
              <a:t>- Tie all the facts together at the end with your outcome.</a:t>
            </a:r>
          </a:p>
          <a:p/>
          <a:p>
            <a:r>
              <a:t>Avoid:</a:t>
            </a:r>
          </a:p>
          <a:p>
            <a:r>
              <a:t>- AI-generated or templated text pasted in unchanged.</a:t>
            </a:r>
          </a:p>
          <a:p>
            <a:r>
              <a:t>- Generic phrases like "in line with expected activity" with no evidence behind them.</a:t>
            </a:r>
          </a:p>
          <a:p>
            <a:r>
              <a:t>- Identical wording across different cases.</a:t>
            </a:r>
          </a:p>
          <a:p/>
          <a:p>
            <a:r>
              <a:t>Regulators notice when notes read the same across different cases. It suggests a tick-box exercise rather than an investigation, which is exactly what we want to move away from.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c8c91be34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c8c91be34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the heart of today's session: answering the "so what?"</a:t>
            </a:r>
          </a:p>
          <a:p/>
          <a:p>
            <a:r>
              <a:t>We want every alert treated as an investigation, not a checklist. The simplest way to think about it is three steps:</a:t>
            </a:r>
          </a:p>
          <a:p/>
          <a:p>
            <a:r>
              <a:t>- Fact: what did I find?</a:t>
            </a:r>
          </a:p>
          <a:p>
            <a:r>
              <a:t>- Significance: what risk does it raise or reduce?</a:t>
            </a:r>
          </a:p>
          <a:p>
            <a:r>
              <a:t>- Conclusion: how does it affect the outcome? Does it support a false positive or an escalation?</a:t>
            </a:r>
          </a:p>
          <a:p/>
          <a:p>
            <a:r>
              <a:t>Most notes stop at the fact. The significance step is where the investigation actually happens, and it's what a regulator is looking for.</a:t>
            </a:r>
          </a:p>
          <a:p/>
          <a:p>
            <a:r>
              <a:t>A few examples:</a:t>
            </a:r>
          </a:p>
          <a:p>
            <a:r>
              <a:t>- "The merchant is in the gaming industry." That's a good start, but what risk factors come with gaming, and how did we consider them?</a:t>
            </a:r>
          </a:p>
          <a:p>
            <a:r>
              <a:t>- "This merchant has been flagged before." Great. Does that change our current assessment?</a:t>
            </a:r>
          </a:p>
          <a:p>
            <a:r>
              <a:t>- "The majority of transactions are debit/credit." What's the significance of that detail to this case? Is it consistent with the business model? Does it tell us anything about the risk?</a:t>
            </a:r>
          </a:p>
          <a:p/>
          <a:p>
            <a:r>
              <a:t>For every point you write down, ask yourself: so what?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cd2d45c7a5_2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cd2d45c7a5_2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These are phrases that come up regularly in case notes. In most cases they're not wrong, but they're weak, and they need tightening.</a:t>
            </a:r>
          </a:p>
          <a:p/>
          <a:p>
            <a:r>
              <a:t>1. "The recipient might have invested in cryptocurrencies and withdrawn his accumulated profits." This is speculation. Corroborate it with evidence: check the fingerprint's pay-in activity. Did they pay in enough for profits to be plausible?</a:t>
            </a:r>
          </a:p>
          <a:p/>
          <a:p>
            <a:r>
              <a:t>2. The gambling version: "might have invested in sports, live casino, racing and obtained profits." Rather than "it may be" or "might have", use "plausible" or "reasonable", and tie it to what the merchant does and the account activity. For example: "Given the merchant is a licensed gambling operator and the cardholder paid in £4,800 over the period, a £5,200 withdrawal is reasonable and consistent with winnings." That's a much stronger argument. And check those pay-ins: someone who paid in thousands and withdrew thousands is a very different story to someone who paid in £5 and withdrew £10k.</a:t>
            </a:r>
          </a:p>
          <a:p/>
          <a:p>
            <a:r>
              <a:t>3. "The velocity of transactions is spread out between months, days, minutes." This says nothing about the risk. Remove it, or say what the pattern actually shows.</a:t>
            </a:r>
          </a:p>
          <a:p/>
          <a:p>
            <a:r>
              <a:t>4. "No evidence of structuring or smurfing was identified." Only use this where structuring or smurfing is a relevant typology for the alert. Ruling out typologies that don't apply adds length but no value.</a:t>
            </a:r>
          </a:p>
          <a:p/>
          <a:p>
            <a:r>
              <a:t>One more point on language: remove superlatives from all write-ups. Be factual in your observations and use a neutral tone in your opinions. Words like "detailed analysis", "high-quality" or "appropriately vetted" can't be tested; replace them with the evidence behind them.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c7e4a23a8d_2_915:notes"/>
          <p:cNvSpPr/>
          <p:nvPr>
            <p:ph idx="2" type="sldImg"/>
          </p:nvPr>
        </p:nvSpPr>
        <p:spPr>
          <a:xfrm>
            <a:off x="686227" y="1143000"/>
            <a:ext cx="5485500" cy="30861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c7e4a23a8d_2_91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r>
              <a:t>Before you conclude a case, run through these four questions:</a:t>
            </a:r>
          </a:p>
          <a:p/>
          <a:p>
            <a:r>
              <a:t>- What did I expect to see for this merchant, and does the activity match?</a:t>
            </a:r>
          </a:p>
          <a:p>
            <a:r>
              <a:t>- What could explain the difference, and have I evidenced that explanation? This is where you can look beyond the merchant or end user. Is anything happening more widely that could explain the activity, such as a World Cup, a major sporting event or a global fuel crisis? If so, reference it with the source.</a:t>
            </a:r>
          </a:p>
          <a:p>
            <a:r>
              <a:t>- Which risk factors have I ruled out, and which remain open? If something is still open, that needs to be reflected in the outcome.</a:t>
            </a:r>
          </a:p>
          <a:p>
            <a:r>
              <a:t>- Could someone else read this note and reach the same conclusion?</a:t>
            </a:r>
          </a:p>
          <a:p/>
          <a:p>
            <a:r>
              <a:t>That last one is the regulator test. If a reviewer with no other context reads your note, will they agree with your outcome? If the answer is "only if they asked me", the note needs more.</a:t>
            </a:r>
          </a:p>
        </p:txBody>
      </p:sp>
      <p:sp>
        <p:nvSpPr>
          <p:cNvPr id="1000" name="Google Shape;1000;g3c7e4a23a8d_2_91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c7e4a23a8d_2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c7e4a23a8d_2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Moving on to RFIs. Every RFI reference in a note should follow a clear, logical flow. These four steps:</a:t>
            </a:r>
          </a:p>
          <a:p/>
          <a:p>
            <a:r>
              <a:t>1. Was an RFI sent? If yes, document the date, what was asked and why. If no, give the rationale for not sending one. Not sending an RFI is absolutely fine, but the reasoning needs to be in the note.</a:t>
            </a:r>
          </a:p>
          <a:p/>
          <a:p>
            <a:r>
              <a:t>2. Was a response received? Record the date it came back, or the chaser that was sent and the impact of not getting a response.</a:t>
            </a:r>
          </a:p>
          <a:p/>
          <a:p>
            <a:r>
              <a:t>3. Was it adequate? Did it answer each of the questions we asked? If not, what was missing and why does that matter?</a:t>
            </a:r>
          </a:p>
          <a:p/>
          <a:p>
            <a:r>
              <a:t>4. How was it used? What risk did it rule in or out, and how did it shape the final outcome?</a:t>
            </a:r>
          </a:p>
          <a:p/>
          <a:p>
            <a:r>
              <a:t>If a reader can follow those four steps in your note, the RFI is properly documented.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3c223418606201e6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h3c223418606201e6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an example of how that looks in practice.</a:t>
            </a:r>
          </a:p>
          <a:p/>
          <a:p>
            <a:r>
              <a:t>On the left: "Performed. An RFI was sent and the response lacked details whereby the merchant stated that they do not collect PII."</a:t>
            </a:r>
          </a:p>
          <a:p/>
          <a:p>
            <a:r>
              <a:t>Everything in that sentence is accurate. But it states the facts and stops. We don't know when the RFI was sent, what was asked, or, most importantly, what that response means for the case.</a:t>
            </a:r>
          </a:p>
          <a:p/>
          <a:p>
            <a:r>
              <a:t>On the right is the stronger version. It adds the date and what was requested, the date of the response and what it said, and then the crucial "so what": as a result, we were unable to verify the end user or rule out, for example, third-party or mule activity. And it finishes by linking that unresolved risk to the outcome: it supports escalation.</a:t>
            </a:r>
          </a:p>
          <a:p/>
          <a:p>
            <a:r>
              <a:t>That "as a result, we were unable to rule out..." sentence is the piece that's most often missing.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h3c223418606201e6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h3c223418606201e6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Documenting the RFI is one part. The other is making sure we actually test what comes back.</a:t>
            </a:r>
          </a:p>
          <a:p/>
          <a:p>
            <a:r>
              <a:t>RFI handling was a clear theme in the recent QA review. Responses were often accepted with little scrutiny.</a:t>
            </a:r>
          </a:p>
          <a:p/>
          <a:p>
            <a:r>
              <a:t>Three things to focus on:</a:t>
            </a:r>
          </a:p>
          <a:p/>
          <a:p>
            <a:r>
              <a:t>- Target the gap. Ask for what you need to resolve the specific alerted activity, rather than just sending the standard RFI form.</a:t>
            </a:r>
          </a:p>
          <a:p>
            <a:r>
              <a:t>- Test it against the data. Does the response match what the transactions show? Check the values, dates, customers and countries. If a merchant says their customers are mainly UK-based but the alerted activity is from elsewhere, that needs to be picked up.</a:t>
            </a:r>
          </a:p>
          <a:p>
            <a:r>
              <a:t>- Act on what is unresolved. Where a response is inadequate or inconsistent, say what risk remains and consider escalation in line with the SOP.</a:t>
            </a:r>
          </a:p>
          <a:p/>
          <a:p>
            <a:r>
              <a:t>An RFI response is evidence to be tested, not a box to tick.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h3c223418606201e6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h3c223418606201e6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a checklist to keep to hand when you're writing a note. It pulls together everything we've covered today:</a:t>
            </a:r>
          </a:p>
          <a:p/>
          <a:p>
            <a:r>
              <a:t>- Rule and alerting transaction stated first.</a:t>
            </a:r>
          </a:p>
          <a:p>
            <a:r>
              <a:t>- Merchant and customer profile.</a:t>
            </a:r>
          </a:p>
          <a:p>
            <a:r>
              <a:t>- Historical behaviour and prior alerts.</a:t>
            </a:r>
          </a:p>
          <a:p>
            <a:r>
              <a:t>- Expected vs actual: frequency, velocity and value.</a:t>
            </a:r>
          </a:p>
          <a:p>
            <a:r>
              <a:t>- Other investigation checks, including negatives.</a:t>
            </a:r>
          </a:p>
          <a:p>
            <a:r>
              <a:t>- RFI: sent or why not, response tested, and impact.</a:t>
            </a:r>
          </a:p>
          <a:p>
            <a:r>
              <a:t>- Every finding has a "so what".</a:t>
            </a:r>
          </a:p>
          <a:p>
            <a:r>
              <a:t>- Explanations evidenced, for example pay-ins and OSINT.</a:t>
            </a:r>
          </a:p>
          <a:p>
            <a:r>
              <a:t>- Factual, neutral language with no superlatives.</a:t>
            </a:r>
          </a:p>
          <a:p>
            <a:r>
              <a:t>- Conclusion and closure reason follow the evidence.</a:t>
            </a:r>
          </a:p>
          <a:p/>
          <a:p>
            <a:r>
              <a:t>If you can tick all of these before submitting, the note will stand up to review.</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cd8e32885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cd8e32885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Let's put this into practice.</a:t>
            </a:r>
          </a:p>
          <a:p/>
          <a:p>
            <a:r>
              <a:t>We'll start with a quick-fire true or false round. I'll read out each statement and I'd like a show of hands, true or false.</a:t>
            </a:r>
          </a:p>
          <a:p/>
          <a:p>
            <a:r>
              <a:t>Then we'll look at a couple of real case notes together and talk through what could make them stronger.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ce149cb9b2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ce149cb9b2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Read each statement out and ask for a show of hands before revealing the answers.</a:t>
            </a:r>
          </a:p>
          <a:p/>
          <a:p>
            <a:r>
              <a:t>1. If the OSINT assessment is completed and nothing was found, it doesn't need to go in the note.</a:t>
            </a:r>
          </a:p>
          <a:p>
            <a:r>
              <a:t>2. Not sending an RFI is acceptable, as long as the rationale is documented.</a:t>
            </a:r>
          </a:p>
          <a:p>
            <a:r>
              <a:t>3. A thorough review of the merchant's overall activity is enough to discount an alert.</a:t>
            </a:r>
          </a:p>
          <a:p>
            <a:r>
              <a:t>4. A large gambling withdrawal can be solely explained as winnings.</a:t>
            </a:r>
          </a:p>
          <a:p/>
          <a:p>
            <a:r>
              <a:t>Where the room is split, ask one or two people to explain their answer before moving 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h3c223418606201e6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h3c223418606201e6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Answers:</a:t>
            </a:r>
          </a:p>
          <a:p/>
          <a:p>
            <a:r>
              <a:t>1. False. Record the check. Without it, a reviewer has to assume it wasn't done. Remember: one line is enough.</a:t>
            </a:r>
          </a:p>
          <a:p/>
          <a:p>
            <a:r>
              <a:t>2. True. This is the only true statement. A reasoned decision not to send an RFI is fine; it just needs to be written down.</a:t>
            </a:r>
          </a:p>
          <a:p/>
          <a:p>
            <a:r>
              <a:t>3. False. Lead with the rule and the transaction that alerted. The wider history supports the analysis, it doesn't replace it.</a:t>
            </a:r>
          </a:p>
          <a:p/>
          <a:p>
            <a:r>
              <a:t>4. False. Check the pay-ins. Someone who paid in £5 and withdrew £10k is a very different story to someone who paid in thousands and withdrew thousands. Winnings may well be the explanation, but it needs evidence behind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ce288331d5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3ce288331d5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quick caveat before we start: these are real examples of case notes written by L1 and L2. What's shown are snippets of the full note, picked out to highlight the points we've covered today. This isn't about the individuals who wrote them, and as we saw earlier, these patterns appear across the team.</a:t>
            </a:r>
          </a:p>
          <a:p/>
          <a:p>
            <a:r>
              <a:t>This case alerted on two rules: a spike in weekly crypto transaction volume, and a single transaction over £9,000.</a:t>
            </a:r>
          </a:p>
          <a:p/>
          <a:p>
            <a:r>
              <a:t>Give everyone a minute to read the extracts, then work through the questions on the right:</a:t>
            </a:r>
          </a:p>
          <a:p>
            <a:r>
              <a:t>- Which transaction caused the alert?</a:t>
            </a:r>
          </a:p>
          <a:p>
            <a:r>
              <a:t>- Why did the weekly volume rule fire?</a:t>
            </a:r>
          </a:p>
          <a:p>
            <a:r>
              <a:t>- Does the crypto statement explain the value over £10k?</a:t>
            </a:r>
          </a:p>
          <a:p>
            <a:r>
              <a:t>- What does the velocity sentence add?</a:t>
            </a:r>
          </a:p>
          <a:p/>
          <a:p>
            <a:r>
              <a:t>Take a few answers from the room before moving to the feedback.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h3c223418606201e6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h3c223418606201e6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the QA feedback on this case.</a:t>
            </a:r>
          </a:p>
          <a:p/>
          <a:p>
            <a:r>
              <a:t>What was missing:</a:t>
            </a:r>
          </a:p>
          <a:p>
            <a:r>
              <a:t>- The alerting transaction isn't described. It was a single withdrawal of £10,478.96, and that's not mentioned anywhere in the note.</a:t>
            </a:r>
          </a:p>
          <a:p>
            <a:r>
              <a:t>- There's no reason given for the weekly spike. The simple explanation is that there was no activity in the previous four weeks, which is consistent for this cardholder.</a:t>
            </a:r>
          </a:p>
          <a:p>
            <a:r>
              <a:t>- "Might have invested" is weak and isn't backed by evidence.</a:t>
            </a:r>
          </a:p>
          <a:p>
            <a:r>
              <a:t>- The velocity sentence doesn't tie back to the conclusion.</a:t>
            </a:r>
          </a:p>
          <a:p/>
          <a:p>
            <a:r>
              <a:t>What a stronger note does: it leads with the £10,478.96 withdrawal. It explains that the weekly rule fired because there was no activity in the prior four weeks, which is consistent with the cardholder's pattern. It shows the value is in line with their previous withdrawals. And it supports any "profits" explanation with evidence, such as the cardholder's pay-in history.</a:t>
            </a:r>
          </a:p>
          <a:p/>
          <a:p>
            <a:r>
              <a:t>It's worth saying that the content of the original note isn't incorrect, and the outcome wasn't necessarily wrong. But the information should inform the decision, rather than just being listed as evidence that the activity is of no concern.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h3c223418606201e6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h3c223418606201e6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Case 2 is at merchant level. The rule alerts when a single cardholder makes up more than 0.5% of the merchant's pay-in volume over a 30-day period.</a:t>
            </a:r>
          </a:p>
          <a:p/>
          <a:p>
            <a:r>
              <a:t>Again, give the room a minute to read the extracts, then discuss:</a:t>
            </a:r>
          </a:p>
          <a:p>
            <a:r>
              <a:t>- Who is the alerted cardholder, and by how much did they exceed 0.5%?</a:t>
            </a:r>
          </a:p>
          <a:p>
            <a:r>
              <a:t>- Which sentences actually address the alerted rule or activity?</a:t>
            </a:r>
          </a:p>
          <a:p>
            <a:r>
              <a:t>- Is the sender review specific enough?</a:t>
            </a:r>
          </a:p>
          <a:p>
            <a:r>
              <a:t>- Is "false positive" the right outcome?</a:t>
            </a:r>
          </a:p>
          <a:p/>
          <a:p>
            <a:r>
              <a:t>A hint if the room needs one: count how many of these sentences are about the merchant in general, and how many are about the cardholder who triggered the alert.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3c223418606201e6_1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h3c223418606201e6_1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the QA feedback.</a:t>
            </a:r>
          </a:p>
          <a:p/>
          <a:p>
            <a:r>
              <a:t>What was missing:</a:t>
            </a:r>
          </a:p>
          <a:p>
            <a:r>
              <a:t>- The alerted cardholder and their activity aren't described at all.</a:t>
            </a:r>
          </a:p>
          <a:p>
            <a:r>
              <a:t>- It's mostly a general merchant review, not specific to the alert. Everything in it may be true, but none of it explains why this cardholder's share isn't a concern.</a:t>
            </a:r>
          </a:p>
          <a:p>
            <a:r>
              <a:t>- Senders were only reviewed in aggregate, not the specific sender who alerted.</a:t>
            </a:r>
          </a:p>
          <a:p>
            <a:r>
              <a:t>- There's no reason given for why the alerted activity isn't a concern.</a:t>
            </a:r>
          </a:p>
          <a:p/>
          <a:p>
            <a:r>
              <a:t>What a stronger note does: it identifies the alerted fingerprint and its share of pay-ins against the 0.5% threshold. It compares the cardholder's activity in the period with their usual activity at this merchant. If they only exceeded the threshold slightly and in line with their norm, it says so. That one line of specific reasoning does more than the whole general paragraph.</a:t>
            </a:r>
          </a:p>
          <a:p/>
          <a:p>
            <a:r>
              <a:t>On the outcome: the rule fired correctly. The cardholder did exceed the threshold, so the closure reason should reflect that, rather than describing the alert as a false positive. Check the SOP for the right closure reason in these cases.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h3c223418606201e6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h3c223418606201e6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 wrap up, three things to take away:</a:t>
            </a:r>
          </a:p>
          <a:p/>
          <a:p>
            <a:r>
              <a:t>Be specific: lead with the alerted activity and cover all the investigation points, even where the answer is "checked and nothing found".</a:t>
            </a:r>
          </a:p>
          <a:p/>
          <a:p>
            <a:r>
              <a:t>Give reasons: answer the "so what" for every finding, with evidence behind it and neutral, factual language.</a:t>
            </a:r>
          </a:p>
          <a:p/>
          <a:p>
            <a:r>
              <a:t>Ensure traceability: document RFIs from request through to impact, or explain why one wasn't sent.</a:t>
            </a:r>
          </a:p>
          <a:p/>
          <a:p>
            <a:r>
              <a:t>The main message is that the analysis is often already there. We just need to make sure it's visible in the note, because the note is how regulators, auditors and our partners see the quality of our work.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c7e4a23a8d_7_134:notes"/>
          <p:cNvSpPr/>
          <p:nvPr>
            <p:ph idx="2" type="sldImg"/>
          </p:nvPr>
        </p:nvSpPr>
        <p:spPr>
          <a:xfrm>
            <a:off x="686227" y="1143000"/>
            <a:ext cx="5485500" cy="30861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3c7e4a23a8d_7_1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r>
              <a:t>Thank you all for your time and engagement today.</a:t>
            </a:r>
          </a:p>
          <a:p/>
          <a:p>
            <a:r>
              <a:t>I'll open it up for any questions now. If anything comes up later, or you'd like to talk through a specific case, please do reach out.</a:t>
            </a:r>
          </a:p>
        </p:txBody>
      </p:sp>
      <p:sp>
        <p:nvSpPr>
          <p:cNvPr id="1140" name="Google Shape;1140;g3c7e4a23a8d_7_13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4.png"/><Relationship Id="rId10" Type="http://schemas.openxmlformats.org/officeDocument/2006/relationships/image" Target="../media/image13.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 Id="rId19" Type="http://schemas.openxmlformats.org/officeDocument/2006/relationships/image" Target="../media/image23.png"/><Relationship Id="rId20" Type="http://schemas.openxmlformats.org/officeDocument/2006/relationships/image" Target="../media/image24.png"/><Relationship Id="rId21" Type="http://schemas.openxmlformats.org/officeDocument/2006/relationships/image" Target="../media/image25.png"/><Relationship Id="rId22" Type="http://schemas.openxmlformats.org/officeDocument/2006/relationships/image" Target="../media/image26.png"/><Relationship Id="rId23" Type="http://schemas.openxmlformats.org/officeDocument/2006/relationships/image" Target="../media/image2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4.png"/><Relationship Id="rId9" Type="http://schemas.openxmlformats.org/officeDocument/2006/relationships/image" Target="../media/image13.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image" Target="../media/image50.png"/><Relationship Id="rId20" Type="http://schemas.openxmlformats.org/officeDocument/2006/relationships/image" Target="../media/image51.png"/><Relationship Id="rId21" Type="http://schemas.openxmlformats.org/officeDocument/2006/relationships/image" Target="../media/image52.png"/><Relationship Id="rId22" Type="http://schemas.openxmlformats.org/officeDocument/2006/relationships/image" Target="../media/image5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image" Target="../media/image50.png"/><Relationship Id="rId20" Type="http://schemas.openxmlformats.org/officeDocument/2006/relationships/image" Target="../media/image51.png"/><Relationship Id="rId21" Type="http://schemas.openxmlformats.org/officeDocument/2006/relationships/image" Target="../media/image52.png"/><Relationship Id="rId22" Type="http://schemas.openxmlformats.org/officeDocument/2006/relationships/image" Target="../media/image53.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5.gif"/><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6.gif"/><Relationship Id="rId4"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0.gif"/><Relationship Id="rId4"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7.gif"/><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9.gif"/><Relationship Id="rId4"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ver Page">
  <p:cSld name="Title in module top">
    <p:spTree>
      <p:nvGrpSpPr>
        <p:cNvPr id="26" name="Shape 26"/>
        <p:cNvGrpSpPr/>
        <p:nvPr/>
      </p:nvGrpSpPr>
      <p:grpSpPr>
        <a:xfrm>
          <a:off x="0" y="0"/>
          <a:ext cx="0" cy="0"/>
          <a:chOff x="0" y="0"/>
          <a:chExt cx="0" cy="0"/>
        </a:xfrm>
      </p:grpSpPr>
      <p:sp>
        <p:nvSpPr>
          <p:cNvPr id="27" name="Google Shape;27;p2"/>
          <p:cNvSpPr/>
          <p:nvPr>
            <p:ph idx="1" type="body"/>
          </p:nvPr>
        </p:nvSpPr>
        <p:spPr>
          <a:xfrm>
            <a:off x="419799" y="426652"/>
            <a:ext cx="5463600" cy="2445300"/>
          </a:xfrm>
          <a:prstGeom prst="roundRect">
            <a:avLst>
              <a:gd fmla="val 5147" name="adj"/>
            </a:avLst>
          </a:prstGeom>
          <a:noFill/>
          <a:ln>
            <a:noFill/>
          </a:ln>
        </p:spPr>
        <p:txBody>
          <a:bodyPr anchorCtr="0" anchor="t" bIns="0" lIns="0" spcFirstLastPara="1" rIns="0" wrap="square" tIns="0">
            <a:noAutofit/>
          </a:bodyPr>
          <a:lstStyle>
            <a:lvl1pPr indent="-228600" lvl="0" marL="457200" algn="l">
              <a:lnSpc>
                <a:spcPct val="85000"/>
              </a:lnSpc>
              <a:spcBef>
                <a:spcPts val="500"/>
              </a:spcBef>
              <a:spcAft>
                <a:spcPts val="0"/>
              </a:spcAft>
              <a:buSzPts val="4600"/>
              <a:buFont typeface="Roboto Mono"/>
              <a:buNone/>
              <a:defRPr b="1" i="0" sz="4600" cap="none">
                <a:latin typeface="Roboto Mono"/>
                <a:ea typeface="Roboto Mono"/>
                <a:cs typeface="Roboto Mono"/>
                <a:sym typeface="Roboto Mono"/>
              </a:defRPr>
            </a:lvl1pPr>
            <a:lvl2pPr indent="-228600" lvl="1" marL="914400" algn="l">
              <a:lnSpc>
                <a:spcPct val="85000"/>
              </a:lnSpc>
              <a:spcBef>
                <a:spcPts val="400"/>
              </a:spcBef>
              <a:spcAft>
                <a:spcPts val="0"/>
              </a:spcAft>
              <a:buSzPts val="3700"/>
              <a:buFont typeface="Arial"/>
              <a:buNone/>
              <a:defRPr b="1" i="0" sz="4700" cap="none">
                <a:latin typeface="Arial"/>
                <a:ea typeface="Arial"/>
                <a:cs typeface="Arial"/>
                <a:sym typeface="Arial"/>
              </a:defRPr>
            </a:lvl2pPr>
            <a:lvl3pPr indent="-228600" lvl="2" marL="1371600" algn="l">
              <a:lnSpc>
                <a:spcPct val="100000"/>
              </a:lnSpc>
              <a:spcBef>
                <a:spcPts val="400"/>
              </a:spcBef>
              <a:spcAft>
                <a:spcPts val="0"/>
              </a:spcAft>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SzPts val="900"/>
              <a:buNone/>
              <a:defRPr/>
            </a:lvl6pPr>
            <a:lvl7pPr indent="-228600" lvl="6" marL="3200400" algn="l">
              <a:lnSpc>
                <a:spcPct val="90000"/>
              </a:lnSpc>
              <a:spcBef>
                <a:spcPts val="100"/>
              </a:spcBef>
              <a:spcAft>
                <a:spcPts val="0"/>
              </a:spcAft>
              <a:buSzPts val="900"/>
              <a:buNone/>
              <a:defRPr/>
            </a:lvl7pPr>
            <a:lvl8pPr indent="-228600" lvl="7" marL="3657600" algn="l">
              <a:lnSpc>
                <a:spcPct val="90000"/>
              </a:lnSpc>
              <a:spcBef>
                <a:spcPts val="1200"/>
              </a:spcBef>
              <a:spcAft>
                <a:spcPts val="0"/>
              </a:spcAft>
              <a:buSzPts val="900"/>
              <a:buNone/>
              <a:defRPr/>
            </a:lvl8pPr>
            <a:lvl9pPr indent="-228600" lvl="8" marL="4114800" algn="l">
              <a:lnSpc>
                <a:spcPct val="90000"/>
              </a:lnSpc>
              <a:spcBef>
                <a:spcPts val="1200"/>
              </a:spcBef>
              <a:spcAft>
                <a:spcPts val="800"/>
              </a:spcAft>
              <a:buSzPts val="9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 Title + Full-page Module (Small)">
  <p:cSld name="4 columns_1_2">
    <p:spTree>
      <p:nvGrpSpPr>
        <p:cNvPr id="28" name="Shape 28"/>
        <p:cNvGrpSpPr/>
        <p:nvPr/>
      </p:nvGrpSpPr>
      <p:grpSpPr>
        <a:xfrm>
          <a:off x="0" y="0"/>
          <a:ext cx="0" cy="0"/>
          <a:chOff x="0" y="0"/>
          <a:chExt cx="0" cy="0"/>
        </a:xfrm>
      </p:grpSpPr>
      <p:sp>
        <p:nvSpPr>
          <p:cNvPr id="29" name="Google Shape;29;p3"/>
          <p:cNvSpPr txBox="1"/>
          <p:nvPr>
            <p:ph type="title"/>
          </p:nvPr>
        </p:nvSpPr>
        <p:spPr>
          <a:xfrm>
            <a:off x="419800" y="425875"/>
            <a:ext cx="2326500" cy="777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30" name="Google Shape;30;p3"/>
          <p:cNvSpPr txBox="1"/>
          <p:nvPr>
            <p:ph idx="1" type="body"/>
          </p:nvPr>
        </p:nvSpPr>
        <p:spPr>
          <a:xfrm>
            <a:off x="3258450" y="425875"/>
            <a:ext cx="2627100" cy="16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10000"/>
              </a:lnSpc>
              <a:spcBef>
                <a:spcPts val="500"/>
              </a:spcBef>
              <a:spcAft>
                <a:spcPts val="0"/>
              </a:spcAft>
              <a:buClr>
                <a:schemeClr val="dk1"/>
              </a:buClr>
              <a:buSzPts val="900"/>
              <a:buNone/>
              <a:defRPr sz="900"/>
            </a:lvl3pPr>
            <a:lvl4pPr indent="-228600" lvl="3" marL="1828800" algn="l">
              <a:lnSpc>
                <a:spcPct val="110000"/>
              </a:lnSpc>
              <a:spcBef>
                <a:spcPts val="500"/>
              </a:spcBef>
              <a:spcAft>
                <a:spcPts val="0"/>
              </a:spcAft>
              <a:buSzPts val="900"/>
              <a:buNone/>
              <a:defRPr sz="900"/>
            </a:lvl4pPr>
            <a:lvl5pPr indent="-228600" lvl="4" marL="2286000" algn="l">
              <a:lnSpc>
                <a:spcPct val="110000"/>
              </a:lnSpc>
              <a:spcBef>
                <a:spcPts val="500"/>
              </a:spcBef>
              <a:spcAft>
                <a:spcPts val="0"/>
              </a:spcAft>
              <a:buSzPts val="900"/>
              <a:buNone/>
              <a:defRPr sz="900"/>
            </a:lvl5pPr>
            <a:lvl6pPr indent="-228600" lvl="5" marL="2743200" algn="l">
              <a:lnSpc>
                <a:spcPct val="110000"/>
              </a:lnSpc>
              <a:spcBef>
                <a:spcPts val="500"/>
              </a:spcBef>
              <a:spcAft>
                <a:spcPts val="0"/>
              </a:spcAft>
              <a:buClr>
                <a:schemeClr val="dk1"/>
              </a:buClr>
              <a:buSzPts val="900"/>
              <a:buNone/>
              <a:defRPr sz="900"/>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sz="900"/>
            </a:lvl8pPr>
            <a:lvl9pPr indent="-228600" lvl="8" marL="4114800" algn="l">
              <a:lnSpc>
                <a:spcPct val="110000"/>
              </a:lnSpc>
              <a:spcBef>
                <a:spcPts val="500"/>
              </a:spcBef>
              <a:spcAft>
                <a:spcPts val="500"/>
              </a:spcAft>
              <a:buClr>
                <a:schemeClr val="dk1"/>
              </a:buClr>
              <a:buSzPts val="900"/>
              <a:buNone/>
              <a:defRPr sz="900"/>
            </a:lvl9pPr>
          </a:lstStyle>
          <a:p/>
        </p:txBody>
      </p:sp>
      <p:sp>
        <p:nvSpPr>
          <p:cNvPr id="31" name="Google Shape;31;p3"/>
          <p:cNvSpPr txBox="1"/>
          <p:nvPr>
            <p:ph idx="2" type="body"/>
          </p:nvPr>
        </p:nvSpPr>
        <p:spPr>
          <a:xfrm>
            <a:off x="6096800" y="425875"/>
            <a:ext cx="2627100" cy="16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10000"/>
              </a:lnSpc>
              <a:spcBef>
                <a:spcPts val="500"/>
              </a:spcBef>
              <a:spcAft>
                <a:spcPts val="0"/>
              </a:spcAft>
              <a:buClr>
                <a:schemeClr val="dk1"/>
              </a:buClr>
              <a:buSzPts val="900"/>
              <a:buNone/>
              <a:defRPr sz="900"/>
            </a:lvl3pPr>
            <a:lvl4pPr indent="-228600" lvl="3" marL="1828800" algn="l">
              <a:lnSpc>
                <a:spcPct val="110000"/>
              </a:lnSpc>
              <a:spcBef>
                <a:spcPts val="500"/>
              </a:spcBef>
              <a:spcAft>
                <a:spcPts val="0"/>
              </a:spcAft>
              <a:buSzPts val="900"/>
              <a:buNone/>
              <a:defRPr sz="900"/>
            </a:lvl4pPr>
            <a:lvl5pPr indent="-228600" lvl="4" marL="2286000" algn="l">
              <a:lnSpc>
                <a:spcPct val="110000"/>
              </a:lnSpc>
              <a:spcBef>
                <a:spcPts val="500"/>
              </a:spcBef>
              <a:spcAft>
                <a:spcPts val="0"/>
              </a:spcAft>
              <a:buSzPts val="900"/>
              <a:buNone/>
              <a:defRPr sz="900"/>
            </a:lvl5pPr>
            <a:lvl6pPr indent="-228600" lvl="5" marL="2743200" algn="l">
              <a:lnSpc>
                <a:spcPct val="110000"/>
              </a:lnSpc>
              <a:spcBef>
                <a:spcPts val="500"/>
              </a:spcBef>
              <a:spcAft>
                <a:spcPts val="0"/>
              </a:spcAft>
              <a:buClr>
                <a:schemeClr val="dk1"/>
              </a:buClr>
              <a:buSzPts val="900"/>
              <a:buNone/>
              <a:defRPr sz="900"/>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sz="900"/>
            </a:lvl8pPr>
            <a:lvl9pPr indent="-228600" lvl="8" marL="4114800" algn="l">
              <a:lnSpc>
                <a:spcPct val="110000"/>
              </a:lnSpc>
              <a:spcBef>
                <a:spcPts val="500"/>
              </a:spcBef>
              <a:spcAft>
                <a:spcPts val="500"/>
              </a:spcAft>
              <a:buClr>
                <a:schemeClr val="dk1"/>
              </a:buClr>
              <a:buSzPts val="900"/>
              <a:buNone/>
              <a:defRPr sz="900"/>
            </a:lvl9pPr>
          </a:lstStyle>
          <a:p/>
        </p:txBody>
      </p:sp>
      <p:sp>
        <p:nvSpPr>
          <p:cNvPr id="32" name="Google Shape;32;p3"/>
          <p:cNvSpPr/>
          <p:nvPr/>
        </p:nvSpPr>
        <p:spPr>
          <a:xfrm>
            <a:off x="421500" y="1861200"/>
            <a:ext cx="8294100" cy="2464800"/>
          </a:xfrm>
          <a:prstGeom prst="roundRect">
            <a:avLst>
              <a:gd fmla="val 377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itle Only (Light)">
  <p:cSld name="Title only">
    <p:spTree>
      <p:nvGrpSpPr>
        <p:cNvPr id="33" name="Shape 33"/>
        <p:cNvGrpSpPr/>
        <p:nvPr/>
      </p:nvGrpSpPr>
      <p:grpSpPr>
        <a:xfrm>
          <a:off x="0" y="0"/>
          <a:ext cx="0" cy="0"/>
          <a:chOff x="0" y="0"/>
          <a:chExt cx="0" cy="0"/>
        </a:xfrm>
      </p:grpSpPr>
      <p:sp>
        <p:nvSpPr>
          <p:cNvPr id="34" name="Google Shape;34;p4"/>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Sub-Cover Page (Light)">
  <p:cSld name="Title only_2">
    <p:spTree>
      <p:nvGrpSpPr>
        <p:cNvPr id="35" name="Shape 35"/>
        <p:cNvGrpSpPr/>
        <p:nvPr/>
      </p:nvGrpSpPr>
      <p:grpSpPr>
        <a:xfrm>
          <a:off x="0" y="0"/>
          <a:ext cx="0" cy="0"/>
          <a:chOff x="0" y="0"/>
          <a:chExt cx="0" cy="0"/>
        </a:xfrm>
      </p:grpSpPr>
      <p:sp>
        <p:nvSpPr>
          <p:cNvPr id="36" name="Google Shape;36;p5"/>
          <p:cNvSpPr/>
          <p:nvPr/>
        </p:nvSpPr>
        <p:spPr>
          <a:xfrm>
            <a:off x="421500" y="1971725"/>
            <a:ext cx="3335700" cy="2361600"/>
          </a:xfrm>
          <a:prstGeom prst="roundRect">
            <a:avLst>
              <a:gd fmla="val 42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3959550" y="417750"/>
            <a:ext cx="4755900" cy="3915600"/>
          </a:xfrm>
          <a:prstGeom prst="roundRect">
            <a:avLst>
              <a:gd fmla="val 279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421500" y="417750"/>
            <a:ext cx="3335700" cy="1332300"/>
          </a:xfrm>
          <a:prstGeom prst="roundRect">
            <a:avLst>
              <a:gd fmla="val 8320" name="adj"/>
            </a:avLst>
          </a:prstGeom>
          <a:solidFill>
            <a:schemeClr val="accent1"/>
          </a:solidFill>
          <a:ln>
            <a:noFill/>
          </a:ln>
        </p:spPr>
        <p:txBody>
          <a:bodyPr anchorCtr="0" anchor="ctr" bIns="182875" lIns="182875" spcFirstLastPara="1" rIns="182875" wrap="square" tIns="182875">
            <a:noAutofit/>
          </a:bodyPr>
          <a:lstStyle/>
          <a:p>
            <a:pPr indent="0" lvl="0" marL="0" rtl="0" algn="l">
              <a:spcBef>
                <a:spcPts val="0"/>
              </a:spcBef>
              <a:spcAft>
                <a:spcPts val="0"/>
              </a:spcAft>
              <a:buNone/>
            </a:pPr>
            <a:r>
              <a:t/>
            </a:r>
            <a:endParaRPr b="1" sz="1900">
              <a:solidFill>
                <a:schemeClr val="lt1"/>
              </a:solidFill>
              <a:latin typeface="Roboto Mono"/>
              <a:ea typeface="Roboto Mono"/>
              <a:cs typeface="Roboto Mono"/>
              <a:sym typeface="Roboto Mono"/>
            </a:endParaRPr>
          </a:p>
        </p:txBody>
      </p:sp>
      <p:sp>
        <p:nvSpPr>
          <p:cNvPr id="39" name="Google Shape;39;p5"/>
          <p:cNvSpPr txBox="1"/>
          <p:nvPr>
            <p:ph type="title"/>
          </p:nvPr>
        </p:nvSpPr>
        <p:spPr>
          <a:xfrm>
            <a:off x="644950" y="2090850"/>
            <a:ext cx="2814600" cy="507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000"/>
              <a:buNone/>
              <a:defRPr sz="2000"/>
            </a:lvl1pPr>
            <a:lvl2pPr lvl="1" algn="l">
              <a:lnSpc>
                <a:spcPct val="90000"/>
              </a:lnSpc>
              <a:spcBef>
                <a:spcPts val="0"/>
              </a:spcBef>
              <a:spcAft>
                <a:spcPts val="0"/>
              </a:spcAft>
              <a:buClr>
                <a:srgbClr val="000000"/>
              </a:buClr>
              <a:buSzPts val="2500"/>
              <a:buNone/>
              <a:defRPr sz="2500"/>
            </a:lvl2pPr>
            <a:lvl3pPr lvl="2" algn="l">
              <a:lnSpc>
                <a:spcPct val="90000"/>
              </a:lnSpc>
              <a:spcBef>
                <a:spcPts val="0"/>
              </a:spcBef>
              <a:spcAft>
                <a:spcPts val="0"/>
              </a:spcAft>
              <a:buClr>
                <a:srgbClr val="000000"/>
              </a:buClr>
              <a:buSzPts val="2500"/>
              <a:buNone/>
              <a:defRPr sz="2500"/>
            </a:lvl3pPr>
            <a:lvl4pPr lvl="3" algn="l">
              <a:lnSpc>
                <a:spcPct val="90000"/>
              </a:lnSpc>
              <a:spcBef>
                <a:spcPts val="0"/>
              </a:spcBef>
              <a:spcAft>
                <a:spcPts val="0"/>
              </a:spcAft>
              <a:buClr>
                <a:srgbClr val="000000"/>
              </a:buClr>
              <a:buSzPts val="2500"/>
              <a:buNone/>
              <a:defRPr sz="2500"/>
            </a:lvl4pPr>
            <a:lvl5pPr lvl="4" algn="l">
              <a:lnSpc>
                <a:spcPct val="90000"/>
              </a:lnSpc>
              <a:spcBef>
                <a:spcPts val="0"/>
              </a:spcBef>
              <a:spcAft>
                <a:spcPts val="0"/>
              </a:spcAft>
              <a:buClr>
                <a:srgbClr val="000000"/>
              </a:buClr>
              <a:buSzPts val="2500"/>
              <a:buNone/>
              <a:defRPr sz="2500"/>
            </a:lvl5pPr>
            <a:lvl6pPr lvl="5" algn="l">
              <a:lnSpc>
                <a:spcPct val="90000"/>
              </a:lnSpc>
              <a:spcBef>
                <a:spcPts val="0"/>
              </a:spcBef>
              <a:spcAft>
                <a:spcPts val="0"/>
              </a:spcAft>
              <a:buClr>
                <a:srgbClr val="000000"/>
              </a:buClr>
              <a:buSzPts val="2500"/>
              <a:buNone/>
              <a:defRPr sz="2500"/>
            </a:lvl6pPr>
            <a:lvl7pPr lvl="6" algn="l">
              <a:lnSpc>
                <a:spcPct val="90000"/>
              </a:lnSpc>
              <a:spcBef>
                <a:spcPts val="0"/>
              </a:spcBef>
              <a:spcAft>
                <a:spcPts val="0"/>
              </a:spcAft>
              <a:buClr>
                <a:srgbClr val="000000"/>
              </a:buClr>
              <a:buSzPts val="2500"/>
              <a:buNone/>
              <a:defRPr sz="2500"/>
            </a:lvl7pPr>
            <a:lvl8pPr lvl="7" algn="l">
              <a:lnSpc>
                <a:spcPct val="90000"/>
              </a:lnSpc>
              <a:spcBef>
                <a:spcPts val="0"/>
              </a:spcBef>
              <a:spcAft>
                <a:spcPts val="0"/>
              </a:spcAft>
              <a:buClr>
                <a:srgbClr val="000000"/>
              </a:buClr>
              <a:buSzPts val="2500"/>
              <a:buNone/>
              <a:defRPr sz="2500"/>
            </a:lvl8pPr>
            <a:lvl9pPr lvl="8" algn="l">
              <a:lnSpc>
                <a:spcPct val="90000"/>
              </a:lnSpc>
              <a:spcBef>
                <a:spcPts val="0"/>
              </a:spcBef>
              <a:spcAft>
                <a:spcPts val="0"/>
              </a:spcAft>
              <a:buClr>
                <a:srgbClr val="000000"/>
              </a:buClr>
              <a:buSzPts val="2500"/>
              <a:buNone/>
              <a:defRPr sz="2500"/>
            </a:lvl9pPr>
          </a:lstStyle>
          <a:p/>
        </p:txBody>
      </p:sp>
      <p:sp>
        <p:nvSpPr>
          <p:cNvPr id="40" name="Google Shape;40;p5"/>
          <p:cNvSpPr txBox="1"/>
          <p:nvPr>
            <p:ph idx="1" type="body"/>
          </p:nvPr>
        </p:nvSpPr>
        <p:spPr>
          <a:xfrm>
            <a:off x="655675" y="2780100"/>
            <a:ext cx="2889000" cy="1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800"/>
              <a:buFont typeface="Roboto Mono Medium"/>
              <a:buNone/>
              <a:defRPr sz="800">
                <a:latin typeface="Roboto Mono Medium"/>
                <a:ea typeface="Roboto Mono Medium"/>
                <a:cs typeface="Roboto Mono Medium"/>
                <a:sym typeface="Roboto Mono Medium"/>
              </a:defRPr>
            </a:lvl1pPr>
            <a:lvl2pPr indent="-228600" lvl="1" marL="914400" algn="l">
              <a:lnSpc>
                <a:spcPct val="110000"/>
              </a:lnSpc>
              <a:spcBef>
                <a:spcPts val="500"/>
              </a:spcBef>
              <a:spcAft>
                <a:spcPts val="0"/>
              </a:spcAft>
              <a:buSzPts val="800"/>
              <a:buFont typeface="Roboto Mono Medium"/>
              <a:buNone/>
              <a:defRPr sz="800">
                <a:latin typeface="Roboto Mono Medium"/>
                <a:ea typeface="Roboto Mono Medium"/>
                <a:cs typeface="Roboto Mono Medium"/>
                <a:sym typeface="Roboto Mono Medium"/>
              </a:defRPr>
            </a:lvl2pPr>
            <a:lvl3pPr indent="-228600" lvl="2" marL="1371600" algn="l">
              <a:lnSpc>
                <a:spcPct val="100000"/>
              </a:lnSpc>
              <a:spcBef>
                <a:spcPts val="400"/>
              </a:spcBef>
              <a:spcAft>
                <a:spcPts val="0"/>
              </a:spcAft>
              <a:buClr>
                <a:schemeClr val="dk1"/>
              </a:buClr>
              <a:buSzPts val="800"/>
              <a:buFont typeface="Roboto Mono Medium"/>
              <a:buNone/>
              <a:defRPr sz="800">
                <a:latin typeface="Roboto Mono Medium"/>
                <a:ea typeface="Roboto Mono Medium"/>
                <a:cs typeface="Roboto Mono Medium"/>
                <a:sym typeface="Roboto Mono Medium"/>
              </a:defRPr>
            </a:lvl3pPr>
            <a:lvl4pPr indent="-228600" lvl="3" marL="1828800" algn="l">
              <a:lnSpc>
                <a:spcPct val="110000"/>
              </a:lnSpc>
              <a:spcBef>
                <a:spcPts val="800"/>
              </a:spcBef>
              <a:spcAft>
                <a:spcPts val="0"/>
              </a:spcAft>
              <a:buSzPts val="800"/>
              <a:buFont typeface="Roboto Mono Medium"/>
              <a:buNone/>
              <a:defRPr sz="800">
                <a:latin typeface="Roboto Mono Medium"/>
                <a:ea typeface="Roboto Mono Medium"/>
                <a:cs typeface="Roboto Mono Medium"/>
                <a:sym typeface="Roboto Mono Medium"/>
              </a:defRPr>
            </a:lvl4pPr>
            <a:lvl5pPr indent="-228600" lvl="4" marL="2286000" algn="l">
              <a:lnSpc>
                <a:spcPct val="90000"/>
              </a:lnSpc>
              <a:spcBef>
                <a:spcPts val="600"/>
              </a:spcBef>
              <a:spcAft>
                <a:spcPts val="0"/>
              </a:spcAft>
              <a:buSzPts val="800"/>
              <a:buFont typeface="Roboto Mono Medium"/>
              <a:buNone/>
              <a:defRPr sz="800">
                <a:latin typeface="Roboto Mono Medium"/>
                <a:ea typeface="Roboto Mono Medium"/>
                <a:cs typeface="Roboto Mono Medium"/>
                <a:sym typeface="Roboto Mono Medium"/>
              </a:defRPr>
            </a:lvl5pPr>
            <a:lvl6pPr indent="-228600" lvl="5" marL="2743200" algn="l">
              <a:lnSpc>
                <a:spcPct val="110000"/>
              </a:lnSpc>
              <a:spcBef>
                <a:spcPts val="700"/>
              </a:spcBef>
              <a:spcAft>
                <a:spcPts val="0"/>
              </a:spcAft>
              <a:buClr>
                <a:schemeClr val="dk1"/>
              </a:buClr>
              <a:buSzPts val="800"/>
              <a:buFont typeface="Roboto Mono Medium"/>
              <a:buNone/>
              <a:defRPr sz="800">
                <a:latin typeface="Roboto Mono Medium"/>
                <a:ea typeface="Roboto Mono Medium"/>
                <a:cs typeface="Roboto Mono Medium"/>
                <a:sym typeface="Roboto Mono Medium"/>
              </a:defRPr>
            </a:lvl6pPr>
            <a:lvl7pPr indent="-228600" lvl="6" marL="3200400" algn="l">
              <a:lnSpc>
                <a:spcPct val="90000"/>
              </a:lnSpc>
              <a:spcBef>
                <a:spcPts val="100"/>
              </a:spcBef>
              <a:spcAft>
                <a:spcPts val="0"/>
              </a:spcAft>
              <a:buClr>
                <a:schemeClr val="dk1"/>
              </a:buClr>
              <a:buSzPts val="800"/>
              <a:buFont typeface="Roboto Mono Medium"/>
              <a:buNone/>
              <a:defRPr sz="800">
                <a:latin typeface="Roboto Mono Medium"/>
                <a:ea typeface="Roboto Mono Medium"/>
                <a:cs typeface="Roboto Mono Medium"/>
                <a:sym typeface="Roboto Mono Medium"/>
              </a:defRPr>
            </a:lvl7pPr>
            <a:lvl8pPr indent="-228600" lvl="7" marL="3657600" algn="l">
              <a:lnSpc>
                <a:spcPct val="90000"/>
              </a:lnSpc>
              <a:spcBef>
                <a:spcPts val="1200"/>
              </a:spcBef>
              <a:spcAft>
                <a:spcPts val="0"/>
              </a:spcAft>
              <a:buClr>
                <a:schemeClr val="dk1"/>
              </a:buClr>
              <a:buSzPts val="800"/>
              <a:buFont typeface="Roboto Mono Medium"/>
              <a:buNone/>
              <a:defRPr b="0" sz="800">
                <a:latin typeface="Roboto Mono Medium"/>
                <a:ea typeface="Roboto Mono Medium"/>
                <a:cs typeface="Roboto Mono Medium"/>
                <a:sym typeface="Roboto Mono Medium"/>
              </a:defRPr>
            </a:lvl8pPr>
            <a:lvl9pPr indent="-228600" lvl="8" marL="4114800" algn="l">
              <a:lnSpc>
                <a:spcPct val="90000"/>
              </a:lnSpc>
              <a:spcBef>
                <a:spcPts val="1200"/>
              </a:spcBef>
              <a:spcAft>
                <a:spcPts val="800"/>
              </a:spcAft>
              <a:buClr>
                <a:schemeClr val="dk1"/>
              </a:buClr>
              <a:buSzPts val="800"/>
              <a:buFont typeface="Roboto Mono Medium"/>
              <a:buNone/>
              <a:defRPr b="0" sz="800">
                <a:latin typeface="Roboto Mono Medium"/>
                <a:ea typeface="Roboto Mono Medium"/>
                <a:cs typeface="Roboto Mono Medium"/>
                <a:sym typeface="Roboto Mono Medium"/>
              </a:defRPr>
            </a:lvl9pPr>
          </a:lstStyle>
          <a:p/>
        </p:txBody>
      </p:sp>
      <p:sp>
        <p:nvSpPr>
          <p:cNvPr id="41" name="Google Shape;41;p5"/>
          <p:cNvSpPr txBox="1"/>
          <p:nvPr>
            <p:ph idx="2" type="title"/>
          </p:nvPr>
        </p:nvSpPr>
        <p:spPr>
          <a:xfrm>
            <a:off x="644950" y="683850"/>
            <a:ext cx="2814600" cy="507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000"/>
              <a:buNone/>
              <a:defRPr sz="2000">
                <a:solidFill>
                  <a:schemeClr val="lt1"/>
                </a:solidFill>
              </a:defRPr>
            </a:lvl1pPr>
            <a:lvl2pPr lvl="1" algn="l">
              <a:lnSpc>
                <a:spcPct val="90000"/>
              </a:lnSpc>
              <a:spcBef>
                <a:spcPts val="0"/>
              </a:spcBef>
              <a:spcAft>
                <a:spcPts val="0"/>
              </a:spcAft>
              <a:buClr>
                <a:schemeClr val="lt1"/>
              </a:buClr>
              <a:buSzPts val="2300"/>
              <a:buNone/>
              <a:defRPr sz="2300">
                <a:solidFill>
                  <a:schemeClr val="lt1"/>
                </a:solidFill>
              </a:defRPr>
            </a:lvl2pPr>
            <a:lvl3pPr lvl="2" algn="l">
              <a:lnSpc>
                <a:spcPct val="90000"/>
              </a:lnSpc>
              <a:spcBef>
                <a:spcPts val="0"/>
              </a:spcBef>
              <a:spcAft>
                <a:spcPts val="0"/>
              </a:spcAft>
              <a:buClr>
                <a:schemeClr val="lt1"/>
              </a:buClr>
              <a:buSzPts val="2300"/>
              <a:buNone/>
              <a:defRPr sz="2300">
                <a:solidFill>
                  <a:schemeClr val="lt1"/>
                </a:solidFill>
              </a:defRPr>
            </a:lvl3pPr>
            <a:lvl4pPr lvl="3" algn="l">
              <a:lnSpc>
                <a:spcPct val="90000"/>
              </a:lnSpc>
              <a:spcBef>
                <a:spcPts val="0"/>
              </a:spcBef>
              <a:spcAft>
                <a:spcPts val="0"/>
              </a:spcAft>
              <a:buClr>
                <a:schemeClr val="lt1"/>
              </a:buClr>
              <a:buSzPts val="2300"/>
              <a:buNone/>
              <a:defRPr sz="2300">
                <a:solidFill>
                  <a:schemeClr val="lt1"/>
                </a:solidFill>
              </a:defRPr>
            </a:lvl4pPr>
            <a:lvl5pPr lvl="4" algn="l">
              <a:lnSpc>
                <a:spcPct val="90000"/>
              </a:lnSpc>
              <a:spcBef>
                <a:spcPts val="0"/>
              </a:spcBef>
              <a:spcAft>
                <a:spcPts val="0"/>
              </a:spcAft>
              <a:buClr>
                <a:schemeClr val="lt1"/>
              </a:buClr>
              <a:buSzPts val="2300"/>
              <a:buNone/>
              <a:defRPr sz="2300">
                <a:solidFill>
                  <a:schemeClr val="lt1"/>
                </a:solidFill>
              </a:defRPr>
            </a:lvl5pPr>
            <a:lvl6pPr lvl="5" algn="l">
              <a:lnSpc>
                <a:spcPct val="90000"/>
              </a:lnSpc>
              <a:spcBef>
                <a:spcPts val="0"/>
              </a:spcBef>
              <a:spcAft>
                <a:spcPts val="0"/>
              </a:spcAft>
              <a:buClr>
                <a:schemeClr val="lt1"/>
              </a:buClr>
              <a:buSzPts val="2300"/>
              <a:buNone/>
              <a:defRPr sz="2300">
                <a:solidFill>
                  <a:schemeClr val="lt1"/>
                </a:solidFill>
              </a:defRPr>
            </a:lvl6pPr>
            <a:lvl7pPr lvl="6" algn="l">
              <a:lnSpc>
                <a:spcPct val="90000"/>
              </a:lnSpc>
              <a:spcBef>
                <a:spcPts val="0"/>
              </a:spcBef>
              <a:spcAft>
                <a:spcPts val="0"/>
              </a:spcAft>
              <a:buClr>
                <a:schemeClr val="lt1"/>
              </a:buClr>
              <a:buSzPts val="2300"/>
              <a:buNone/>
              <a:defRPr sz="2300">
                <a:solidFill>
                  <a:schemeClr val="lt1"/>
                </a:solidFill>
              </a:defRPr>
            </a:lvl7pPr>
            <a:lvl8pPr lvl="7" algn="l">
              <a:lnSpc>
                <a:spcPct val="90000"/>
              </a:lnSpc>
              <a:spcBef>
                <a:spcPts val="0"/>
              </a:spcBef>
              <a:spcAft>
                <a:spcPts val="0"/>
              </a:spcAft>
              <a:buClr>
                <a:schemeClr val="lt1"/>
              </a:buClr>
              <a:buSzPts val="2300"/>
              <a:buNone/>
              <a:defRPr sz="2300">
                <a:solidFill>
                  <a:schemeClr val="lt1"/>
                </a:solidFill>
              </a:defRPr>
            </a:lvl8pPr>
            <a:lvl9pPr lvl="8" algn="l">
              <a:lnSpc>
                <a:spcPct val="90000"/>
              </a:lnSpc>
              <a:spcBef>
                <a:spcPts val="0"/>
              </a:spcBef>
              <a:spcAft>
                <a:spcPts val="0"/>
              </a:spcAft>
              <a:buClr>
                <a:schemeClr val="lt1"/>
              </a:buClr>
              <a:buSzPts val="2300"/>
              <a:buNone/>
              <a:defRPr sz="2300">
                <a:solidFill>
                  <a:schemeClr val="lt1"/>
                </a:solidFill>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Sub-Cover Page (Dark)">
  <p:cSld name="Title only_2_1">
    <p:bg>
      <p:bgPr>
        <a:solidFill>
          <a:schemeClr val="dk2"/>
        </a:solidFill>
      </p:bgPr>
    </p:bg>
    <p:spTree>
      <p:nvGrpSpPr>
        <p:cNvPr id="42" name="Shape 42"/>
        <p:cNvGrpSpPr/>
        <p:nvPr/>
      </p:nvGrpSpPr>
      <p:grpSpPr>
        <a:xfrm>
          <a:off x="0" y="0"/>
          <a:ext cx="0" cy="0"/>
          <a:chOff x="0" y="0"/>
          <a:chExt cx="0" cy="0"/>
        </a:xfrm>
      </p:grpSpPr>
      <p:sp>
        <p:nvSpPr>
          <p:cNvPr id="43" name="Google Shape;43;p6"/>
          <p:cNvSpPr/>
          <p:nvPr/>
        </p:nvSpPr>
        <p:spPr>
          <a:xfrm>
            <a:off x="421500" y="1960300"/>
            <a:ext cx="3335700" cy="2373000"/>
          </a:xfrm>
          <a:prstGeom prst="roundRect">
            <a:avLst>
              <a:gd fmla="val 42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3959550" y="417750"/>
            <a:ext cx="4755900" cy="3915600"/>
          </a:xfrm>
          <a:prstGeom prst="roundRect">
            <a:avLst>
              <a:gd fmla="val 279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421500" y="417750"/>
            <a:ext cx="3335700" cy="1332300"/>
          </a:xfrm>
          <a:prstGeom prst="roundRect">
            <a:avLst>
              <a:gd fmla="val 832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txBox="1"/>
          <p:nvPr>
            <p:ph type="title"/>
          </p:nvPr>
        </p:nvSpPr>
        <p:spPr>
          <a:xfrm>
            <a:off x="644950" y="683850"/>
            <a:ext cx="2814600" cy="507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000"/>
              <a:buNone/>
              <a:defRPr sz="2000">
                <a:solidFill>
                  <a:schemeClr val="lt1"/>
                </a:solidFill>
              </a:defRPr>
            </a:lvl1pPr>
            <a:lvl2pPr lvl="1" algn="l">
              <a:lnSpc>
                <a:spcPct val="90000"/>
              </a:lnSpc>
              <a:spcBef>
                <a:spcPts val="0"/>
              </a:spcBef>
              <a:spcAft>
                <a:spcPts val="0"/>
              </a:spcAft>
              <a:buClr>
                <a:schemeClr val="lt1"/>
              </a:buClr>
              <a:buSzPts val="2300"/>
              <a:buNone/>
              <a:defRPr sz="2300">
                <a:solidFill>
                  <a:schemeClr val="lt1"/>
                </a:solidFill>
              </a:defRPr>
            </a:lvl2pPr>
            <a:lvl3pPr lvl="2" algn="l">
              <a:lnSpc>
                <a:spcPct val="90000"/>
              </a:lnSpc>
              <a:spcBef>
                <a:spcPts val="0"/>
              </a:spcBef>
              <a:spcAft>
                <a:spcPts val="0"/>
              </a:spcAft>
              <a:buClr>
                <a:schemeClr val="lt1"/>
              </a:buClr>
              <a:buSzPts val="2300"/>
              <a:buNone/>
              <a:defRPr sz="2300">
                <a:solidFill>
                  <a:schemeClr val="lt1"/>
                </a:solidFill>
              </a:defRPr>
            </a:lvl3pPr>
            <a:lvl4pPr lvl="3" algn="l">
              <a:lnSpc>
                <a:spcPct val="90000"/>
              </a:lnSpc>
              <a:spcBef>
                <a:spcPts val="0"/>
              </a:spcBef>
              <a:spcAft>
                <a:spcPts val="0"/>
              </a:spcAft>
              <a:buClr>
                <a:schemeClr val="lt1"/>
              </a:buClr>
              <a:buSzPts val="2300"/>
              <a:buNone/>
              <a:defRPr sz="2300">
                <a:solidFill>
                  <a:schemeClr val="lt1"/>
                </a:solidFill>
              </a:defRPr>
            </a:lvl4pPr>
            <a:lvl5pPr lvl="4" algn="l">
              <a:lnSpc>
                <a:spcPct val="90000"/>
              </a:lnSpc>
              <a:spcBef>
                <a:spcPts val="0"/>
              </a:spcBef>
              <a:spcAft>
                <a:spcPts val="0"/>
              </a:spcAft>
              <a:buClr>
                <a:schemeClr val="lt1"/>
              </a:buClr>
              <a:buSzPts val="2300"/>
              <a:buNone/>
              <a:defRPr sz="2300">
                <a:solidFill>
                  <a:schemeClr val="lt1"/>
                </a:solidFill>
              </a:defRPr>
            </a:lvl5pPr>
            <a:lvl6pPr lvl="5" algn="l">
              <a:lnSpc>
                <a:spcPct val="90000"/>
              </a:lnSpc>
              <a:spcBef>
                <a:spcPts val="0"/>
              </a:spcBef>
              <a:spcAft>
                <a:spcPts val="0"/>
              </a:spcAft>
              <a:buClr>
                <a:schemeClr val="lt1"/>
              </a:buClr>
              <a:buSzPts val="2300"/>
              <a:buNone/>
              <a:defRPr sz="2300">
                <a:solidFill>
                  <a:schemeClr val="lt1"/>
                </a:solidFill>
              </a:defRPr>
            </a:lvl6pPr>
            <a:lvl7pPr lvl="6" algn="l">
              <a:lnSpc>
                <a:spcPct val="90000"/>
              </a:lnSpc>
              <a:spcBef>
                <a:spcPts val="0"/>
              </a:spcBef>
              <a:spcAft>
                <a:spcPts val="0"/>
              </a:spcAft>
              <a:buClr>
                <a:schemeClr val="lt1"/>
              </a:buClr>
              <a:buSzPts val="2300"/>
              <a:buNone/>
              <a:defRPr sz="2300">
                <a:solidFill>
                  <a:schemeClr val="lt1"/>
                </a:solidFill>
              </a:defRPr>
            </a:lvl7pPr>
            <a:lvl8pPr lvl="7" algn="l">
              <a:lnSpc>
                <a:spcPct val="90000"/>
              </a:lnSpc>
              <a:spcBef>
                <a:spcPts val="0"/>
              </a:spcBef>
              <a:spcAft>
                <a:spcPts val="0"/>
              </a:spcAft>
              <a:buClr>
                <a:schemeClr val="lt1"/>
              </a:buClr>
              <a:buSzPts val="2300"/>
              <a:buNone/>
              <a:defRPr sz="2300">
                <a:solidFill>
                  <a:schemeClr val="lt1"/>
                </a:solidFill>
              </a:defRPr>
            </a:lvl8pPr>
            <a:lvl9pPr lvl="8" algn="l">
              <a:lnSpc>
                <a:spcPct val="90000"/>
              </a:lnSpc>
              <a:spcBef>
                <a:spcPts val="0"/>
              </a:spcBef>
              <a:spcAft>
                <a:spcPts val="0"/>
              </a:spcAft>
              <a:buClr>
                <a:schemeClr val="lt1"/>
              </a:buClr>
              <a:buSzPts val="2300"/>
              <a:buNone/>
              <a:defRPr sz="2300">
                <a:solidFill>
                  <a:schemeClr val="lt1"/>
                </a:solidFill>
              </a:defRPr>
            </a:lvl9pPr>
          </a:lstStyle>
          <a:p/>
        </p:txBody>
      </p:sp>
      <p:sp>
        <p:nvSpPr>
          <p:cNvPr id="47" name="Google Shape;47;p6"/>
          <p:cNvSpPr txBox="1"/>
          <p:nvPr>
            <p:ph idx="2" type="title"/>
          </p:nvPr>
        </p:nvSpPr>
        <p:spPr>
          <a:xfrm>
            <a:off x="644950" y="2090850"/>
            <a:ext cx="2814600" cy="507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000"/>
              <a:buNone/>
              <a:defRPr sz="2000"/>
            </a:lvl1pPr>
            <a:lvl2pPr lvl="1" algn="l">
              <a:lnSpc>
                <a:spcPct val="90000"/>
              </a:lnSpc>
              <a:spcBef>
                <a:spcPts val="0"/>
              </a:spcBef>
              <a:spcAft>
                <a:spcPts val="0"/>
              </a:spcAft>
              <a:buClr>
                <a:srgbClr val="000000"/>
              </a:buClr>
              <a:buSzPts val="2500"/>
              <a:buNone/>
              <a:defRPr sz="2500"/>
            </a:lvl2pPr>
            <a:lvl3pPr lvl="2" algn="l">
              <a:lnSpc>
                <a:spcPct val="90000"/>
              </a:lnSpc>
              <a:spcBef>
                <a:spcPts val="0"/>
              </a:spcBef>
              <a:spcAft>
                <a:spcPts val="0"/>
              </a:spcAft>
              <a:buClr>
                <a:srgbClr val="000000"/>
              </a:buClr>
              <a:buSzPts val="2500"/>
              <a:buNone/>
              <a:defRPr sz="2500"/>
            </a:lvl3pPr>
            <a:lvl4pPr lvl="3" algn="l">
              <a:lnSpc>
                <a:spcPct val="90000"/>
              </a:lnSpc>
              <a:spcBef>
                <a:spcPts val="0"/>
              </a:spcBef>
              <a:spcAft>
                <a:spcPts val="0"/>
              </a:spcAft>
              <a:buClr>
                <a:srgbClr val="000000"/>
              </a:buClr>
              <a:buSzPts val="2500"/>
              <a:buNone/>
              <a:defRPr sz="2500"/>
            </a:lvl4pPr>
            <a:lvl5pPr lvl="4" algn="l">
              <a:lnSpc>
                <a:spcPct val="90000"/>
              </a:lnSpc>
              <a:spcBef>
                <a:spcPts val="0"/>
              </a:spcBef>
              <a:spcAft>
                <a:spcPts val="0"/>
              </a:spcAft>
              <a:buClr>
                <a:srgbClr val="000000"/>
              </a:buClr>
              <a:buSzPts val="2500"/>
              <a:buNone/>
              <a:defRPr sz="2500"/>
            </a:lvl5pPr>
            <a:lvl6pPr lvl="5" algn="l">
              <a:lnSpc>
                <a:spcPct val="90000"/>
              </a:lnSpc>
              <a:spcBef>
                <a:spcPts val="0"/>
              </a:spcBef>
              <a:spcAft>
                <a:spcPts val="0"/>
              </a:spcAft>
              <a:buClr>
                <a:srgbClr val="000000"/>
              </a:buClr>
              <a:buSzPts val="2500"/>
              <a:buNone/>
              <a:defRPr sz="2500"/>
            </a:lvl6pPr>
            <a:lvl7pPr lvl="6" algn="l">
              <a:lnSpc>
                <a:spcPct val="90000"/>
              </a:lnSpc>
              <a:spcBef>
                <a:spcPts val="0"/>
              </a:spcBef>
              <a:spcAft>
                <a:spcPts val="0"/>
              </a:spcAft>
              <a:buClr>
                <a:srgbClr val="000000"/>
              </a:buClr>
              <a:buSzPts val="2500"/>
              <a:buNone/>
              <a:defRPr sz="2500"/>
            </a:lvl7pPr>
            <a:lvl8pPr lvl="7" algn="l">
              <a:lnSpc>
                <a:spcPct val="90000"/>
              </a:lnSpc>
              <a:spcBef>
                <a:spcPts val="0"/>
              </a:spcBef>
              <a:spcAft>
                <a:spcPts val="0"/>
              </a:spcAft>
              <a:buClr>
                <a:srgbClr val="000000"/>
              </a:buClr>
              <a:buSzPts val="2500"/>
              <a:buNone/>
              <a:defRPr sz="2500"/>
            </a:lvl8pPr>
            <a:lvl9pPr lvl="8" algn="l">
              <a:lnSpc>
                <a:spcPct val="90000"/>
              </a:lnSpc>
              <a:spcBef>
                <a:spcPts val="0"/>
              </a:spcBef>
              <a:spcAft>
                <a:spcPts val="0"/>
              </a:spcAft>
              <a:buClr>
                <a:srgbClr val="000000"/>
              </a:buClr>
              <a:buSzPts val="2500"/>
              <a:buNone/>
              <a:defRPr sz="2500"/>
            </a:lvl9pPr>
          </a:lstStyle>
          <a:p/>
        </p:txBody>
      </p:sp>
      <p:sp>
        <p:nvSpPr>
          <p:cNvPr id="48" name="Google Shape;48;p6"/>
          <p:cNvSpPr txBox="1"/>
          <p:nvPr>
            <p:ph idx="1" type="body"/>
          </p:nvPr>
        </p:nvSpPr>
        <p:spPr>
          <a:xfrm>
            <a:off x="655675" y="2780100"/>
            <a:ext cx="2889000" cy="1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00000"/>
              </a:lnSpc>
              <a:spcBef>
                <a:spcPts val="400"/>
              </a:spcBef>
              <a:spcAft>
                <a:spcPts val="0"/>
              </a:spcAft>
              <a:buClr>
                <a:schemeClr val="dk1"/>
              </a:buClr>
              <a:buSzPts val="900"/>
              <a:buNone/>
              <a:defRPr sz="900"/>
            </a:lvl3pPr>
            <a:lvl4pPr indent="-228600" lvl="3" marL="1828800" algn="l">
              <a:lnSpc>
                <a:spcPct val="110000"/>
              </a:lnSpc>
              <a:spcBef>
                <a:spcPts val="800"/>
              </a:spcBef>
              <a:spcAft>
                <a:spcPts val="0"/>
              </a:spcAft>
              <a:buSzPts val="900"/>
              <a:buNone/>
              <a:defRPr sz="900"/>
            </a:lvl4pPr>
            <a:lvl5pPr indent="-228600" lvl="4" marL="2286000" algn="l">
              <a:lnSpc>
                <a:spcPct val="90000"/>
              </a:lnSpc>
              <a:spcBef>
                <a:spcPts val="60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700"/>
              </a:spcBef>
              <a:spcAft>
                <a:spcPts val="0"/>
              </a:spcAft>
              <a:buClr>
                <a:schemeClr val="dk1"/>
              </a:buClr>
              <a:buSzPts val="900"/>
              <a:buFont typeface="Inter"/>
              <a:buNone/>
              <a:defRPr sz="900">
                <a:latin typeface="Inter"/>
                <a:ea typeface="Inter"/>
                <a:cs typeface="Inter"/>
                <a:sym typeface="Inter"/>
              </a:defRPr>
            </a:lvl6pPr>
            <a:lvl7pPr indent="-228600" lvl="6" marL="3200400" algn="l">
              <a:lnSpc>
                <a:spcPct val="90000"/>
              </a:lnSpc>
              <a:spcBef>
                <a:spcPts val="100"/>
              </a:spcBef>
              <a:spcAft>
                <a:spcPts val="0"/>
              </a:spcAft>
              <a:buClr>
                <a:schemeClr val="dk1"/>
              </a:buClr>
              <a:buSzPts val="900"/>
              <a:buFont typeface="Inter"/>
              <a:buNone/>
              <a:defRPr>
                <a:latin typeface="Inter"/>
                <a:ea typeface="Inter"/>
                <a:cs typeface="Inter"/>
                <a:sym typeface="Inter"/>
              </a:defRPr>
            </a:lvl7pPr>
            <a:lvl8pPr indent="-228600" lvl="7" marL="3657600" algn="l">
              <a:lnSpc>
                <a:spcPct val="90000"/>
              </a:lnSpc>
              <a:spcBef>
                <a:spcPts val="1200"/>
              </a:spcBef>
              <a:spcAft>
                <a:spcPts val="0"/>
              </a:spcAft>
              <a:buClr>
                <a:schemeClr val="dk1"/>
              </a:buClr>
              <a:buSzPts val="900"/>
              <a:buFont typeface="Inter"/>
              <a:buNone/>
              <a:defRPr b="0" sz="900">
                <a:latin typeface="Inter"/>
                <a:ea typeface="Inter"/>
                <a:cs typeface="Inter"/>
                <a:sym typeface="Inter"/>
              </a:defRPr>
            </a:lvl8pPr>
            <a:lvl9pPr indent="-228600" lvl="8" marL="4114800" algn="l">
              <a:lnSpc>
                <a:spcPct val="90000"/>
              </a:lnSpc>
              <a:spcBef>
                <a:spcPts val="1200"/>
              </a:spcBef>
              <a:spcAft>
                <a:spcPts val="800"/>
              </a:spcAft>
              <a:buClr>
                <a:schemeClr val="dk1"/>
              </a:buClr>
              <a:buSzPts val="900"/>
              <a:buFont typeface="Inter"/>
              <a:buNone/>
              <a:defRPr b="0" sz="9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eft Panels (2) + Image">
  <p:cSld name="Title only_1">
    <p:spTree>
      <p:nvGrpSpPr>
        <p:cNvPr id="49" name="Shape 49"/>
        <p:cNvGrpSpPr/>
        <p:nvPr/>
      </p:nvGrpSpPr>
      <p:grpSpPr>
        <a:xfrm>
          <a:off x="0" y="0"/>
          <a:ext cx="0" cy="0"/>
          <a:chOff x="0" y="0"/>
          <a:chExt cx="0" cy="0"/>
        </a:xfrm>
      </p:grpSpPr>
      <p:sp>
        <p:nvSpPr>
          <p:cNvPr id="50" name="Google Shape;50;p7"/>
          <p:cNvSpPr/>
          <p:nvPr>
            <p:ph idx="2" type="pic"/>
          </p:nvPr>
        </p:nvSpPr>
        <p:spPr>
          <a:xfrm>
            <a:off x="5883525" y="-26550"/>
            <a:ext cx="3295200" cy="5192700"/>
          </a:xfrm>
          <a:prstGeom prst="roundRect">
            <a:avLst>
              <a:gd fmla="val 0" name="adj"/>
            </a:avLst>
          </a:prstGeom>
          <a:noFill/>
          <a:ln>
            <a:noFill/>
          </a:ln>
        </p:spPr>
      </p:sp>
      <p:sp>
        <p:nvSpPr>
          <p:cNvPr id="51" name="Google Shape;51;p7"/>
          <p:cNvSpPr txBox="1"/>
          <p:nvPr>
            <p:ph type="title"/>
          </p:nvPr>
        </p:nvSpPr>
        <p:spPr>
          <a:xfrm>
            <a:off x="419800" y="425873"/>
            <a:ext cx="26280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52" name="Google Shape;52;p7"/>
          <p:cNvSpPr txBox="1"/>
          <p:nvPr>
            <p:ph idx="1" type="body"/>
          </p:nvPr>
        </p:nvSpPr>
        <p:spPr>
          <a:xfrm>
            <a:off x="419800" y="1158500"/>
            <a:ext cx="24108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
        <p:nvSpPr>
          <p:cNvPr id="53" name="Google Shape;53;p7"/>
          <p:cNvSpPr txBox="1"/>
          <p:nvPr>
            <p:ph idx="3" type="body"/>
          </p:nvPr>
        </p:nvSpPr>
        <p:spPr>
          <a:xfrm>
            <a:off x="3047800" y="1158500"/>
            <a:ext cx="24108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Right Panel + Image">
  <p:cSld name="Title only_1_1">
    <p:spTree>
      <p:nvGrpSpPr>
        <p:cNvPr id="54" name="Shape 54"/>
        <p:cNvGrpSpPr/>
        <p:nvPr/>
      </p:nvGrpSpPr>
      <p:grpSpPr>
        <a:xfrm>
          <a:off x="0" y="0"/>
          <a:ext cx="0" cy="0"/>
          <a:chOff x="0" y="0"/>
          <a:chExt cx="0" cy="0"/>
        </a:xfrm>
      </p:grpSpPr>
      <p:sp>
        <p:nvSpPr>
          <p:cNvPr id="55" name="Google Shape;55;p8"/>
          <p:cNvSpPr/>
          <p:nvPr>
            <p:ph idx="2" type="pic"/>
          </p:nvPr>
        </p:nvSpPr>
        <p:spPr>
          <a:xfrm>
            <a:off x="419850" y="421050"/>
            <a:ext cx="4047600" cy="3916500"/>
          </a:xfrm>
          <a:prstGeom prst="roundRect">
            <a:avLst>
              <a:gd fmla="val 2034" name="adj"/>
            </a:avLst>
          </a:prstGeom>
          <a:noFill/>
          <a:ln>
            <a:noFill/>
          </a:ln>
        </p:spPr>
      </p:sp>
      <p:sp>
        <p:nvSpPr>
          <p:cNvPr id="56" name="Google Shape;56;p8"/>
          <p:cNvSpPr txBox="1"/>
          <p:nvPr>
            <p:ph type="title"/>
          </p:nvPr>
        </p:nvSpPr>
        <p:spPr>
          <a:xfrm>
            <a:off x="4669725" y="425875"/>
            <a:ext cx="2832000" cy="73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57" name="Google Shape;57;p8"/>
          <p:cNvSpPr txBox="1"/>
          <p:nvPr>
            <p:ph idx="1" type="body"/>
          </p:nvPr>
        </p:nvSpPr>
        <p:spPr>
          <a:xfrm>
            <a:off x="4669725" y="1158500"/>
            <a:ext cx="33375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Right Panel + Full-bleed Image">
  <p:cSld name="Title only_1_1_1">
    <p:spTree>
      <p:nvGrpSpPr>
        <p:cNvPr id="58" name="Shape 58"/>
        <p:cNvGrpSpPr/>
        <p:nvPr/>
      </p:nvGrpSpPr>
      <p:grpSpPr>
        <a:xfrm>
          <a:off x="0" y="0"/>
          <a:ext cx="0" cy="0"/>
          <a:chOff x="0" y="0"/>
          <a:chExt cx="0" cy="0"/>
        </a:xfrm>
      </p:grpSpPr>
      <p:sp>
        <p:nvSpPr>
          <p:cNvPr id="59" name="Google Shape;59;p9"/>
          <p:cNvSpPr/>
          <p:nvPr>
            <p:ph idx="2" type="pic"/>
          </p:nvPr>
        </p:nvSpPr>
        <p:spPr>
          <a:xfrm>
            <a:off x="-30975" y="-15175"/>
            <a:ext cx="4498500" cy="5181300"/>
          </a:xfrm>
          <a:prstGeom prst="roundRect">
            <a:avLst>
              <a:gd fmla="val 0" name="adj"/>
            </a:avLst>
          </a:prstGeom>
          <a:noFill/>
          <a:ln>
            <a:noFill/>
          </a:ln>
        </p:spPr>
      </p:sp>
      <p:sp>
        <p:nvSpPr>
          <p:cNvPr id="60" name="Google Shape;60;p9"/>
          <p:cNvSpPr txBox="1"/>
          <p:nvPr>
            <p:ph type="title"/>
          </p:nvPr>
        </p:nvSpPr>
        <p:spPr>
          <a:xfrm>
            <a:off x="4978500" y="425875"/>
            <a:ext cx="2832000" cy="73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61" name="Google Shape;61;p9"/>
          <p:cNvSpPr txBox="1"/>
          <p:nvPr>
            <p:ph idx="1" type="body"/>
          </p:nvPr>
        </p:nvSpPr>
        <p:spPr>
          <a:xfrm>
            <a:off x="4978500" y="1158500"/>
            <a:ext cx="33375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Framed Image">
  <p:cSld name="CUSTOM_2">
    <p:spTree>
      <p:nvGrpSpPr>
        <p:cNvPr id="62" name="Shape 62"/>
        <p:cNvGrpSpPr/>
        <p:nvPr/>
      </p:nvGrpSpPr>
      <p:grpSpPr>
        <a:xfrm>
          <a:off x="0" y="0"/>
          <a:ext cx="0" cy="0"/>
          <a:chOff x="0" y="0"/>
          <a:chExt cx="0" cy="0"/>
        </a:xfrm>
      </p:grpSpPr>
      <p:sp>
        <p:nvSpPr>
          <p:cNvPr id="63" name="Google Shape;63;p10"/>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64" name="Google Shape;64;p10"/>
          <p:cNvSpPr/>
          <p:nvPr>
            <p:ph idx="2" type="pic"/>
          </p:nvPr>
        </p:nvSpPr>
        <p:spPr>
          <a:xfrm>
            <a:off x="419812" y="820069"/>
            <a:ext cx="8295900" cy="3505800"/>
          </a:xfrm>
          <a:prstGeom prst="roundRect">
            <a:avLst>
              <a:gd fmla="val 2494" name="adj"/>
            </a:avLst>
          </a:prstGeom>
          <a:solidFill>
            <a:schemeClr val="lt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Title Only (Dark)" showMasterSp="0">
  <p:cSld name="Title Black_1">
    <p:bg>
      <p:bgPr>
        <a:solidFill>
          <a:schemeClr val="dk2"/>
        </a:solidFill>
      </p:bgPr>
    </p:bg>
    <p:spTree>
      <p:nvGrpSpPr>
        <p:cNvPr id="65" name="Shape 65"/>
        <p:cNvGrpSpPr/>
        <p:nvPr/>
      </p:nvGrpSpPr>
      <p:grpSpPr>
        <a:xfrm>
          <a:off x="0" y="0"/>
          <a:ext cx="0" cy="0"/>
          <a:chOff x="0" y="0"/>
          <a:chExt cx="0" cy="0"/>
        </a:xfrm>
      </p:grpSpPr>
      <p:sp>
        <p:nvSpPr>
          <p:cNvPr id="66" name="Google Shape;66;p11"/>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700"/>
              <a:buNone/>
              <a:defRPr>
                <a:solidFill>
                  <a:schemeClr val="lt1"/>
                </a:solidFill>
              </a:defRPr>
            </a:lvl1pPr>
            <a:lvl2pPr lvl="1" algn="l">
              <a:lnSpc>
                <a:spcPct val="100000"/>
              </a:lnSpc>
              <a:spcBef>
                <a:spcPts val="0"/>
              </a:spcBef>
              <a:spcAft>
                <a:spcPts val="0"/>
              </a:spcAft>
              <a:buClr>
                <a:schemeClr val="lt1"/>
              </a:buClr>
              <a:buSzPts val="700"/>
              <a:buNone/>
              <a:defRPr>
                <a:solidFill>
                  <a:schemeClr val="lt1"/>
                </a:solidFill>
              </a:defRPr>
            </a:lvl2pPr>
            <a:lvl3pPr lvl="2" algn="l">
              <a:lnSpc>
                <a:spcPct val="100000"/>
              </a:lnSpc>
              <a:spcBef>
                <a:spcPts val="0"/>
              </a:spcBef>
              <a:spcAft>
                <a:spcPts val="0"/>
              </a:spcAft>
              <a:buClr>
                <a:schemeClr val="lt1"/>
              </a:buClr>
              <a:buSzPts val="700"/>
              <a:buNone/>
              <a:defRPr>
                <a:solidFill>
                  <a:schemeClr val="lt1"/>
                </a:solidFill>
              </a:defRPr>
            </a:lvl3pPr>
            <a:lvl4pPr lvl="3" algn="l">
              <a:lnSpc>
                <a:spcPct val="100000"/>
              </a:lnSpc>
              <a:spcBef>
                <a:spcPts val="0"/>
              </a:spcBef>
              <a:spcAft>
                <a:spcPts val="0"/>
              </a:spcAft>
              <a:buClr>
                <a:schemeClr val="lt1"/>
              </a:buClr>
              <a:buSzPts val="700"/>
              <a:buNone/>
              <a:defRPr>
                <a:solidFill>
                  <a:schemeClr val="lt1"/>
                </a:solidFill>
              </a:defRPr>
            </a:lvl4pPr>
            <a:lvl5pPr lvl="4" algn="l">
              <a:lnSpc>
                <a:spcPct val="100000"/>
              </a:lnSpc>
              <a:spcBef>
                <a:spcPts val="0"/>
              </a:spcBef>
              <a:spcAft>
                <a:spcPts val="0"/>
              </a:spcAft>
              <a:buClr>
                <a:schemeClr val="lt1"/>
              </a:buClr>
              <a:buSzPts val="700"/>
              <a:buNone/>
              <a:defRPr>
                <a:solidFill>
                  <a:schemeClr val="lt1"/>
                </a:solidFill>
              </a:defRPr>
            </a:lvl5pPr>
            <a:lvl6pPr lvl="5" algn="l">
              <a:lnSpc>
                <a:spcPct val="100000"/>
              </a:lnSpc>
              <a:spcBef>
                <a:spcPts val="0"/>
              </a:spcBef>
              <a:spcAft>
                <a:spcPts val="0"/>
              </a:spcAft>
              <a:buClr>
                <a:schemeClr val="lt1"/>
              </a:buClr>
              <a:buSzPts val="700"/>
              <a:buNone/>
              <a:defRPr>
                <a:solidFill>
                  <a:schemeClr val="lt1"/>
                </a:solidFill>
              </a:defRPr>
            </a:lvl6pPr>
            <a:lvl7pPr lvl="6" algn="l">
              <a:lnSpc>
                <a:spcPct val="100000"/>
              </a:lnSpc>
              <a:spcBef>
                <a:spcPts val="0"/>
              </a:spcBef>
              <a:spcAft>
                <a:spcPts val="0"/>
              </a:spcAft>
              <a:buClr>
                <a:schemeClr val="lt1"/>
              </a:buClr>
              <a:buSzPts val="700"/>
              <a:buNone/>
              <a:defRPr>
                <a:solidFill>
                  <a:schemeClr val="lt1"/>
                </a:solidFill>
              </a:defRPr>
            </a:lvl7pPr>
            <a:lvl8pPr lvl="7" algn="l">
              <a:lnSpc>
                <a:spcPct val="100000"/>
              </a:lnSpc>
              <a:spcBef>
                <a:spcPts val="0"/>
              </a:spcBef>
              <a:spcAft>
                <a:spcPts val="0"/>
              </a:spcAft>
              <a:buClr>
                <a:schemeClr val="lt1"/>
              </a:buClr>
              <a:buSzPts val="700"/>
              <a:buNone/>
              <a:defRPr>
                <a:solidFill>
                  <a:schemeClr val="lt1"/>
                </a:solidFill>
              </a:defRPr>
            </a:lvl8pPr>
            <a:lvl9pPr lvl="8" algn="l">
              <a:lnSpc>
                <a:spcPct val="100000"/>
              </a:lnSpc>
              <a:spcBef>
                <a:spcPts val="0"/>
              </a:spcBef>
              <a:spcAft>
                <a:spcPts val="0"/>
              </a:spcAft>
              <a:buClr>
                <a:schemeClr val="lt1"/>
              </a:buClr>
              <a:buSzPts val="700"/>
              <a:buNone/>
              <a:defRPr>
                <a:solidFill>
                  <a:schemeClr val="lt1"/>
                </a:solidFill>
              </a:defRPr>
            </a:lvl9pPr>
          </a:lstStyle>
          <a:p/>
        </p:txBody>
      </p:sp>
      <p:pic>
        <p:nvPicPr>
          <p:cNvPr id="67" name="Google Shape;67;p11"/>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Dark Misc Modules" showMasterSp="0">
  <p:cSld name="Title Black_1_3">
    <p:bg>
      <p:bgPr>
        <a:solidFill>
          <a:schemeClr val="dk2"/>
        </a:solidFill>
      </p:bgPr>
    </p:bg>
    <p:spTree>
      <p:nvGrpSpPr>
        <p:cNvPr id="68" name="Shape 68"/>
        <p:cNvGrpSpPr/>
        <p:nvPr/>
      </p:nvGrpSpPr>
      <p:grpSpPr>
        <a:xfrm>
          <a:off x="0" y="0"/>
          <a:ext cx="0" cy="0"/>
          <a:chOff x="0" y="0"/>
          <a:chExt cx="0" cy="0"/>
        </a:xfrm>
      </p:grpSpPr>
      <p:sp>
        <p:nvSpPr>
          <p:cNvPr id="69" name="Google Shape;69;p12"/>
          <p:cNvSpPr/>
          <p:nvPr/>
        </p:nvSpPr>
        <p:spPr>
          <a:xfrm>
            <a:off x="4670150" y="417750"/>
            <a:ext cx="4046100" cy="3161700"/>
          </a:xfrm>
          <a:prstGeom prst="roundRect">
            <a:avLst>
              <a:gd fmla="val 3824" name="adj"/>
            </a:avLst>
          </a:prstGeom>
          <a:solidFill>
            <a:srgbClr val="FFFFFF"/>
          </a:solidFill>
          <a:ln>
            <a:noFill/>
          </a:ln>
        </p:spPr>
        <p:txBody>
          <a:bodyPr anchorCtr="0" anchor="ctr" bIns="91425" lIns="91425" spcFirstLastPara="1" rIns="91425" wrap="square" tIns="91425">
            <a:noAutofit/>
          </a:bodyPr>
          <a:lstStyle/>
          <a:p>
            <a:pPr indent="0" lvl="0" marL="171450" marR="78938" rtl="0" algn="l">
              <a:lnSpc>
                <a:spcPct val="110000"/>
              </a:lnSpc>
              <a:spcBef>
                <a:spcPts val="500"/>
              </a:spcBef>
              <a:spcAft>
                <a:spcPts val="1500"/>
              </a:spcAft>
              <a:buNone/>
            </a:pPr>
            <a:r>
              <a:t/>
            </a:r>
            <a:endParaRPr>
              <a:solidFill>
                <a:srgbClr val="272832"/>
              </a:solidFill>
            </a:endParaRPr>
          </a:p>
        </p:txBody>
      </p:sp>
      <p:sp>
        <p:nvSpPr>
          <p:cNvPr id="70" name="Google Shape;70;p12"/>
          <p:cNvSpPr/>
          <p:nvPr/>
        </p:nvSpPr>
        <p:spPr>
          <a:xfrm>
            <a:off x="418650" y="417750"/>
            <a:ext cx="4048800" cy="4317900"/>
          </a:xfrm>
          <a:prstGeom prst="roundRect">
            <a:avLst>
              <a:gd fmla="val 3243" name="adj"/>
            </a:avLst>
          </a:prstGeom>
          <a:solidFill>
            <a:srgbClr val="414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solidFill>
                <a:schemeClr val="lt1"/>
              </a:solidFill>
              <a:latin typeface="Roboto Mono SemiBold"/>
              <a:ea typeface="Roboto Mono SemiBold"/>
              <a:cs typeface="Roboto Mono SemiBold"/>
              <a:sym typeface="Roboto Mono SemiBold"/>
            </a:endParaRPr>
          </a:p>
        </p:txBody>
      </p:sp>
      <p:sp>
        <p:nvSpPr>
          <p:cNvPr id="71" name="Google Shape;71;p12"/>
          <p:cNvSpPr/>
          <p:nvPr/>
        </p:nvSpPr>
        <p:spPr>
          <a:xfrm>
            <a:off x="4672950" y="3775050"/>
            <a:ext cx="4046100" cy="960600"/>
          </a:xfrm>
          <a:prstGeom prst="roundRect">
            <a:avLst>
              <a:gd fmla="val 13662" name="adj"/>
            </a:avLst>
          </a:prstGeom>
          <a:solidFill>
            <a:srgbClr val="1869FF"/>
          </a:solidFill>
          <a:ln>
            <a:noFill/>
          </a:ln>
        </p:spPr>
        <p:txBody>
          <a:bodyPr anchorCtr="0" anchor="ctr" bIns="91425" lIns="91425" spcFirstLastPara="1" rIns="91425" wrap="square" tIns="91425">
            <a:noAutofit/>
          </a:bodyPr>
          <a:lstStyle/>
          <a:p>
            <a:pPr indent="0" lvl="0" marL="171450" rtl="0" algn="l">
              <a:lnSpc>
                <a:spcPct val="100000"/>
              </a:lnSpc>
              <a:spcBef>
                <a:spcPts val="0"/>
              </a:spcBef>
              <a:spcAft>
                <a:spcPts val="0"/>
              </a:spcAft>
              <a:buNone/>
            </a:pPr>
            <a:r>
              <a:t/>
            </a:r>
            <a:endParaRPr>
              <a:solidFill>
                <a:srgbClr val="FFFFFF"/>
              </a:solidFill>
            </a:endParaRPr>
          </a:p>
        </p:txBody>
      </p:sp>
      <p:sp>
        <p:nvSpPr>
          <p:cNvPr id="72" name="Google Shape;72;p12"/>
          <p:cNvSpPr txBox="1"/>
          <p:nvPr>
            <p:ph idx="1" type="body"/>
          </p:nvPr>
        </p:nvSpPr>
        <p:spPr>
          <a:xfrm>
            <a:off x="4874650" y="640950"/>
            <a:ext cx="3624000" cy="2729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a:lvl2pPr>
            <a:lvl3pPr indent="-228600" lvl="2" marL="1371600" algn="l">
              <a:lnSpc>
                <a:spcPct val="110000"/>
              </a:lnSpc>
              <a:spcBef>
                <a:spcPts val="500"/>
              </a:spcBef>
              <a:spcAft>
                <a:spcPts val="0"/>
              </a:spcAft>
              <a:buClr>
                <a:schemeClr val="dk1"/>
              </a:buClr>
              <a:buSzPts val="1000"/>
              <a:buNone/>
              <a:defRPr sz="10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110000"/>
              </a:lnSpc>
              <a:spcBef>
                <a:spcPts val="500"/>
              </a:spcBef>
              <a:spcAft>
                <a:spcPts val="0"/>
              </a:spcAft>
              <a:buClr>
                <a:schemeClr val="dk1"/>
              </a:buClr>
              <a:buSzPts val="1000"/>
              <a:buNone/>
              <a:defRPr/>
            </a:lvl6pPr>
            <a:lvl7pPr indent="-228600" lvl="6" marL="3200400" algn="l">
              <a:lnSpc>
                <a:spcPct val="110000"/>
              </a:lnSpc>
              <a:spcBef>
                <a:spcPts val="500"/>
              </a:spcBef>
              <a:spcAft>
                <a:spcPts val="0"/>
              </a:spcAft>
              <a:buClr>
                <a:schemeClr val="dk1"/>
              </a:buClr>
              <a:buSzPts val="1000"/>
              <a:buNone/>
              <a:defRPr sz="1000"/>
            </a:lvl7pPr>
            <a:lvl8pPr indent="-228600" lvl="7" marL="3657600" algn="l">
              <a:lnSpc>
                <a:spcPct val="110000"/>
              </a:lnSpc>
              <a:spcBef>
                <a:spcPts val="500"/>
              </a:spcBef>
              <a:spcAft>
                <a:spcPts val="0"/>
              </a:spcAft>
              <a:buClr>
                <a:schemeClr val="dk1"/>
              </a:buClr>
              <a:buSzPts val="1000"/>
              <a:buNone/>
              <a:defRPr/>
            </a:lvl8pPr>
            <a:lvl9pPr indent="-228600" lvl="8" marL="4114800" algn="l">
              <a:lnSpc>
                <a:spcPct val="110000"/>
              </a:lnSpc>
              <a:spcBef>
                <a:spcPts val="500"/>
              </a:spcBef>
              <a:spcAft>
                <a:spcPts val="500"/>
              </a:spcAft>
              <a:buClr>
                <a:schemeClr val="dk1"/>
              </a:buClr>
              <a:buSzPts val="1000"/>
              <a:buNone/>
              <a:defRPr sz="1000"/>
            </a:lvl9pPr>
          </a:lstStyle>
          <a:p/>
        </p:txBody>
      </p:sp>
      <p:sp>
        <p:nvSpPr>
          <p:cNvPr id="73" name="Google Shape;73;p12"/>
          <p:cNvSpPr txBox="1"/>
          <p:nvPr>
            <p:ph idx="2" type="body"/>
          </p:nvPr>
        </p:nvSpPr>
        <p:spPr>
          <a:xfrm>
            <a:off x="4874650" y="3943975"/>
            <a:ext cx="3624000" cy="601800"/>
          </a:xfrm>
          <a:prstGeom prst="rect">
            <a:avLst/>
          </a:prstGeom>
          <a:noFill/>
          <a:ln>
            <a:noFill/>
          </a:ln>
        </p:spPr>
        <p:txBody>
          <a:bodyPr anchorCtr="0" anchor="t" bIns="0" lIns="0" spcFirstLastPara="1" rIns="0" wrap="square" tIns="0">
            <a:noAutofit/>
          </a:bodyPr>
          <a:lstStyle>
            <a:lvl1pPr indent="-228600" lvl="0" marL="457200" rtl="0" algn="l">
              <a:lnSpc>
                <a:spcPct val="110000"/>
              </a:lnSpc>
              <a:spcBef>
                <a:spcPts val="500"/>
              </a:spcBef>
              <a:spcAft>
                <a:spcPts val="0"/>
              </a:spcAft>
              <a:buClr>
                <a:schemeClr val="lt1"/>
              </a:buClr>
              <a:buSzPts val="1500"/>
              <a:buFont typeface="Roboto Mono"/>
              <a:buNone/>
              <a:defRPr b="1" sz="1500">
                <a:solidFill>
                  <a:schemeClr val="lt1"/>
                </a:solidFill>
                <a:latin typeface="Roboto Mono"/>
                <a:ea typeface="Roboto Mono"/>
                <a:cs typeface="Roboto Mono"/>
                <a:sym typeface="Roboto Mono"/>
              </a:defRPr>
            </a:lvl1pPr>
            <a:lvl2pPr indent="-228600" lvl="1" marL="914400" rtl="0" algn="l">
              <a:lnSpc>
                <a:spcPct val="110000"/>
              </a:lnSpc>
              <a:spcBef>
                <a:spcPts val="500"/>
              </a:spcBef>
              <a:spcAft>
                <a:spcPts val="0"/>
              </a:spcAft>
              <a:buClr>
                <a:schemeClr val="lt1"/>
              </a:buClr>
              <a:buSzPts val="1500"/>
              <a:buFont typeface="Roboto Mono"/>
              <a:buNone/>
              <a:defRPr b="1" sz="1500">
                <a:solidFill>
                  <a:schemeClr val="lt1"/>
                </a:solidFill>
                <a:latin typeface="Roboto Mono"/>
                <a:ea typeface="Roboto Mono"/>
                <a:cs typeface="Roboto Mono"/>
                <a:sym typeface="Roboto Mono"/>
              </a:defRPr>
            </a:lvl2pPr>
            <a:lvl3pPr indent="-228600" lvl="2" marL="1371600" rtl="0" algn="l">
              <a:lnSpc>
                <a:spcPct val="110000"/>
              </a:lnSpc>
              <a:spcBef>
                <a:spcPts val="500"/>
              </a:spcBef>
              <a:spcAft>
                <a:spcPts val="0"/>
              </a:spcAft>
              <a:buClr>
                <a:schemeClr val="lt1"/>
              </a:buClr>
              <a:buSzPts val="1500"/>
              <a:buFont typeface="Roboto Mono"/>
              <a:buNone/>
              <a:defRPr b="1">
                <a:solidFill>
                  <a:schemeClr val="lt1"/>
                </a:solidFill>
                <a:latin typeface="Roboto Mono"/>
                <a:ea typeface="Roboto Mono"/>
                <a:cs typeface="Roboto Mono"/>
                <a:sym typeface="Roboto Mono"/>
              </a:defRPr>
            </a:lvl3pPr>
            <a:lvl4pPr indent="-228600" lvl="3" marL="1828800" rtl="0" algn="l">
              <a:lnSpc>
                <a:spcPct val="110000"/>
              </a:lnSpc>
              <a:spcBef>
                <a:spcPts val="500"/>
              </a:spcBef>
              <a:spcAft>
                <a:spcPts val="0"/>
              </a:spcAft>
              <a:buClr>
                <a:schemeClr val="lt1"/>
              </a:buClr>
              <a:buSzPts val="1500"/>
              <a:buFont typeface="Roboto Mono"/>
              <a:buNone/>
              <a:defRPr b="1" sz="1500">
                <a:solidFill>
                  <a:schemeClr val="lt1"/>
                </a:solidFill>
                <a:latin typeface="Roboto Mono"/>
                <a:ea typeface="Roboto Mono"/>
                <a:cs typeface="Roboto Mono"/>
                <a:sym typeface="Roboto Mono"/>
              </a:defRPr>
            </a:lvl4pPr>
            <a:lvl5pPr indent="-228600" lvl="4" marL="2286000" rtl="0" algn="l">
              <a:lnSpc>
                <a:spcPct val="110000"/>
              </a:lnSpc>
              <a:spcBef>
                <a:spcPts val="500"/>
              </a:spcBef>
              <a:spcAft>
                <a:spcPts val="0"/>
              </a:spcAft>
              <a:buClr>
                <a:schemeClr val="lt1"/>
              </a:buClr>
              <a:buSzPts val="1500"/>
              <a:buFont typeface="Roboto Mono"/>
              <a:buNone/>
              <a:defRPr b="1" sz="1500">
                <a:solidFill>
                  <a:schemeClr val="lt1"/>
                </a:solidFill>
                <a:latin typeface="Roboto Mono"/>
                <a:ea typeface="Roboto Mono"/>
                <a:cs typeface="Roboto Mono"/>
                <a:sym typeface="Roboto Mono"/>
              </a:defRPr>
            </a:lvl5pPr>
            <a:lvl6pPr indent="-228600" lvl="5" marL="2743200" rtl="0" algn="l">
              <a:lnSpc>
                <a:spcPct val="110000"/>
              </a:lnSpc>
              <a:spcBef>
                <a:spcPts val="500"/>
              </a:spcBef>
              <a:spcAft>
                <a:spcPts val="0"/>
              </a:spcAft>
              <a:buClr>
                <a:schemeClr val="lt1"/>
              </a:buClr>
              <a:buSzPts val="1500"/>
              <a:buFont typeface="Roboto Mono"/>
              <a:buNone/>
              <a:defRPr b="1" sz="1500">
                <a:solidFill>
                  <a:schemeClr val="lt1"/>
                </a:solidFill>
                <a:latin typeface="Roboto Mono"/>
                <a:ea typeface="Roboto Mono"/>
                <a:cs typeface="Roboto Mono"/>
                <a:sym typeface="Roboto Mono"/>
              </a:defRPr>
            </a:lvl6pPr>
            <a:lvl7pPr indent="-228600" lvl="6" marL="3200400" rtl="0" algn="l">
              <a:lnSpc>
                <a:spcPct val="110000"/>
              </a:lnSpc>
              <a:spcBef>
                <a:spcPts val="500"/>
              </a:spcBef>
              <a:spcAft>
                <a:spcPts val="0"/>
              </a:spcAft>
              <a:buClr>
                <a:schemeClr val="lt1"/>
              </a:buClr>
              <a:buSzPts val="1500"/>
              <a:buFont typeface="Roboto Mono"/>
              <a:buNone/>
              <a:defRPr b="1" sz="1500">
                <a:solidFill>
                  <a:schemeClr val="lt1"/>
                </a:solidFill>
                <a:latin typeface="Roboto Mono"/>
                <a:ea typeface="Roboto Mono"/>
                <a:cs typeface="Roboto Mono"/>
                <a:sym typeface="Roboto Mono"/>
              </a:defRPr>
            </a:lvl7pPr>
            <a:lvl8pPr indent="-228600" lvl="7" marL="3657600" rtl="0" algn="l">
              <a:lnSpc>
                <a:spcPct val="110000"/>
              </a:lnSpc>
              <a:spcBef>
                <a:spcPts val="500"/>
              </a:spcBef>
              <a:spcAft>
                <a:spcPts val="0"/>
              </a:spcAft>
              <a:buClr>
                <a:schemeClr val="lt1"/>
              </a:buClr>
              <a:buSzPts val="1500"/>
              <a:buNone/>
              <a:defRPr sz="1500">
                <a:solidFill>
                  <a:schemeClr val="lt1"/>
                </a:solidFill>
              </a:defRPr>
            </a:lvl8pPr>
            <a:lvl9pPr indent="-228600" lvl="8" marL="4114800" rtl="0" algn="l">
              <a:lnSpc>
                <a:spcPct val="110000"/>
              </a:lnSpc>
              <a:spcBef>
                <a:spcPts val="500"/>
              </a:spcBef>
              <a:spcAft>
                <a:spcPts val="500"/>
              </a:spcAft>
              <a:buClr>
                <a:schemeClr val="lt1"/>
              </a:buClr>
              <a:buSzPts val="1500"/>
              <a:buNone/>
              <a:defRPr sz="1500">
                <a:solidFill>
                  <a:schemeClr val="lt1"/>
                </a:solidFill>
              </a:defRPr>
            </a:lvl9pPr>
          </a:lstStyle>
          <a:p/>
        </p:txBody>
      </p:sp>
      <p:sp>
        <p:nvSpPr>
          <p:cNvPr id="74" name="Google Shape;74;p12"/>
          <p:cNvSpPr txBox="1"/>
          <p:nvPr>
            <p:ph idx="3" type="body"/>
          </p:nvPr>
        </p:nvSpPr>
        <p:spPr>
          <a:xfrm>
            <a:off x="631050" y="640950"/>
            <a:ext cx="3624000" cy="735300"/>
          </a:xfrm>
          <a:prstGeom prst="rect">
            <a:avLst/>
          </a:prstGeom>
          <a:noFill/>
          <a:ln>
            <a:noFill/>
          </a:ln>
        </p:spPr>
        <p:txBody>
          <a:bodyPr anchorCtr="0" anchor="t" bIns="0" lIns="0" spcFirstLastPara="1" rIns="0" wrap="square" tIns="0">
            <a:noAutofit/>
          </a:bodyPr>
          <a:lstStyle>
            <a:lvl1pPr indent="-228600" lvl="0" marL="4572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1pPr>
            <a:lvl2pPr indent="-228600" lvl="1" marL="9144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2pPr>
            <a:lvl3pPr indent="-228600" lvl="2" marL="13716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3pPr>
            <a:lvl4pPr indent="-228600" lvl="3" marL="18288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4pPr>
            <a:lvl5pPr indent="-228600" lvl="4" marL="22860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5pPr>
            <a:lvl6pPr indent="-228600" lvl="5" marL="27432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6pPr>
            <a:lvl7pPr indent="-228600" lvl="6" marL="3200400" rtl="0" algn="l">
              <a:lnSpc>
                <a:spcPct val="110000"/>
              </a:lnSpc>
              <a:spcBef>
                <a:spcPts val="500"/>
              </a:spcBef>
              <a:spcAft>
                <a:spcPts val="0"/>
              </a:spcAft>
              <a:buClr>
                <a:schemeClr val="lt1"/>
              </a:buClr>
              <a:buSzPts val="2400"/>
              <a:buFont typeface="Roboto Mono"/>
              <a:buNone/>
              <a:defRPr b="1" sz="2400">
                <a:solidFill>
                  <a:schemeClr val="lt1"/>
                </a:solidFill>
                <a:latin typeface="Roboto Mono"/>
                <a:ea typeface="Roboto Mono"/>
                <a:cs typeface="Roboto Mono"/>
                <a:sym typeface="Roboto Mono"/>
              </a:defRPr>
            </a:lvl7pPr>
            <a:lvl8pPr indent="-228600" lvl="7" marL="3657600" rtl="0" algn="l">
              <a:lnSpc>
                <a:spcPct val="110000"/>
              </a:lnSpc>
              <a:spcBef>
                <a:spcPts val="500"/>
              </a:spcBef>
              <a:spcAft>
                <a:spcPts val="0"/>
              </a:spcAft>
              <a:buClr>
                <a:schemeClr val="lt1"/>
              </a:buClr>
              <a:buSzPts val="2400"/>
              <a:buNone/>
              <a:defRPr sz="2400">
                <a:solidFill>
                  <a:schemeClr val="lt1"/>
                </a:solidFill>
              </a:defRPr>
            </a:lvl8pPr>
            <a:lvl9pPr indent="-228600" lvl="8" marL="4114800" rtl="0" algn="l">
              <a:lnSpc>
                <a:spcPct val="110000"/>
              </a:lnSpc>
              <a:spcBef>
                <a:spcPts val="500"/>
              </a:spcBef>
              <a:spcAft>
                <a:spcPts val="500"/>
              </a:spcAft>
              <a:buClr>
                <a:schemeClr val="lt1"/>
              </a:buClr>
              <a:buSzPts val="2400"/>
              <a:buNone/>
              <a:defRPr sz="2400">
                <a:solidFill>
                  <a:schemeClr val="lt1"/>
                </a:solidFill>
              </a:defRPr>
            </a:lvl9pPr>
          </a:lstStyle>
          <a:p/>
        </p:txBody>
      </p:sp>
      <p:sp>
        <p:nvSpPr>
          <p:cNvPr id="75" name="Google Shape;75;p12"/>
          <p:cNvSpPr txBox="1"/>
          <p:nvPr>
            <p:ph idx="4" type="body"/>
          </p:nvPr>
        </p:nvSpPr>
        <p:spPr>
          <a:xfrm>
            <a:off x="631050" y="1630950"/>
            <a:ext cx="3624000" cy="2824500"/>
          </a:xfrm>
          <a:prstGeom prst="rect">
            <a:avLst/>
          </a:prstGeom>
          <a:noFill/>
          <a:ln>
            <a:noFill/>
          </a:ln>
        </p:spPr>
        <p:txBody>
          <a:bodyPr anchorCtr="0" anchor="t" bIns="0" lIns="0" spcFirstLastPara="1" rIns="0" wrap="square" tIns="0">
            <a:noAutofit/>
          </a:bodyPr>
          <a:lstStyle>
            <a:lvl1pPr indent="-228600" lvl="0" marL="4572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1pPr>
            <a:lvl2pPr indent="-228600" lvl="1" marL="9144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2pPr>
            <a:lvl3pPr indent="-228600" lvl="2" marL="13716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3pPr>
            <a:lvl4pPr indent="-228600" lvl="3" marL="18288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4pPr>
            <a:lvl5pPr indent="-228600" lvl="4" marL="22860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5pPr>
            <a:lvl6pPr indent="-228600" lvl="5" marL="27432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6pPr>
            <a:lvl7pPr indent="-228600" lvl="6" marL="3200400" rtl="0" algn="l">
              <a:lnSpc>
                <a:spcPct val="110000"/>
              </a:lnSpc>
              <a:spcBef>
                <a:spcPts val="500"/>
              </a:spcBef>
              <a:spcAft>
                <a:spcPts val="0"/>
              </a:spcAft>
              <a:buClr>
                <a:schemeClr val="lt1"/>
              </a:buClr>
              <a:buSzPts val="1200"/>
              <a:buFont typeface="Roboto Mono"/>
              <a:buNone/>
              <a:defRPr sz="1200">
                <a:solidFill>
                  <a:schemeClr val="lt1"/>
                </a:solidFill>
                <a:latin typeface="Roboto Mono"/>
                <a:ea typeface="Roboto Mono"/>
                <a:cs typeface="Roboto Mono"/>
                <a:sym typeface="Roboto Mono"/>
              </a:defRPr>
            </a:lvl7pPr>
            <a:lvl8pPr indent="-228600" lvl="7" marL="3657600" rtl="0" algn="l">
              <a:lnSpc>
                <a:spcPct val="110000"/>
              </a:lnSpc>
              <a:spcBef>
                <a:spcPts val="500"/>
              </a:spcBef>
              <a:spcAft>
                <a:spcPts val="0"/>
              </a:spcAft>
              <a:buClr>
                <a:schemeClr val="lt1"/>
              </a:buClr>
              <a:buSzPts val="1200"/>
              <a:buNone/>
              <a:defRPr b="0" sz="1200">
                <a:solidFill>
                  <a:schemeClr val="lt1"/>
                </a:solidFill>
              </a:defRPr>
            </a:lvl8pPr>
            <a:lvl9pPr indent="-228600" lvl="8" marL="4114800" rtl="0" algn="l">
              <a:lnSpc>
                <a:spcPct val="110000"/>
              </a:lnSpc>
              <a:spcBef>
                <a:spcPts val="500"/>
              </a:spcBef>
              <a:spcAft>
                <a:spcPts val="500"/>
              </a:spcAft>
              <a:buClr>
                <a:schemeClr val="lt1"/>
              </a:buClr>
              <a:buSzPts val="1200"/>
              <a:buNone/>
              <a:defRPr b="0" sz="1200">
                <a:solidFill>
                  <a:schemeClr val="lt1"/>
                </a:solidFill>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Full-Module Page (Dark)" showMasterSp="0">
  <p:cSld name="Title Black_1_2">
    <p:bg>
      <p:bgPr>
        <a:solidFill>
          <a:schemeClr val="dk2"/>
        </a:solidFill>
      </p:bgPr>
    </p:bg>
    <p:spTree>
      <p:nvGrpSpPr>
        <p:cNvPr id="76" name="Shape 76"/>
        <p:cNvGrpSpPr/>
        <p:nvPr/>
      </p:nvGrpSpPr>
      <p:grpSpPr>
        <a:xfrm>
          <a:off x="0" y="0"/>
          <a:ext cx="0" cy="0"/>
          <a:chOff x="0" y="0"/>
          <a:chExt cx="0" cy="0"/>
        </a:xfrm>
      </p:grpSpPr>
      <p:sp>
        <p:nvSpPr>
          <p:cNvPr id="77" name="Google Shape;77;p13"/>
          <p:cNvSpPr/>
          <p:nvPr/>
        </p:nvSpPr>
        <p:spPr>
          <a:xfrm>
            <a:off x="434600" y="429575"/>
            <a:ext cx="8280900" cy="4306200"/>
          </a:xfrm>
          <a:prstGeom prst="roundRect">
            <a:avLst>
              <a:gd fmla="val 302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 name="Google Shape;78;p13"/>
          <p:cNvSpPr txBox="1"/>
          <p:nvPr>
            <p:ph idx="1" type="body"/>
          </p:nvPr>
        </p:nvSpPr>
        <p:spPr>
          <a:xfrm>
            <a:off x="391662" y="417759"/>
            <a:ext cx="7580400" cy="3908100"/>
          </a:xfrm>
          <a:prstGeom prst="rect">
            <a:avLst/>
          </a:prstGeom>
          <a:noFill/>
          <a:ln>
            <a:noFill/>
          </a:ln>
        </p:spPr>
        <p:txBody>
          <a:bodyPr anchorCtr="0" anchor="ctr" bIns="0" lIns="457200" spcFirstLastPara="1" rIns="0" wrap="square" tIns="457200">
            <a:noAutofit/>
          </a:bodyPr>
          <a:lstStyle>
            <a:lvl1pPr indent="-228600" lvl="0" marL="457200" algn="l">
              <a:lnSpc>
                <a:spcPct val="85000"/>
              </a:lnSpc>
              <a:spcBef>
                <a:spcPts val="500"/>
              </a:spcBef>
              <a:spcAft>
                <a:spcPts val="0"/>
              </a:spcAft>
              <a:buClr>
                <a:schemeClr val="lt1"/>
              </a:buClr>
              <a:buSzPts val="6600"/>
              <a:buFont typeface="Roboto Mono"/>
              <a:buNone/>
              <a:defRPr b="1" i="0" sz="6600" cap="none">
                <a:solidFill>
                  <a:schemeClr val="lt1"/>
                </a:solidFill>
                <a:latin typeface="Roboto Mono"/>
                <a:ea typeface="Roboto Mono"/>
                <a:cs typeface="Roboto Mono"/>
                <a:sym typeface="Roboto Mono"/>
              </a:defRPr>
            </a:lvl1pPr>
            <a:lvl2pPr indent="-228600" lvl="1" marL="914400" algn="l">
              <a:lnSpc>
                <a:spcPct val="85000"/>
              </a:lnSpc>
              <a:spcBef>
                <a:spcPts val="400"/>
              </a:spcBef>
              <a:spcAft>
                <a:spcPts val="0"/>
              </a:spcAft>
              <a:buClr>
                <a:schemeClr val="lt1"/>
              </a:buClr>
              <a:buSzPts val="4400"/>
              <a:buFont typeface="Roboto Mono"/>
              <a:buNone/>
              <a:defRPr b="1" i="0" sz="4400" cap="none">
                <a:solidFill>
                  <a:schemeClr val="lt1"/>
                </a:solidFill>
                <a:latin typeface="Roboto Mono"/>
                <a:ea typeface="Roboto Mono"/>
                <a:cs typeface="Roboto Mono"/>
                <a:sym typeface="Roboto Mono"/>
              </a:defRPr>
            </a:lvl2pPr>
            <a:lvl3pPr indent="-228600" lvl="2" marL="1371600" algn="l">
              <a:lnSpc>
                <a:spcPct val="100000"/>
              </a:lnSpc>
              <a:spcBef>
                <a:spcPts val="400"/>
              </a:spcBef>
              <a:spcAft>
                <a:spcPts val="0"/>
              </a:spcAft>
              <a:buClr>
                <a:schemeClr val="lt1"/>
              </a:buClr>
              <a:buSzPts val="700"/>
              <a:buNone/>
              <a:defRPr>
                <a:solidFill>
                  <a:schemeClr val="lt1"/>
                </a:solidFill>
              </a:defRPr>
            </a:lvl3pPr>
            <a:lvl4pPr indent="-228600" lvl="3" marL="1828800" algn="l">
              <a:lnSpc>
                <a:spcPct val="110000"/>
              </a:lnSpc>
              <a:spcBef>
                <a:spcPts val="800"/>
              </a:spcBef>
              <a:spcAft>
                <a:spcPts val="0"/>
              </a:spcAft>
              <a:buClr>
                <a:schemeClr val="lt1"/>
              </a:buClr>
              <a:buSzPts val="600"/>
              <a:buNone/>
              <a:defRPr>
                <a:solidFill>
                  <a:schemeClr val="lt1"/>
                </a:solidFill>
              </a:defRPr>
            </a:lvl4pPr>
            <a:lvl5pPr indent="-228600" lvl="4" marL="2286000" algn="l">
              <a:lnSpc>
                <a:spcPct val="90000"/>
              </a:lnSpc>
              <a:spcBef>
                <a:spcPts val="600"/>
              </a:spcBef>
              <a:spcAft>
                <a:spcPts val="0"/>
              </a:spcAft>
              <a:buClr>
                <a:schemeClr val="lt1"/>
              </a:buClr>
              <a:buSzPts val="800"/>
              <a:buNone/>
              <a:defRPr>
                <a:solidFill>
                  <a:schemeClr val="lt1"/>
                </a:solidFill>
              </a:defRPr>
            </a:lvl5pPr>
            <a:lvl6pPr indent="-228600" lvl="5" marL="2743200" algn="l">
              <a:lnSpc>
                <a:spcPct val="110000"/>
              </a:lnSpc>
              <a:spcBef>
                <a:spcPts val="700"/>
              </a:spcBef>
              <a:spcAft>
                <a:spcPts val="0"/>
              </a:spcAft>
              <a:buClr>
                <a:schemeClr val="lt1"/>
              </a:buClr>
              <a:buSzPts val="900"/>
              <a:buNone/>
              <a:defRPr>
                <a:solidFill>
                  <a:schemeClr val="lt1"/>
                </a:solidFill>
              </a:defRPr>
            </a:lvl6pPr>
            <a:lvl7pPr indent="-228600" lvl="6" marL="3200400" algn="l">
              <a:lnSpc>
                <a:spcPct val="90000"/>
              </a:lnSpc>
              <a:spcBef>
                <a:spcPts val="100"/>
              </a:spcBef>
              <a:spcAft>
                <a:spcPts val="0"/>
              </a:spcAft>
              <a:buClr>
                <a:schemeClr val="lt1"/>
              </a:buClr>
              <a:buSzPts val="900"/>
              <a:buNone/>
              <a:defRPr>
                <a:solidFill>
                  <a:schemeClr val="lt1"/>
                </a:solidFill>
              </a:defRPr>
            </a:lvl7pPr>
            <a:lvl8pPr indent="-228600" lvl="7" marL="3657600" algn="l">
              <a:lnSpc>
                <a:spcPct val="90000"/>
              </a:lnSpc>
              <a:spcBef>
                <a:spcPts val="1200"/>
              </a:spcBef>
              <a:spcAft>
                <a:spcPts val="0"/>
              </a:spcAft>
              <a:buClr>
                <a:schemeClr val="lt1"/>
              </a:buClr>
              <a:buSzPts val="900"/>
              <a:buNone/>
              <a:defRPr>
                <a:solidFill>
                  <a:schemeClr val="lt1"/>
                </a:solidFill>
              </a:defRPr>
            </a:lvl8pPr>
            <a:lvl9pPr indent="-228600" lvl="8" marL="4114800" algn="l">
              <a:lnSpc>
                <a:spcPct val="90000"/>
              </a:lnSpc>
              <a:spcBef>
                <a:spcPts val="1200"/>
              </a:spcBef>
              <a:spcAft>
                <a:spcPts val="800"/>
              </a:spcAft>
              <a:buClr>
                <a:schemeClr val="lt1"/>
              </a:buClr>
              <a:buSzPts val="900"/>
              <a:buNone/>
              <a:defRPr>
                <a:solidFill>
                  <a:schemeClr val="lt1"/>
                </a:solidFill>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Content Modules (4)">
  <p:cSld name="4 modules contrast">
    <p:bg>
      <p:bgPr>
        <a:solidFill>
          <a:schemeClr val="lt2"/>
        </a:solidFill>
      </p:bgPr>
    </p:bg>
    <p:spTree>
      <p:nvGrpSpPr>
        <p:cNvPr id="79" name="Shape 79"/>
        <p:cNvGrpSpPr/>
        <p:nvPr/>
      </p:nvGrpSpPr>
      <p:grpSpPr>
        <a:xfrm>
          <a:off x="0" y="0"/>
          <a:ext cx="0" cy="0"/>
          <a:chOff x="0" y="0"/>
          <a:chExt cx="0" cy="0"/>
        </a:xfrm>
      </p:grpSpPr>
      <p:sp>
        <p:nvSpPr>
          <p:cNvPr id="80" name="Google Shape;80;p14"/>
          <p:cNvSpPr/>
          <p:nvPr/>
        </p:nvSpPr>
        <p:spPr>
          <a:xfrm>
            <a:off x="419825" y="820075"/>
            <a:ext cx="1922100" cy="3505800"/>
          </a:xfrm>
          <a:prstGeom prst="roundRect">
            <a:avLst>
              <a:gd fmla="val 597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1" name="Google Shape;81;p14"/>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82" name="Google Shape;82;p14"/>
          <p:cNvSpPr txBox="1"/>
          <p:nvPr>
            <p:ph idx="1" type="body"/>
          </p:nvPr>
        </p:nvSpPr>
        <p:spPr>
          <a:xfrm>
            <a:off x="597350" y="1745525"/>
            <a:ext cx="15843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SzPts val="900"/>
              <a:buNone/>
              <a:defRPr sz="900"/>
            </a:lvl4pPr>
            <a:lvl5pPr indent="-228600" lvl="4" marL="2286000">
              <a:lnSpc>
                <a:spcPct val="110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83" name="Google Shape;83;p14"/>
          <p:cNvSpPr txBox="1"/>
          <p:nvPr>
            <p:ph idx="2" type="title"/>
          </p:nvPr>
        </p:nvSpPr>
        <p:spPr>
          <a:xfrm>
            <a:off x="582000"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
        <p:nvSpPr>
          <p:cNvPr id="84" name="Google Shape;84;p14"/>
          <p:cNvSpPr/>
          <p:nvPr/>
        </p:nvSpPr>
        <p:spPr>
          <a:xfrm>
            <a:off x="2544150" y="820075"/>
            <a:ext cx="1922100" cy="3505800"/>
          </a:xfrm>
          <a:prstGeom prst="roundRect">
            <a:avLst>
              <a:gd fmla="val 597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5" name="Google Shape;85;p14"/>
          <p:cNvSpPr txBox="1"/>
          <p:nvPr>
            <p:ph idx="3" type="body"/>
          </p:nvPr>
        </p:nvSpPr>
        <p:spPr>
          <a:xfrm>
            <a:off x="2721675" y="1745525"/>
            <a:ext cx="15843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SzPts val="900"/>
              <a:buNone/>
              <a:defRPr sz="900"/>
            </a:lvl4pPr>
            <a:lvl5pPr indent="-228600" lvl="4" marL="2286000">
              <a:lnSpc>
                <a:spcPct val="110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86" name="Google Shape;86;p14"/>
          <p:cNvSpPr txBox="1"/>
          <p:nvPr>
            <p:ph idx="4" type="title"/>
          </p:nvPr>
        </p:nvSpPr>
        <p:spPr>
          <a:xfrm>
            <a:off x="2706325"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
        <p:nvSpPr>
          <p:cNvPr id="87" name="Google Shape;87;p14"/>
          <p:cNvSpPr/>
          <p:nvPr/>
        </p:nvSpPr>
        <p:spPr>
          <a:xfrm>
            <a:off x="4668475" y="820075"/>
            <a:ext cx="1922100" cy="3505800"/>
          </a:xfrm>
          <a:prstGeom prst="roundRect">
            <a:avLst>
              <a:gd fmla="val 597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8" name="Google Shape;88;p14"/>
          <p:cNvSpPr txBox="1"/>
          <p:nvPr>
            <p:ph idx="5" type="body"/>
          </p:nvPr>
        </p:nvSpPr>
        <p:spPr>
          <a:xfrm>
            <a:off x="4846000" y="1745525"/>
            <a:ext cx="15843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SzPts val="900"/>
              <a:buNone/>
              <a:defRPr sz="900"/>
            </a:lvl4pPr>
            <a:lvl5pPr indent="-228600" lvl="4" marL="2286000">
              <a:lnSpc>
                <a:spcPct val="110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89" name="Google Shape;89;p14"/>
          <p:cNvSpPr txBox="1"/>
          <p:nvPr>
            <p:ph idx="6" type="title"/>
          </p:nvPr>
        </p:nvSpPr>
        <p:spPr>
          <a:xfrm>
            <a:off x="4830650"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
        <p:nvSpPr>
          <p:cNvPr id="90" name="Google Shape;90;p14"/>
          <p:cNvSpPr/>
          <p:nvPr/>
        </p:nvSpPr>
        <p:spPr>
          <a:xfrm>
            <a:off x="6792800" y="820075"/>
            <a:ext cx="1922100" cy="3505800"/>
          </a:xfrm>
          <a:prstGeom prst="roundRect">
            <a:avLst>
              <a:gd fmla="val 597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1" name="Google Shape;91;p14"/>
          <p:cNvSpPr txBox="1"/>
          <p:nvPr>
            <p:ph idx="7" type="body"/>
          </p:nvPr>
        </p:nvSpPr>
        <p:spPr>
          <a:xfrm>
            <a:off x="6970325" y="1745525"/>
            <a:ext cx="15843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SzPts val="900"/>
              <a:buNone/>
              <a:defRPr sz="900"/>
            </a:lvl4pPr>
            <a:lvl5pPr indent="-228600" lvl="4" marL="2286000">
              <a:lnSpc>
                <a:spcPct val="110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92" name="Google Shape;92;p14"/>
          <p:cNvSpPr txBox="1"/>
          <p:nvPr>
            <p:ph idx="8" type="title"/>
          </p:nvPr>
        </p:nvSpPr>
        <p:spPr>
          <a:xfrm>
            <a:off x="6954975"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Title + Side Module">
  <p:cSld name="L Side panel + 2/3 module white">
    <p:bg>
      <p:bgPr>
        <a:solidFill>
          <a:schemeClr val="lt2"/>
        </a:solidFill>
      </p:bgPr>
    </p:bg>
    <p:spTree>
      <p:nvGrpSpPr>
        <p:cNvPr id="93" name="Shape 93"/>
        <p:cNvGrpSpPr/>
        <p:nvPr/>
      </p:nvGrpSpPr>
      <p:grpSpPr>
        <a:xfrm>
          <a:off x="0" y="0"/>
          <a:ext cx="0" cy="0"/>
          <a:chOff x="0" y="0"/>
          <a:chExt cx="0" cy="0"/>
        </a:xfrm>
      </p:grpSpPr>
      <p:sp>
        <p:nvSpPr>
          <p:cNvPr id="94" name="Google Shape;94;p15"/>
          <p:cNvSpPr/>
          <p:nvPr/>
        </p:nvSpPr>
        <p:spPr>
          <a:xfrm>
            <a:off x="3254325" y="417750"/>
            <a:ext cx="5461200" cy="3916500"/>
          </a:xfrm>
          <a:prstGeom prst="roundRect">
            <a:avLst>
              <a:gd fmla="val 2881" name="adj"/>
            </a:avLst>
          </a:prstGeom>
          <a:solidFill>
            <a:schemeClr val="lt1"/>
          </a:solidFill>
          <a:ln>
            <a:noFill/>
          </a:ln>
        </p:spPr>
        <p:txBody>
          <a:bodyPr anchorCtr="0" anchor="t" bIns="108000" lIns="108000" spcFirstLastPara="1" rIns="108000" wrap="square" tIns="108000">
            <a:noAutofit/>
          </a:bodyPr>
          <a:lstStyle/>
          <a:p>
            <a:pPr indent="0" lvl="0" marL="0" rtl="0" algn="l">
              <a:spcBef>
                <a:spcPts val="0"/>
              </a:spcBef>
              <a:spcAft>
                <a:spcPts val="0"/>
              </a:spcAft>
              <a:buNone/>
            </a:pPr>
            <a:r>
              <a:t/>
            </a:r>
            <a:endParaRPr>
              <a:solidFill>
                <a:schemeClr val="dk1"/>
              </a:solidFill>
            </a:endParaRPr>
          </a:p>
        </p:txBody>
      </p:sp>
      <p:sp>
        <p:nvSpPr>
          <p:cNvPr id="95" name="Google Shape;95;p15"/>
          <p:cNvSpPr txBox="1"/>
          <p:nvPr>
            <p:ph type="title"/>
          </p:nvPr>
        </p:nvSpPr>
        <p:spPr>
          <a:xfrm>
            <a:off x="419800" y="425873"/>
            <a:ext cx="26280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96" name="Google Shape;96;p15"/>
          <p:cNvSpPr txBox="1"/>
          <p:nvPr>
            <p:ph idx="1" type="body"/>
          </p:nvPr>
        </p:nvSpPr>
        <p:spPr>
          <a:xfrm>
            <a:off x="419800" y="1158500"/>
            <a:ext cx="26280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Divider Page (Dark)" showMasterSp="0">
  <p:cSld name="Title Black">
    <p:bg>
      <p:bgPr>
        <a:solidFill>
          <a:schemeClr val="dk2"/>
        </a:solidFill>
      </p:bgPr>
    </p:bg>
    <p:spTree>
      <p:nvGrpSpPr>
        <p:cNvPr id="97" name="Shape 97"/>
        <p:cNvGrpSpPr/>
        <p:nvPr/>
      </p:nvGrpSpPr>
      <p:grpSpPr>
        <a:xfrm>
          <a:off x="0" y="0"/>
          <a:ext cx="0" cy="0"/>
          <a:chOff x="0" y="0"/>
          <a:chExt cx="0" cy="0"/>
        </a:xfrm>
      </p:grpSpPr>
      <p:sp>
        <p:nvSpPr>
          <p:cNvPr id="98" name="Google Shape;98;p16"/>
          <p:cNvSpPr txBox="1"/>
          <p:nvPr>
            <p:ph idx="1" type="subTitle"/>
          </p:nvPr>
        </p:nvSpPr>
        <p:spPr>
          <a:xfrm>
            <a:off x="419825" y="2033275"/>
            <a:ext cx="4149300" cy="154500"/>
          </a:xfrm>
          <a:prstGeom prst="rect">
            <a:avLst/>
          </a:prstGeom>
        </p:spPr>
        <p:txBody>
          <a:bodyPr anchorCtr="0" anchor="t" bIns="0" lIns="0" spcFirstLastPara="1" rIns="0" wrap="square" tIns="0">
            <a:noAutofit/>
          </a:bodyPr>
          <a:lstStyle>
            <a:lvl1pPr lvl="0">
              <a:spcBef>
                <a:spcPts val="500"/>
              </a:spcBef>
              <a:spcAft>
                <a:spcPts val="0"/>
              </a:spcAft>
              <a:buClr>
                <a:schemeClr val="lt1"/>
              </a:buClr>
              <a:buSzPts val="1600"/>
              <a:buNone/>
              <a:defRPr sz="1600">
                <a:solidFill>
                  <a:schemeClr val="lt1"/>
                </a:solidFill>
              </a:defRPr>
            </a:lvl1pPr>
            <a:lvl2pPr lvl="1">
              <a:spcBef>
                <a:spcPts val="500"/>
              </a:spcBef>
              <a:spcAft>
                <a:spcPts val="0"/>
              </a:spcAft>
              <a:buClr>
                <a:schemeClr val="lt1"/>
              </a:buClr>
              <a:buSzPts val="1600"/>
              <a:buNone/>
              <a:defRPr sz="1600">
                <a:solidFill>
                  <a:schemeClr val="lt1"/>
                </a:solidFill>
              </a:defRPr>
            </a:lvl2pPr>
            <a:lvl3pPr lvl="2">
              <a:spcBef>
                <a:spcPts val="400"/>
              </a:spcBef>
              <a:spcAft>
                <a:spcPts val="0"/>
              </a:spcAft>
              <a:buClr>
                <a:schemeClr val="lt1"/>
              </a:buClr>
              <a:buSzPts val="1600"/>
              <a:buNone/>
              <a:defRPr sz="1600">
                <a:solidFill>
                  <a:schemeClr val="lt1"/>
                </a:solidFill>
              </a:defRPr>
            </a:lvl3pPr>
            <a:lvl4pPr lvl="3">
              <a:spcBef>
                <a:spcPts val="800"/>
              </a:spcBef>
              <a:spcAft>
                <a:spcPts val="0"/>
              </a:spcAft>
              <a:buClr>
                <a:schemeClr val="lt1"/>
              </a:buClr>
              <a:buSzPts val="1600"/>
              <a:buNone/>
              <a:defRPr sz="1600">
                <a:solidFill>
                  <a:schemeClr val="lt1"/>
                </a:solidFill>
              </a:defRPr>
            </a:lvl4pPr>
            <a:lvl5pPr lvl="4">
              <a:spcBef>
                <a:spcPts val="600"/>
              </a:spcBef>
              <a:spcAft>
                <a:spcPts val="0"/>
              </a:spcAft>
              <a:buClr>
                <a:schemeClr val="lt1"/>
              </a:buClr>
              <a:buSzPts val="1600"/>
              <a:buFont typeface="Inter SemiBold"/>
              <a:buNone/>
              <a:defRPr sz="1600">
                <a:solidFill>
                  <a:schemeClr val="lt1"/>
                </a:solidFill>
                <a:latin typeface="Inter SemiBold"/>
                <a:ea typeface="Inter SemiBold"/>
                <a:cs typeface="Inter SemiBold"/>
                <a:sym typeface="Inter SemiBold"/>
              </a:defRPr>
            </a:lvl5pPr>
            <a:lvl6pPr lvl="5">
              <a:spcBef>
                <a:spcPts val="700"/>
              </a:spcBef>
              <a:spcAft>
                <a:spcPts val="0"/>
              </a:spcAft>
              <a:buClr>
                <a:schemeClr val="lt1"/>
              </a:buClr>
              <a:buSzPts val="1500"/>
              <a:buFont typeface="Inter SemiBold"/>
              <a:buNone/>
              <a:defRPr sz="1600">
                <a:solidFill>
                  <a:schemeClr val="lt1"/>
                </a:solidFill>
                <a:latin typeface="Inter SemiBold"/>
                <a:ea typeface="Inter SemiBold"/>
                <a:cs typeface="Inter SemiBold"/>
                <a:sym typeface="Inter SemiBold"/>
              </a:defRPr>
            </a:lvl6pPr>
            <a:lvl7pPr lvl="6">
              <a:spcBef>
                <a:spcPts val="100"/>
              </a:spcBef>
              <a:spcAft>
                <a:spcPts val="0"/>
              </a:spcAft>
              <a:buClr>
                <a:schemeClr val="lt1"/>
              </a:buClr>
              <a:buSzPts val="1600"/>
              <a:buFont typeface="Inter SemiBold"/>
              <a:buNone/>
              <a:defRPr sz="1600">
                <a:solidFill>
                  <a:schemeClr val="lt1"/>
                </a:solidFill>
                <a:latin typeface="Inter SemiBold"/>
                <a:ea typeface="Inter SemiBold"/>
                <a:cs typeface="Inter SemiBold"/>
                <a:sym typeface="Inter SemiBold"/>
              </a:defRPr>
            </a:lvl7pPr>
            <a:lvl8pPr lvl="7">
              <a:spcBef>
                <a:spcPts val="1200"/>
              </a:spcBef>
              <a:spcAft>
                <a:spcPts val="0"/>
              </a:spcAft>
              <a:buClr>
                <a:schemeClr val="lt1"/>
              </a:buClr>
              <a:buSzPts val="1600"/>
              <a:buFont typeface="Inter"/>
              <a:buNone/>
              <a:defRPr sz="1600">
                <a:solidFill>
                  <a:schemeClr val="lt1"/>
                </a:solidFill>
                <a:latin typeface="Inter"/>
                <a:ea typeface="Inter"/>
                <a:cs typeface="Inter"/>
                <a:sym typeface="Inter"/>
              </a:defRPr>
            </a:lvl8pPr>
            <a:lvl9pPr lvl="8">
              <a:spcBef>
                <a:spcPts val="1200"/>
              </a:spcBef>
              <a:spcAft>
                <a:spcPts val="800"/>
              </a:spcAft>
              <a:buClr>
                <a:schemeClr val="lt1"/>
              </a:buClr>
              <a:buSzPts val="1600"/>
              <a:buFont typeface="Inter"/>
              <a:buNone/>
              <a:defRPr sz="1600">
                <a:solidFill>
                  <a:schemeClr val="lt1"/>
                </a:solidFill>
                <a:latin typeface="Inter"/>
                <a:ea typeface="Inter"/>
                <a:cs typeface="Inter"/>
                <a:sym typeface="Inter"/>
              </a:defRPr>
            </a:lvl9pPr>
          </a:lstStyle>
          <a:p/>
        </p:txBody>
      </p:sp>
      <p:sp>
        <p:nvSpPr>
          <p:cNvPr id="99" name="Google Shape;99;p16"/>
          <p:cNvSpPr txBox="1"/>
          <p:nvPr>
            <p:ph idx="2" type="body"/>
          </p:nvPr>
        </p:nvSpPr>
        <p:spPr>
          <a:xfrm>
            <a:off x="419825" y="820075"/>
            <a:ext cx="4979700" cy="1265700"/>
          </a:xfrm>
          <a:prstGeom prst="rect">
            <a:avLst/>
          </a:prstGeom>
          <a:noFill/>
          <a:ln>
            <a:noFill/>
          </a:ln>
        </p:spPr>
        <p:txBody>
          <a:bodyPr anchorCtr="0" anchor="t" bIns="0" lIns="0" spcFirstLastPara="1" rIns="0" wrap="square" tIns="0">
            <a:noAutofit/>
          </a:bodyPr>
          <a:lstStyle>
            <a:lvl1pPr indent="-228600" lvl="0" marL="457200">
              <a:lnSpc>
                <a:spcPct val="85000"/>
              </a:lnSpc>
              <a:spcBef>
                <a:spcPts val="0"/>
              </a:spcBef>
              <a:spcAft>
                <a:spcPts val="0"/>
              </a:spcAft>
              <a:buClr>
                <a:schemeClr val="lt1"/>
              </a:buClr>
              <a:buSzPts val="4600"/>
              <a:buFont typeface="Roboto Mono"/>
              <a:buNone/>
              <a:defRPr b="1" i="0" sz="4600" cap="none">
                <a:solidFill>
                  <a:schemeClr val="lt1"/>
                </a:solidFill>
                <a:latin typeface="Roboto Mono"/>
                <a:ea typeface="Roboto Mono"/>
                <a:cs typeface="Roboto Mono"/>
                <a:sym typeface="Roboto Mono"/>
              </a:defRPr>
            </a:lvl1pPr>
            <a:lvl2pPr indent="-228600" lvl="1" marL="914400">
              <a:lnSpc>
                <a:spcPct val="80000"/>
              </a:lnSpc>
              <a:spcBef>
                <a:spcPts val="0"/>
              </a:spcBef>
              <a:spcAft>
                <a:spcPts val="0"/>
              </a:spcAft>
              <a:buClr>
                <a:schemeClr val="lt1"/>
              </a:buClr>
              <a:buSzPts val="4700"/>
              <a:buNone/>
              <a:defRPr b="1" i="0" sz="4700" cap="none">
                <a:solidFill>
                  <a:schemeClr val="lt1"/>
                </a:solidFill>
                <a:latin typeface="Arial"/>
                <a:ea typeface="Arial"/>
                <a:cs typeface="Arial"/>
                <a:sym typeface="Arial"/>
              </a:defRPr>
            </a:lvl2pPr>
            <a:lvl3pPr indent="-228600" lvl="2" marL="1371600">
              <a:lnSpc>
                <a:spcPct val="80000"/>
              </a:lnSpc>
              <a:spcBef>
                <a:spcPts val="0"/>
              </a:spcBef>
              <a:spcAft>
                <a:spcPts val="0"/>
              </a:spcAft>
              <a:buClr>
                <a:schemeClr val="lt1"/>
              </a:buClr>
              <a:buSzPts val="700"/>
              <a:buNone/>
              <a:defRPr>
                <a:solidFill>
                  <a:schemeClr val="lt1"/>
                </a:solidFill>
              </a:defRPr>
            </a:lvl3pPr>
            <a:lvl4pPr indent="-228600" lvl="3" marL="1828800">
              <a:lnSpc>
                <a:spcPct val="80000"/>
              </a:lnSpc>
              <a:spcBef>
                <a:spcPts val="0"/>
              </a:spcBef>
              <a:spcAft>
                <a:spcPts val="0"/>
              </a:spcAft>
              <a:buClr>
                <a:schemeClr val="lt1"/>
              </a:buClr>
              <a:buSzPts val="600"/>
              <a:buNone/>
              <a:defRPr>
                <a:solidFill>
                  <a:schemeClr val="lt1"/>
                </a:solidFill>
              </a:defRPr>
            </a:lvl4pPr>
            <a:lvl5pPr indent="-228600" lvl="4" marL="2286000">
              <a:lnSpc>
                <a:spcPct val="80000"/>
              </a:lnSpc>
              <a:spcBef>
                <a:spcPts val="0"/>
              </a:spcBef>
              <a:spcAft>
                <a:spcPts val="0"/>
              </a:spcAft>
              <a:buClr>
                <a:schemeClr val="lt1"/>
              </a:buClr>
              <a:buSzPts val="800"/>
              <a:buNone/>
              <a:defRPr>
                <a:solidFill>
                  <a:schemeClr val="lt1"/>
                </a:solidFill>
              </a:defRPr>
            </a:lvl5pPr>
            <a:lvl6pPr indent="-228600" lvl="5" marL="2743200">
              <a:lnSpc>
                <a:spcPct val="80000"/>
              </a:lnSpc>
              <a:spcBef>
                <a:spcPts val="0"/>
              </a:spcBef>
              <a:spcAft>
                <a:spcPts val="0"/>
              </a:spcAft>
              <a:buClr>
                <a:schemeClr val="lt1"/>
              </a:buClr>
              <a:buSzPts val="900"/>
              <a:buNone/>
              <a:defRPr>
                <a:solidFill>
                  <a:schemeClr val="lt1"/>
                </a:solidFill>
              </a:defRPr>
            </a:lvl6pPr>
            <a:lvl7pPr indent="-228600" lvl="6" marL="3200400">
              <a:lnSpc>
                <a:spcPct val="80000"/>
              </a:lnSpc>
              <a:spcBef>
                <a:spcPts val="0"/>
              </a:spcBef>
              <a:spcAft>
                <a:spcPts val="0"/>
              </a:spcAft>
              <a:buClr>
                <a:schemeClr val="lt1"/>
              </a:buClr>
              <a:buSzPts val="900"/>
              <a:buNone/>
              <a:defRPr>
                <a:solidFill>
                  <a:schemeClr val="lt1"/>
                </a:solidFill>
              </a:defRPr>
            </a:lvl7pPr>
            <a:lvl8pPr indent="-228600" lvl="7" marL="3657600">
              <a:lnSpc>
                <a:spcPct val="80000"/>
              </a:lnSpc>
              <a:spcBef>
                <a:spcPts val="0"/>
              </a:spcBef>
              <a:spcAft>
                <a:spcPts val="0"/>
              </a:spcAft>
              <a:buClr>
                <a:schemeClr val="lt1"/>
              </a:buClr>
              <a:buSzPts val="900"/>
              <a:buNone/>
              <a:defRPr>
                <a:solidFill>
                  <a:schemeClr val="lt1"/>
                </a:solidFill>
              </a:defRPr>
            </a:lvl8pPr>
            <a:lvl9pPr indent="-228600" lvl="8" marL="4114800">
              <a:lnSpc>
                <a:spcPct val="80000"/>
              </a:lnSpc>
              <a:spcBef>
                <a:spcPts val="0"/>
              </a:spcBef>
              <a:spcAft>
                <a:spcPts val="0"/>
              </a:spcAft>
              <a:buClr>
                <a:schemeClr val="lt1"/>
              </a:buClr>
              <a:buSzPts val="900"/>
              <a:buNone/>
              <a:defRPr>
                <a:solidFill>
                  <a:schemeClr val="lt1"/>
                </a:solidFill>
              </a:defRPr>
            </a:lvl9pPr>
          </a:lstStyle>
          <a:p/>
        </p:txBody>
      </p:sp>
      <p:sp>
        <p:nvSpPr>
          <p:cNvPr id="100" name="Google Shape;100;p16"/>
          <p:cNvSpPr txBox="1"/>
          <p:nvPr>
            <p:ph idx="3" type="body"/>
          </p:nvPr>
        </p:nvSpPr>
        <p:spPr>
          <a:xfrm>
            <a:off x="419825" y="432325"/>
            <a:ext cx="2905200" cy="253500"/>
          </a:xfrm>
          <a:prstGeom prst="rect">
            <a:avLst/>
          </a:prstGeom>
        </p:spPr>
        <p:txBody>
          <a:bodyPr anchorCtr="0" anchor="t" bIns="0" lIns="91425" spcFirstLastPara="1" rIns="0" wrap="square" tIns="0">
            <a:noAutofit/>
          </a:bodyPr>
          <a:lstStyle>
            <a:lvl1pPr indent="-228600" lvl="0" marL="457200">
              <a:spcBef>
                <a:spcPts val="5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1pPr>
            <a:lvl2pPr indent="-228600" lvl="1" marL="914400">
              <a:spcBef>
                <a:spcPts val="5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2pPr>
            <a:lvl3pPr indent="-228600" lvl="2" marL="1371600">
              <a:spcBef>
                <a:spcPts val="4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3pPr>
            <a:lvl4pPr indent="-228600" lvl="3" marL="1828800">
              <a:spcBef>
                <a:spcPts val="8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4pPr>
            <a:lvl5pPr indent="-228600" lvl="4" marL="2286000">
              <a:spcBef>
                <a:spcPts val="6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5pPr>
            <a:lvl6pPr indent="-228600" lvl="5" marL="2743200">
              <a:spcBef>
                <a:spcPts val="7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6pPr>
            <a:lvl7pPr indent="-228600" lvl="6" marL="3200400">
              <a:spcBef>
                <a:spcPts val="1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7pPr>
            <a:lvl8pPr indent="-228600" lvl="7" marL="3657600">
              <a:spcBef>
                <a:spcPts val="1200"/>
              </a:spcBef>
              <a:spcAft>
                <a:spcPts val="0"/>
              </a:spcAft>
              <a:buClr>
                <a:schemeClr val="lt1"/>
              </a:buClr>
              <a:buSzPts val="1900"/>
              <a:buNone/>
              <a:defRPr sz="1900">
                <a:solidFill>
                  <a:schemeClr val="lt1"/>
                </a:solidFill>
              </a:defRPr>
            </a:lvl8pPr>
            <a:lvl9pPr indent="-228600" lvl="8" marL="4114800">
              <a:spcBef>
                <a:spcPts val="1200"/>
              </a:spcBef>
              <a:spcAft>
                <a:spcPts val="800"/>
              </a:spcAft>
              <a:buClr>
                <a:schemeClr val="lt1"/>
              </a:buClr>
              <a:buSzPts val="1900"/>
              <a:buNone/>
              <a:defRPr sz="1900">
                <a:solidFill>
                  <a:schemeClr val="lt1"/>
                </a:solidFill>
              </a:defRPr>
            </a:lvl9pPr>
          </a:lstStyle>
          <a:p/>
        </p:txBody>
      </p:sp>
      <p:pic>
        <p:nvPicPr>
          <p:cNvPr id="101" name="Google Shape;101;p16"/>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extLst>
    <p:ext uri="{DCECCB84-F9BA-43D5-87BE-67443E8EF086}">
      <p15:sldGuideLst>
        <p15:guide id="1" pos="264">
          <p15:clr>
            <a:srgbClr val="E46962"/>
          </p15:clr>
        </p15:guide>
        <p15:guide id="2" orient="horz" pos="139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Divider Page (Blue)" showMasterSp="0">
  <p:cSld name="Title Black_2">
    <p:bg>
      <p:bgPr>
        <a:solidFill>
          <a:schemeClr val="accent1"/>
        </a:solidFill>
      </p:bgPr>
    </p:bg>
    <p:spTree>
      <p:nvGrpSpPr>
        <p:cNvPr id="102" name="Shape 102"/>
        <p:cNvGrpSpPr/>
        <p:nvPr/>
      </p:nvGrpSpPr>
      <p:grpSpPr>
        <a:xfrm>
          <a:off x="0" y="0"/>
          <a:ext cx="0" cy="0"/>
          <a:chOff x="0" y="0"/>
          <a:chExt cx="0" cy="0"/>
        </a:xfrm>
      </p:grpSpPr>
      <p:sp>
        <p:nvSpPr>
          <p:cNvPr id="103" name="Google Shape;103;p17"/>
          <p:cNvSpPr txBox="1"/>
          <p:nvPr>
            <p:ph idx="1" type="subTitle"/>
          </p:nvPr>
        </p:nvSpPr>
        <p:spPr>
          <a:xfrm>
            <a:off x="419825" y="2033275"/>
            <a:ext cx="4149300" cy="154500"/>
          </a:xfrm>
          <a:prstGeom prst="rect">
            <a:avLst/>
          </a:prstGeom>
        </p:spPr>
        <p:txBody>
          <a:bodyPr anchorCtr="0" anchor="t" bIns="0" lIns="0" spcFirstLastPara="1" rIns="0" wrap="square" tIns="0">
            <a:noAutofit/>
          </a:bodyPr>
          <a:lstStyle>
            <a:lvl1pPr lvl="0">
              <a:spcBef>
                <a:spcPts val="500"/>
              </a:spcBef>
              <a:spcAft>
                <a:spcPts val="0"/>
              </a:spcAft>
              <a:buClr>
                <a:schemeClr val="lt1"/>
              </a:buClr>
              <a:buSzPts val="1600"/>
              <a:buNone/>
              <a:defRPr sz="1600">
                <a:solidFill>
                  <a:schemeClr val="lt1"/>
                </a:solidFill>
              </a:defRPr>
            </a:lvl1pPr>
            <a:lvl2pPr lvl="1">
              <a:spcBef>
                <a:spcPts val="500"/>
              </a:spcBef>
              <a:spcAft>
                <a:spcPts val="0"/>
              </a:spcAft>
              <a:buClr>
                <a:schemeClr val="lt1"/>
              </a:buClr>
              <a:buSzPts val="1600"/>
              <a:buNone/>
              <a:defRPr sz="1600">
                <a:solidFill>
                  <a:schemeClr val="lt1"/>
                </a:solidFill>
              </a:defRPr>
            </a:lvl2pPr>
            <a:lvl3pPr lvl="2">
              <a:spcBef>
                <a:spcPts val="400"/>
              </a:spcBef>
              <a:spcAft>
                <a:spcPts val="0"/>
              </a:spcAft>
              <a:buClr>
                <a:schemeClr val="lt1"/>
              </a:buClr>
              <a:buSzPts val="1600"/>
              <a:buNone/>
              <a:defRPr sz="1600">
                <a:solidFill>
                  <a:schemeClr val="lt1"/>
                </a:solidFill>
              </a:defRPr>
            </a:lvl3pPr>
            <a:lvl4pPr lvl="3">
              <a:spcBef>
                <a:spcPts val="800"/>
              </a:spcBef>
              <a:spcAft>
                <a:spcPts val="0"/>
              </a:spcAft>
              <a:buClr>
                <a:schemeClr val="lt1"/>
              </a:buClr>
              <a:buSzPts val="1600"/>
              <a:buNone/>
              <a:defRPr sz="1600">
                <a:solidFill>
                  <a:schemeClr val="lt1"/>
                </a:solidFill>
              </a:defRPr>
            </a:lvl4pPr>
            <a:lvl5pPr lvl="4">
              <a:spcBef>
                <a:spcPts val="600"/>
              </a:spcBef>
              <a:spcAft>
                <a:spcPts val="0"/>
              </a:spcAft>
              <a:buClr>
                <a:schemeClr val="lt1"/>
              </a:buClr>
              <a:buSzPts val="1600"/>
              <a:buFont typeface="Inter SemiBold"/>
              <a:buNone/>
              <a:defRPr sz="1600">
                <a:solidFill>
                  <a:schemeClr val="lt1"/>
                </a:solidFill>
                <a:latin typeface="Inter SemiBold"/>
                <a:ea typeface="Inter SemiBold"/>
                <a:cs typeface="Inter SemiBold"/>
                <a:sym typeface="Inter SemiBold"/>
              </a:defRPr>
            </a:lvl5pPr>
            <a:lvl6pPr lvl="5">
              <a:spcBef>
                <a:spcPts val="700"/>
              </a:spcBef>
              <a:spcAft>
                <a:spcPts val="0"/>
              </a:spcAft>
              <a:buClr>
                <a:schemeClr val="lt1"/>
              </a:buClr>
              <a:buSzPts val="1500"/>
              <a:buFont typeface="Inter SemiBold"/>
              <a:buNone/>
              <a:defRPr sz="1600">
                <a:solidFill>
                  <a:schemeClr val="lt1"/>
                </a:solidFill>
                <a:latin typeface="Inter SemiBold"/>
                <a:ea typeface="Inter SemiBold"/>
                <a:cs typeface="Inter SemiBold"/>
                <a:sym typeface="Inter SemiBold"/>
              </a:defRPr>
            </a:lvl6pPr>
            <a:lvl7pPr lvl="6">
              <a:spcBef>
                <a:spcPts val="100"/>
              </a:spcBef>
              <a:spcAft>
                <a:spcPts val="0"/>
              </a:spcAft>
              <a:buClr>
                <a:schemeClr val="lt1"/>
              </a:buClr>
              <a:buSzPts val="1600"/>
              <a:buFont typeface="Inter SemiBold"/>
              <a:buNone/>
              <a:defRPr sz="1600">
                <a:solidFill>
                  <a:schemeClr val="lt1"/>
                </a:solidFill>
                <a:latin typeface="Inter SemiBold"/>
                <a:ea typeface="Inter SemiBold"/>
                <a:cs typeface="Inter SemiBold"/>
                <a:sym typeface="Inter SemiBold"/>
              </a:defRPr>
            </a:lvl7pPr>
            <a:lvl8pPr lvl="7">
              <a:spcBef>
                <a:spcPts val="1200"/>
              </a:spcBef>
              <a:spcAft>
                <a:spcPts val="0"/>
              </a:spcAft>
              <a:buClr>
                <a:schemeClr val="lt1"/>
              </a:buClr>
              <a:buSzPts val="1600"/>
              <a:buFont typeface="Inter"/>
              <a:buNone/>
              <a:defRPr sz="1600">
                <a:solidFill>
                  <a:schemeClr val="lt1"/>
                </a:solidFill>
                <a:latin typeface="Inter"/>
                <a:ea typeface="Inter"/>
                <a:cs typeface="Inter"/>
                <a:sym typeface="Inter"/>
              </a:defRPr>
            </a:lvl8pPr>
            <a:lvl9pPr lvl="8">
              <a:spcBef>
                <a:spcPts val="1200"/>
              </a:spcBef>
              <a:spcAft>
                <a:spcPts val="800"/>
              </a:spcAft>
              <a:buClr>
                <a:schemeClr val="lt1"/>
              </a:buClr>
              <a:buSzPts val="1600"/>
              <a:buFont typeface="Inter"/>
              <a:buNone/>
              <a:defRPr sz="1600">
                <a:solidFill>
                  <a:schemeClr val="lt1"/>
                </a:solidFill>
                <a:latin typeface="Inter"/>
                <a:ea typeface="Inter"/>
                <a:cs typeface="Inter"/>
                <a:sym typeface="Inter"/>
              </a:defRPr>
            </a:lvl9pPr>
          </a:lstStyle>
          <a:p/>
        </p:txBody>
      </p:sp>
      <p:sp>
        <p:nvSpPr>
          <p:cNvPr id="104" name="Google Shape;104;p17"/>
          <p:cNvSpPr txBox="1"/>
          <p:nvPr>
            <p:ph idx="2" type="body"/>
          </p:nvPr>
        </p:nvSpPr>
        <p:spPr>
          <a:xfrm>
            <a:off x="419825" y="820075"/>
            <a:ext cx="4979700" cy="1265700"/>
          </a:xfrm>
          <a:prstGeom prst="rect">
            <a:avLst/>
          </a:prstGeom>
          <a:noFill/>
          <a:ln>
            <a:noFill/>
          </a:ln>
        </p:spPr>
        <p:txBody>
          <a:bodyPr anchorCtr="0" anchor="t" bIns="0" lIns="0" spcFirstLastPara="1" rIns="0" wrap="square" tIns="0">
            <a:noAutofit/>
          </a:bodyPr>
          <a:lstStyle>
            <a:lvl1pPr indent="-228600" lvl="0" marL="457200">
              <a:lnSpc>
                <a:spcPct val="85000"/>
              </a:lnSpc>
              <a:spcBef>
                <a:spcPts val="0"/>
              </a:spcBef>
              <a:spcAft>
                <a:spcPts val="0"/>
              </a:spcAft>
              <a:buClr>
                <a:schemeClr val="lt1"/>
              </a:buClr>
              <a:buSzPts val="4600"/>
              <a:buFont typeface="Roboto Mono"/>
              <a:buNone/>
              <a:defRPr b="1" i="0" sz="4600" cap="none">
                <a:solidFill>
                  <a:schemeClr val="lt1"/>
                </a:solidFill>
                <a:latin typeface="Roboto Mono"/>
                <a:ea typeface="Roboto Mono"/>
                <a:cs typeface="Roboto Mono"/>
                <a:sym typeface="Roboto Mono"/>
              </a:defRPr>
            </a:lvl1pPr>
            <a:lvl2pPr indent="-228600" lvl="1" marL="914400">
              <a:lnSpc>
                <a:spcPct val="80000"/>
              </a:lnSpc>
              <a:spcBef>
                <a:spcPts val="0"/>
              </a:spcBef>
              <a:spcAft>
                <a:spcPts val="0"/>
              </a:spcAft>
              <a:buClr>
                <a:schemeClr val="lt1"/>
              </a:buClr>
              <a:buSzPts val="4700"/>
              <a:buNone/>
              <a:defRPr b="1" i="0" sz="4700" cap="none">
                <a:solidFill>
                  <a:schemeClr val="lt1"/>
                </a:solidFill>
                <a:latin typeface="Arial"/>
                <a:ea typeface="Arial"/>
                <a:cs typeface="Arial"/>
                <a:sym typeface="Arial"/>
              </a:defRPr>
            </a:lvl2pPr>
            <a:lvl3pPr indent="-228600" lvl="2" marL="1371600">
              <a:lnSpc>
                <a:spcPct val="80000"/>
              </a:lnSpc>
              <a:spcBef>
                <a:spcPts val="0"/>
              </a:spcBef>
              <a:spcAft>
                <a:spcPts val="0"/>
              </a:spcAft>
              <a:buClr>
                <a:schemeClr val="lt1"/>
              </a:buClr>
              <a:buSzPts val="700"/>
              <a:buNone/>
              <a:defRPr>
                <a:solidFill>
                  <a:schemeClr val="lt1"/>
                </a:solidFill>
              </a:defRPr>
            </a:lvl3pPr>
            <a:lvl4pPr indent="-228600" lvl="3" marL="1828800">
              <a:lnSpc>
                <a:spcPct val="80000"/>
              </a:lnSpc>
              <a:spcBef>
                <a:spcPts val="0"/>
              </a:spcBef>
              <a:spcAft>
                <a:spcPts val="0"/>
              </a:spcAft>
              <a:buClr>
                <a:schemeClr val="lt1"/>
              </a:buClr>
              <a:buSzPts val="600"/>
              <a:buNone/>
              <a:defRPr>
                <a:solidFill>
                  <a:schemeClr val="lt1"/>
                </a:solidFill>
              </a:defRPr>
            </a:lvl4pPr>
            <a:lvl5pPr indent="-228600" lvl="4" marL="2286000">
              <a:lnSpc>
                <a:spcPct val="80000"/>
              </a:lnSpc>
              <a:spcBef>
                <a:spcPts val="0"/>
              </a:spcBef>
              <a:spcAft>
                <a:spcPts val="0"/>
              </a:spcAft>
              <a:buClr>
                <a:schemeClr val="lt1"/>
              </a:buClr>
              <a:buSzPts val="800"/>
              <a:buNone/>
              <a:defRPr>
                <a:solidFill>
                  <a:schemeClr val="lt1"/>
                </a:solidFill>
              </a:defRPr>
            </a:lvl5pPr>
            <a:lvl6pPr indent="-228600" lvl="5" marL="2743200">
              <a:lnSpc>
                <a:spcPct val="80000"/>
              </a:lnSpc>
              <a:spcBef>
                <a:spcPts val="0"/>
              </a:spcBef>
              <a:spcAft>
                <a:spcPts val="0"/>
              </a:spcAft>
              <a:buClr>
                <a:schemeClr val="lt1"/>
              </a:buClr>
              <a:buSzPts val="900"/>
              <a:buNone/>
              <a:defRPr>
                <a:solidFill>
                  <a:schemeClr val="lt1"/>
                </a:solidFill>
              </a:defRPr>
            </a:lvl6pPr>
            <a:lvl7pPr indent="-228600" lvl="6" marL="3200400">
              <a:lnSpc>
                <a:spcPct val="80000"/>
              </a:lnSpc>
              <a:spcBef>
                <a:spcPts val="0"/>
              </a:spcBef>
              <a:spcAft>
                <a:spcPts val="0"/>
              </a:spcAft>
              <a:buClr>
                <a:schemeClr val="lt1"/>
              </a:buClr>
              <a:buSzPts val="900"/>
              <a:buNone/>
              <a:defRPr>
                <a:solidFill>
                  <a:schemeClr val="lt1"/>
                </a:solidFill>
              </a:defRPr>
            </a:lvl7pPr>
            <a:lvl8pPr indent="-228600" lvl="7" marL="3657600">
              <a:lnSpc>
                <a:spcPct val="80000"/>
              </a:lnSpc>
              <a:spcBef>
                <a:spcPts val="0"/>
              </a:spcBef>
              <a:spcAft>
                <a:spcPts val="0"/>
              </a:spcAft>
              <a:buClr>
                <a:schemeClr val="lt1"/>
              </a:buClr>
              <a:buSzPts val="900"/>
              <a:buNone/>
              <a:defRPr>
                <a:solidFill>
                  <a:schemeClr val="lt1"/>
                </a:solidFill>
              </a:defRPr>
            </a:lvl8pPr>
            <a:lvl9pPr indent="-228600" lvl="8" marL="4114800">
              <a:lnSpc>
                <a:spcPct val="80000"/>
              </a:lnSpc>
              <a:spcBef>
                <a:spcPts val="0"/>
              </a:spcBef>
              <a:spcAft>
                <a:spcPts val="0"/>
              </a:spcAft>
              <a:buClr>
                <a:schemeClr val="lt1"/>
              </a:buClr>
              <a:buSzPts val="900"/>
              <a:buNone/>
              <a:defRPr>
                <a:solidFill>
                  <a:schemeClr val="lt1"/>
                </a:solidFill>
              </a:defRPr>
            </a:lvl9pPr>
          </a:lstStyle>
          <a:p/>
        </p:txBody>
      </p:sp>
      <p:sp>
        <p:nvSpPr>
          <p:cNvPr id="105" name="Google Shape;105;p17"/>
          <p:cNvSpPr txBox="1"/>
          <p:nvPr>
            <p:ph idx="3" type="body"/>
          </p:nvPr>
        </p:nvSpPr>
        <p:spPr>
          <a:xfrm>
            <a:off x="419825" y="432325"/>
            <a:ext cx="2905200" cy="253500"/>
          </a:xfrm>
          <a:prstGeom prst="rect">
            <a:avLst/>
          </a:prstGeom>
        </p:spPr>
        <p:txBody>
          <a:bodyPr anchorCtr="0" anchor="t" bIns="0" lIns="91425" spcFirstLastPara="1" rIns="0" wrap="square" tIns="0">
            <a:noAutofit/>
          </a:bodyPr>
          <a:lstStyle>
            <a:lvl1pPr indent="-228600" lvl="0" marL="457200">
              <a:spcBef>
                <a:spcPts val="5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1pPr>
            <a:lvl2pPr indent="-228600" lvl="1" marL="914400">
              <a:spcBef>
                <a:spcPts val="5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2pPr>
            <a:lvl3pPr indent="-228600" lvl="2" marL="1371600">
              <a:spcBef>
                <a:spcPts val="4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3pPr>
            <a:lvl4pPr indent="-228600" lvl="3" marL="1828800">
              <a:spcBef>
                <a:spcPts val="8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4pPr>
            <a:lvl5pPr indent="-228600" lvl="4" marL="2286000">
              <a:spcBef>
                <a:spcPts val="6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5pPr>
            <a:lvl6pPr indent="-228600" lvl="5" marL="2743200">
              <a:spcBef>
                <a:spcPts val="7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6pPr>
            <a:lvl7pPr indent="-228600" lvl="6" marL="3200400">
              <a:spcBef>
                <a:spcPts val="100"/>
              </a:spcBef>
              <a:spcAft>
                <a:spcPts val="0"/>
              </a:spcAft>
              <a:buClr>
                <a:schemeClr val="lt1"/>
              </a:buClr>
              <a:buSzPts val="1900"/>
              <a:buFont typeface="Roboto Mono"/>
              <a:buNone/>
              <a:defRPr b="1" sz="1900">
                <a:solidFill>
                  <a:schemeClr val="lt1"/>
                </a:solidFill>
                <a:latin typeface="Roboto Mono"/>
                <a:ea typeface="Roboto Mono"/>
                <a:cs typeface="Roboto Mono"/>
                <a:sym typeface="Roboto Mono"/>
              </a:defRPr>
            </a:lvl7pPr>
            <a:lvl8pPr indent="-228600" lvl="7" marL="3657600">
              <a:spcBef>
                <a:spcPts val="1200"/>
              </a:spcBef>
              <a:spcAft>
                <a:spcPts val="0"/>
              </a:spcAft>
              <a:buClr>
                <a:schemeClr val="lt1"/>
              </a:buClr>
              <a:buSzPts val="1900"/>
              <a:buNone/>
              <a:defRPr sz="1900">
                <a:solidFill>
                  <a:schemeClr val="lt1"/>
                </a:solidFill>
              </a:defRPr>
            </a:lvl8pPr>
            <a:lvl9pPr indent="-228600" lvl="8" marL="4114800">
              <a:spcBef>
                <a:spcPts val="1200"/>
              </a:spcBef>
              <a:spcAft>
                <a:spcPts val="800"/>
              </a:spcAft>
              <a:buClr>
                <a:schemeClr val="lt1"/>
              </a:buClr>
              <a:buSzPts val="1900"/>
              <a:buNone/>
              <a:defRPr sz="1900">
                <a:solidFill>
                  <a:schemeClr val="lt1"/>
                </a:solidFill>
              </a:defRPr>
            </a:lvl9pPr>
          </a:lstStyle>
          <a:p/>
        </p:txBody>
      </p:sp>
      <p:pic>
        <p:nvPicPr>
          <p:cNvPr id="106" name="Google Shape;106;p17"/>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extLst>
    <p:ext uri="{DCECCB84-F9BA-43D5-87BE-67443E8EF086}">
      <p15:sldGuideLst>
        <p15:guide id="1" pos="264">
          <p15:clr>
            <a:srgbClr val="E46962"/>
          </p15:clr>
        </p15:guide>
        <p15:guide id="2" orient="horz" pos="139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ig Title Divider (Blue)" showMasterSp="0">
  <p:cSld name="Title Black_2_1">
    <p:bg>
      <p:bgPr>
        <a:solidFill>
          <a:schemeClr val="accent1"/>
        </a:solidFill>
      </p:bgPr>
    </p:bg>
    <p:spTree>
      <p:nvGrpSpPr>
        <p:cNvPr id="107" name="Shape 107"/>
        <p:cNvGrpSpPr/>
        <p:nvPr/>
      </p:nvGrpSpPr>
      <p:grpSpPr>
        <a:xfrm>
          <a:off x="0" y="0"/>
          <a:ext cx="0" cy="0"/>
          <a:chOff x="0" y="0"/>
          <a:chExt cx="0" cy="0"/>
        </a:xfrm>
      </p:grpSpPr>
      <p:sp>
        <p:nvSpPr>
          <p:cNvPr id="108" name="Google Shape;108;p18"/>
          <p:cNvSpPr txBox="1"/>
          <p:nvPr>
            <p:ph idx="1" type="body"/>
          </p:nvPr>
        </p:nvSpPr>
        <p:spPr>
          <a:xfrm>
            <a:off x="419825" y="417750"/>
            <a:ext cx="6757500" cy="1265700"/>
          </a:xfrm>
          <a:prstGeom prst="rect">
            <a:avLst/>
          </a:prstGeom>
          <a:noFill/>
          <a:ln>
            <a:noFill/>
          </a:ln>
        </p:spPr>
        <p:txBody>
          <a:bodyPr anchorCtr="0" anchor="t" bIns="0" lIns="0" spcFirstLastPara="1" rIns="0" wrap="square" tIns="0">
            <a:noAutofit/>
          </a:bodyPr>
          <a:lstStyle>
            <a:lvl1pPr indent="-228600" lvl="0" marL="457200">
              <a:lnSpc>
                <a:spcPct val="85000"/>
              </a:lnSpc>
              <a:spcBef>
                <a:spcPts val="0"/>
              </a:spcBef>
              <a:spcAft>
                <a:spcPts val="0"/>
              </a:spcAft>
              <a:buClr>
                <a:schemeClr val="lt1"/>
              </a:buClr>
              <a:buSzPts val="6600"/>
              <a:buFont typeface="Roboto Mono"/>
              <a:buNone/>
              <a:defRPr b="1" i="0" sz="6600" cap="none">
                <a:solidFill>
                  <a:schemeClr val="lt1"/>
                </a:solidFill>
                <a:latin typeface="Roboto Mono"/>
                <a:ea typeface="Roboto Mono"/>
                <a:cs typeface="Roboto Mono"/>
                <a:sym typeface="Roboto Mono"/>
              </a:defRPr>
            </a:lvl1pPr>
            <a:lvl2pPr indent="-228600" lvl="1" marL="914400">
              <a:lnSpc>
                <a:spcPct val="80000"/>
              </a:lnSpc>
              <a:spcBef>
                <a:spcPts val="0"/>
              </a:spcBef>
              <a:spcAft>
                <a:spcPts val="0"/>
              </a:spcAft>
              <a:buClr>
                <a:schemeClr val="lt1"/>
              </a:buClr>
              <a:buSzPts val="6600"/>
              <a:buNone/>
              <a:defRPr b="1" i="0" sz="6600" cap="none">
                <a:solidFill>
                  <a:schemeClr val="lt1"/>
                </a:solidFill>
                <a:latin typeface="Arial"/>
                <a:ea typeface="Arial"/>
                <a:cs typeface="Arial"/>
                <a:sym typeface="Arial"/>
              </a:defRPr>
            </a:lvl2pPr>
            <a:lvl3pPr indent="-228600" lvl="2" marL="1371600">
              <a:lnSpc>
                <a:spcPct val="80000"/>
              </a:lnSpc>
              <a:spcBef>
                <a:spcPts val="0"/>
              </a:spcBef>
              <a:spcAft>
                <a:spcPts val="0"/>
              </a:spcAft>
              <a:buClr>
                <a:schemeClr val="lt1"/>
              </a:buClr>
              <a:buSzPts val="6600"/>
              <a:buNone/>
              <a:defRPr sz="6600">
                <a:solidFill>
                  <a:schemeClr val="lt1"/>
                </a:solidFill>
              </a:defRPr>
            </a:lvl3pPr>
            <a:lvl4pPr indent="-228600" lvl="3" marL="1828800">
              <a:lnSpc>
                <a:spcPct val="80000"/>
              </a:lnSpc>
              <a:spcBef>
                <a:spcPts val="0"/>
              </a:spcBef>
              <a:spcAft>
                <a:spcPts val="0"/>
              </a:spcAft>
              <a:buClr>
                <a:schemeClr val="lt1"/>
              </a:buClr>
              <a:buSzPts val="6600"/>
              <a:buNone/>
              <a:defRPr sz="6600">
                <a:solidFill>
                  <a:schemeClr val="lt1"/>
                </a:solidFill>
              </a:defRPr>
            </a:lvl4pPr>
            <a:lvl5pPr indent="-228600" lvl="4" marL="2286000">
              <a:lnSpc>
                <a:spcPct val="80000"/>
              </a:lnSpc>
              <a:spcBef>
                <a:spcPts val="0"/>
              </a:spcBef>
              <a:spcAft>
                <a:spcPts val="0"/>
              </a:spcAft>
              <a:buClr>
                <a:schemeClr val="lt1"/>
              </a:buClr>
              <a:buSzPts val="6600"/>
              <a:buNone/>
              <a:defRPr sz="6600">
                <a:solidFill>
                  <a:schemeClr val="lt1"/>
                </a:solidFill>
              </a:defRPr>
            </a:lvl5pPr>
            <a:lvl6pPr indent="-228600" lvl="5" marL="2743200">
              <a:lnSpc>
                <a:spcPct val="80000"/>
              </a:lnSpc>
              <a:spcBef>
                <a:spcPts val="0"/>
              </a:spcBef>
              <a:spcAft>
                <a:spcPts val="0"/>
              </a:spcAft>
              <a:buClr>
                <a:schemeClr val="lt1"/>
              </a:buClr>
              <a:buSzPts val="6600"/>
              <a:buNone/>
              <a:defRPr sz="6600">
                <a:solidFill>
                  <a:schemeClr val="lt1"/>
                </a:solidFill>
              </a:defRPr>
            </a:lvl6pPr>
            <a:lvl7pPr indent="-228600" lvl="6" marL="3200400">
              <a:lnSpc>
                <a:spcPct val="80000"/>
              </a:lnSpc>
              <a:spcBef>
                <a:spcPts val="0"/>
              </a:spcBef>
              <a:spcAft>
                <a:spcPts val="0"/>
              </a:spcAft>
              <a:buClr>
                <a:schemeClr val="lt1"/>
              </a:buClr>
              <a:buSzPts val="6600"/>
              <a:buNone/>
              <a:defRPr sz="6600">
                <a:solidFill>
                  <a:schemeClr val="lt1"/>
                </a:solidFill>
              </a:defRPr>
            </a:lvl7pPr>
            <a:lvl8pPr indent="-228600" lvl="7" marL="3657600">
              <a:lnSpc>
                <a:spcPct val="80000"/>
              </a:lnSpc>
              <a:spcBef>
                <a:spcPts val="0"/>
              </a:spcBef>
              <a:spcAft>
                <a:spcPts val="0"/>
              </a:spcAft>
              <a:buClr>
                <a:schemeClr val="lt1"/>
              </a:buClr>
              <a:buSzPts val="6600"/>
              <a:buNone/>
              <a:defRPr sz="6600">
                <a:solidFill>
                  <a:schemeClr val="lt1"/>
                </a:solidFill>
              </a:defRPr>
            </a:lvl8pPr>
            <a:lvl9pPr indent="-228600" lvl="8" marL="4114800">
              <a:lnSpc>
                <a:spcPct val="80000"/>
              </a:lnSpc>
              <a:spcBef>
                <a:spcPts val="0"/>
              </a:spcBef>
              <a:spcAft>
                <a:spcPts val="0"/>
              </a:spcAft>
              <a:buClr>
                <a:schemeClr val="lt1"/>
              </a:buClr>
              <a:buSzPts val="6600"/>
              <a:buNone/>
              <a:defRPr sz="6600">
                <a:solidFill>
                  <a:schemeClr val="lt1"/>
                </a:solidFill>
              </a:defRPr>
            </a:lvl9pPr>
          </a:lstStyle>
          <a:p/>
        </p:txBody>
      </p:sp>
      <p:pic>
        <p:nvPicPr>
          <p:cNvPr id="109" name="Google Shape;109;p18"/>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extLst>
    <p:ext uri="{DCECCB84-F9BA-43D5-87BE-67443E8EF086}">
      <p15:sldGuideLst>
        <p15:guide id="1" pos="264">
          <p15:clr>
            <a:srgbClr val="E46962"/>
          </p15:clr>
        </p15:guide>
        <p15:guide id="2" orient="horz" pos="139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8 Blocks + Text">
  <p:cSld name="8 blocks">
    <p:bg>
      <p:bgPr>
        <a:solidFill>
          <a:schemeClr val="lt2"/>
        </a:solidFill>
      </p:bgPr>
    </p:bg>
    <p:spTree>
      <p:nvGrpSpPr>
        <p:cNvPr id="110" name="Shape 110"/>
        <p:cNvGrpSpPr/>
        <p:nvPr/>
      </p:nvGrpSpPr>
      <p:grpSpPr>
        <a:xfrm>
          <a:off x="0" y="0"/>
          <a:ext cx="0" cy="0"/>
          <a:chOff x="0" y="0"/>
          <a:chExt cx="0" cy="0"/>
        </a:xfrm>
      </p:grpSpPr>
      <p:sp>
        <p:nvSpPr>
          <p:cNvPr id="111" name="Google Shape;111;p19"/>
          <p:cNvSpPr/>
          <p:nvPr>
            <p:ph idx="1" type="body"/>
          </p:nvPr>
        </p:nvSpPr>
        <p:spPr>
          <a:xfrm>
            <a:off x="4668475"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2" name="Google Shape;112;p19"/>
          <p:cNvSpPr/>
          <p:nvPr>
            <p:ph idx="2" type="body"/>
          </p:nvPr>
        </p:nvSpPr>
        <p:spPr>
          <a:xfrm>
            <a:off x="6784050"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3" name="Google Shape;113;p19"/>
          <p:cNvSpPr/>
          <p:nvPr>
            <p:ph idx="3" type="body"/>
          </p:nvPr>
        </p:nvSpPr>
        <p:spPr>
          <a:xfrm>
            <a:off x="4668475"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4" name="Google Shape;114;p19"/>
          <p:cNvSpPr/>
          <p:nvPr>
            <p:ph idx="4" type="body"/>
          </p:nvPr>
        </p:nvSpPr>
        <p:spPr>
          <a:xfrm>
            <a:off x="6784050"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5" name="Google Shape;115;p19"/>
          <p:cNvSpPr/>
          <p:nvPr>
            <p:ph idx="5" type="body"/>
          </p:nvPr>
        </p:nvSpPr>
        <p:spPr>
          <a:xfrm>
            <a:off x="2544150"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6" name="Google Shape;116;p19"/>
          <p:cNvSpPr/>
          <p:nvPr>
            <p:ph idx="6" type="body"/>
          </p:nvPr>
        </p:nvSpPr>
        <p:spPr>
          <a:xfrm>
            <a:off x="2544150"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7" name="Google Shape;117;p19"/>
          <p:cNvSpPr/>
          <p:nvPr>
            <p:ph idx="7" type="body"/>
          </p:nvPr>
        </p:nvSpPr>
        <p:spPr>
          <a:xfrm>
            <a:off x="432075"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8" name="Google Shape;118;p19"/>
          <p:cNvSpPr/>
          <p:nvPr>
            <p:ph idx="8" type="body"/>
          </p:nvPr>
        </p:nvSpPr>
        <p:spPr>
          <a:xfrm>
            <a:off x="432075"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19" name="Google Shape;119;p19"/>
          <p:cNvSpPr txBox="1"/>
          <p:nvPr>
            <p:ph idx="9" type="body"/>
          </p:nvPr>
        </p:nvSpPr>
        <p:spPr>
          <a:xfrm>
            <a:off x="6955297"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0" name="Google Shape;120;p19"/>
          <p:cNvSpPr txBox="1"/>
          <p:nvPr>
            <p:ph idx="13" type="body"/>
          </p:nvPr>
        </p:nvSpPr>
        <p:spPr>
          <a:xfrm>
            <a:off x="6955297"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1" name="Google Shape;121;p19"/>
          <p:cNvSpPr txBox="1"/>
          <p:nvPr>
            <p:ph idx="14" type="body"/>
          </p:nvPr>
        </p:nvSpPr>
        <p:spPr>
          <a:xfrm>
            <a:off x="4839722"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2" name="Google Shape;122;p19"/>
          <p:cNvSpPr txBox="1"/>
          <p:nvPr>
            <p:ph idx="15" type="body"/>
          </p:nvPr>
        </p:nvSpPr>
        <p:spPr>
          <a:xfrm>
            <a:off x="4839722"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3" name="Google Shape;123;p19"/>
          <p:cNvSpPr txBox="1"/>
          <p:nvPr>
            <p:ph idx="16" type="body"/>
          </p:nvPr>
        </p:nvSpPr>
        <p:spPr>
          <a:xfrm>
            <a:off x="2715397"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4" name="Google Shape;124;p19"/>
          <p:cNvSpPr txBox="1"/>
          <p:nvPr>
            <p:ph idx="17" type="body"/>
          </p:nvPr>
        </p:nvSpPr>
        <p:spPr>
          <a:xfrm>
            <a:off x="2715397"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5" name="Google Shape;125;p19"/>
          <p:cNvSpPr txBox="1"/>
          <p:nvPr>
            <p:ph idx="18" type="body"/>
          </p:nvPr>
        </p:nvSpPr>
        <p:spPr>
          <a:xfrm>
            <a:off x="603322"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6" name="Google Shape;126;p19"/>
          <p:cNvSpPr txBox="1"/>
          <p:nvPr>
            <p:ph idx="19" type="body"/>
          </p:nvPr>
        </p:nvSpPr>
        <p:spPr>
          <a:xfrm>
            <a:off x="603322"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100000"/>
              </a:lnSpc>
              <a:spcBef>
                <a:spcPts val="900"/>
              </a:spcBef>
              <a:spcAft>
                <a:spcPts val="0"/>
              </a:spcAft>
              <a:buSzPts val="1200"/>
              <a:buFont typeface="Roboto Mono"/>
              <a:buNone/>
              <a:defRPr b="1" sz="1200">
                <a:latin typeface="Roboto Mono"/>
                <a:ea typeface="Roboto Mono"/>
                <a:cs typeface="Roboto Mono"/>
                <a:sym typeface="Roboto Mono"/>
              </a:defRPr>
            </a:lvl2pPr>
            <a:lvl3pPr indent="-228600" lvl="2" marL="13716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100000"/>
              </a:lnSpc>
              <a:spcBef>
                <a:spcPts val="300"/>
              </a:spcBef>
              <a:spcAft>
                <a:spcPts val="0"/>
              </a:spcAft>
              <a:buSzPts val="1200"/>
              <a:buFont typeface="Roboto Mono"/>
              <a:buNone/>
              <a:defRPr b="1" sz="1200">
                <a:latin typeface="Roboto Mono"/>
                <a:ea typeface="Roboto Mono"/>
                <a:cs typeface="Roboto Mono"/>
                <a:sym typeface="Roboto Mono"/>
              </a:defRPr>
            </a:lvl4pPr>
            <a:lvl5pPr indent="-228600" lvl="4" marL="2286000" algn="l">
              <a:lnSpc>
                <a:spcPct val="100000"/>
              </a:lnSpc>
              <a:spcBef>
                <a:spcPts val="600"/>
              </a:spcBef>
              <a:spcAft>
                <a:spcPts val="0"/>
              </a:spcAft>
              <a:buSzPts val="1200"/>
              <a:buFont typeface="Roboto Mono"/>
              <a:buNone/>
              <a:defRPr b="1" sz="1200">
                <a:latin typeface="Roboto Mono"/>
                <a:ea typeface="Roboto Mono"/>
                <a:cs typeface="Roboto Mono"/>
                <a:sym typeface="Roboto Mono"/>
              </a:defRPr>
            </a:lvl5pPr>
            <a:lvl6pPr indent="-228600" lvl="5" marL="2743200" algn="l">
              <a:lnSpc>
                <a:spcPct val="100000"/>
              </a:lnSpc>
              <a:spcBef>
                <a:spcPts val="2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100000"/>
              </a:lnSpc>
              <a:spcBef>
                <a:spcPts val="1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100000"/>
              </a:lnSpc>
              <a:spcBef>
                <a:spcPts val="1200"/>
              </a:spcBef>
              <a:spcAft>
                <a:spcPts val="0"/>
              </a:spcAft>
              <a:buSzPts val="1200"/>
              <a:buNone/>
              <a:defRPr sz="1200"/>
            </a:lvl8pPr>
            <a:lvl9pPr indent="-228600" lvl="8" marL="4114800" algn="l">
              <a:lnSpc>
                <a:spcPct val="100000"/>
              </a:lnSpc>
              <a:spcBef>
                <a:spcPts val="1200"/>
              </a:spcBef>
              <a:spcAft>
                <a:spcPts val="100"/>
              </a:spcAft>
              <a:buSzPts val="1200"/>
              <a:buNone/>
              <a:defRPr sz="1200"/>
            </a:lvl9pPr>
          </a:lstStyle>
          <a:p/>
        </p:txBody>
      </p:sp>
      <p:sp>
        <p:nvSpPr>
          <p:cNvPr id="127" name="Google Shape;127;p19"/>
          <p:cNvSpPr txBox="1"/>
          <p:nvPr>
            <p:ph type="title"/>
          </p:nvPr>
        </p:nvSpPr>
        <p:spPr>
          <a:xfrm>
            <a:off x="419800" y="425875"/>
            <a:ext cx="2326500" cy="777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128" name="Google Shape;128;p19"/>
          <p:cNvSpPr txBox="1"/>
          <p:nvPr>
            <p:ph idx="20" type="body"/>
          </p:nvPr>
        </p:nvSpPr>
        <p:spPr>
          <a:xfrm>
            <a:off x="3258450" y="425875"/>
            <a:ext cx="2627100" cy="724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10000"/>
              </a:lnSpc>
              <a:spcBef>
                <a:spcPts val="500"/>
              </a:spcBef>
              <a:spcAft>
                <a:spcPts val="0"/>
              </a:spcAft>
              <a:buClr>
                <a:schemeClr val="dk1"/>
              </a:buClr>
              <a:buSzPts val="900"/>
              <a:buNone/>
              <a:defRPr sz="900"/>
            </a:lvl3pPr>
            <a:lvl4pPr indent="-228600" lvl="3" marL="1828800" algn="l">
              <a:lnSpc>
                <a:spcPct val="110000"/>
              </a:lnSpc>
              <a:spcBef>
                <a:spcPts val="500"/>
              </a:spcBef>
              <a:spcAft>
                <a:spcPts val="0"/>
              </a:spcAft>
              <a:buSzPts val="900"/>
              <a:buNone/>
              <a:defRPr sz="900"/>
            </a:lvl4pPr>
            <a:lvl5pPr indent="-228600" lvl="4" marL="2286000" algn="l">
              <a:lnSpc>
                <a:spcPct val="110000"/>
              </a:lnSpc>
              <a:spcBef>
                <a:spcPts val="500"/>
              </a:spcBef>
              <a:spcAft>
                <a:spcPts val="0"/>
              </a:spcAft>
              <a:buSzPts val="900"/>
              <a:buNone/>
              <a:defRPr sz="900"/>
            </a:lvl5pPr>
            <a:lvl6pPr indent="-228600" lvl="5" marL="2743200" algn="l">
              <a:lnSpc>
                <a:spcPct val="110000"/>
              </a:lnSpc>
              <a:spcBef>
                <a:spcPts val="500"/>
              </a:spcBef>
              <a:spcAft>
                <a:spcPts val="0"/>
              </a:spcAft>
              <a:buClr>
                <a:schemeClr val="dk1"/>
              </a:buClr>
              <a:buSzPts val="900"/>
              <a:buNone/>
              <a:defRPr sz="900"/>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sz="900"/>
            </a:lvl8pPr>
            <a:lvl9pPr indent="-228600" lvl="8" marL="4114800" algn="l">
              <a:lnSpc>
                <a:spcPct val="110000"/>
              </a:lnSpc>
              <a:spcBef>
                <a:spcPts val="500"/>
              </a:spcBef>
              <a:spcAft>
                <a:spcPts val="500"/>
              </a:spcAft>
              <a:buClr>
                <a:schemeClr val="dk1"/>
              </a:buClr>
              <a:buSzPts val="900"/>
              <a:buNone/>
              <a:defRPr sz="900"/>
            </a:lvl9pPr>
          </a:lstStyle>
          <a:p/>
        </p:txBody>
      </p:sp>
      <p:sp>
        <p:nvSpPr>
          <p:cNvPr id="129" name="Google Shape;129;p19"/>
          <p:cNvSpPr txBox="1"/>
          <p:nvPr>
            <p:ph idx="21" type="body"/>
          </p:nvPr>
        </p:nvSpPr>
        <p:spPr>
          <a:xfrm>
            <a:off x="6096800" y="425875"/>
            <a:ext cx="2627100" cy="724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10000"/>
              </a:lnSpc>
              <a:spcBef>
                <a:spcPts val="500"/>
              </a:spcBef>
              <a:spcAft>
                <a:spcPts val="0"/>
              </a:spcAft>
              <a:buClr>
                <a:schemeClr val="dk1"/>
              </a:buClr>
              <a:buSzPts val="900"/>
              <a:buNone/>
              <a:defRPr sz="900"/>
            </a:lvl3pPr>
            <a:lvl4pPr indent="-228600" lvl="3" marL="1828800" algn="l">
              <a:lnSpc>
                <a:spcPct val="110000"/>
              </a:lnSpc>
              <a:spcBef>
                <a:spcPts val="500"/>
              </a:spcBef>
              <a:spcAft>
                <a:spcPts val="0"/>
              </a:spcAft>
              <a:buSzPts val="900"/>
              <a:buNone/>
              <a:defRPr sz="900"/>
            </a:lvl4pPr>
            <a:lvl5pPr indent="-228600" lvl="4" marL="2286000" algn="l">
              <a:lnSpc>
                <a:spcPct val="110000"/>
              </a:lnSpc>
              <a:spcBef>
                <a:spcPts val="500"/>
              </a:spcBef>
              <a:spcAft>
                <a:spcPts val="0"/>
              </a:spcAft>
              <a:buSzPts val="900"/>
              <a:buNone/>
              <a:defRPr sz="900"/>
            </a:lvl5pPr>
            <a:lvl6pPr indent="-228600" lvl="5" marL="2743200" algn="l">
              <a:lnSpc>
                <a:spcPct val="110000"/>
              </a:lnSpc>
              <a:spcBef>
                <a:spcPts val="500"/>
              </a:spcBef>
              <a:spcAft>
                <a:spcPts val="0"/>
              </a:spcAft>
              <a:buClr>
                <a:schemeClr val="dk1"/>
              </a:buClr>
              <a:buSzPts val="900"/>
              <a:buNone/>
              <a:defRPr sz="900"/>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sz="900"/>
            </a:lvl8pPr>
            <a:lvl9pPr indent="-228600" lvl="8" marL="4114800" algn="l">
              <a:lnSpc>
                <a:spcPct val="110000"/>
              </a:lnSpc>
              <a:spcBef>
                <a:spcPts val="500"/>
              </a:spcBef>
              <a:spcAft>
                <a:spcPts val="500"/>
              </a:spcAft>
              <a:buClr>
                <a:schemeClr val="dk1"/>
              </a:buClr>
              <a:buSzPts val="900"/>
              <a:buNone/>
              <a:defRPr sz="900"/>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Agenda Blocks (8)">
  <p:cSld name="8 blocks_1">
    <p:bg>
      <p:bgPr>
        <a:solidFill>
          <a:schemeClr val="lt2"/>
        </a:solidFill>
      </p:bgPr>
    </p:bg>
    <p:spTree>
      <p:nvGrpSpPr>
        <p:cNvPr id="130" name="Shape 130"/>
        <p:cNvGrpSpPr/>
        <p:nvPr/>
      </p:nvGrpSpPr>
      <p:grpSpPr>
        <a:xfrm>
          <a:off x="0" y="0"/>
          <a:ext cx="0" cy="0"/>
          <a:chOff x="0" y="0"/>
          <a:chExt cx="0" cy="0"/>
        </a:xfrm>
      </p:grpSpPr>
      <p:sp>
        <p:nvSpPr>
          <p:cNvPr id="131" name="Google Shape;131;p20"/>
          <p:cNvSpPr/>
          <p:nvPr>
            <p:ph idx="1" type="body"/>
          </p:nvPr>
        </p:nvSpPr>
        <p:spPr>
          <a:xfrm>
            <a:off x="4668475"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2" name="Google Shape;132;p20"/>
          <p:cNvSpPr/>
          <p:nvPr>
            <p:ph idx="2" type="body"/>
          </p:nvPr>
        </p:nvSpPr>
        <p:spPr>
          <a:xfrm>
            <a:off x="6784050"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3" name="Google Shape;133;p20"/>
          <p:cNvSpPr/>
          <p:nvPr>
            <p:ph idx="3" type="body"/>
          </p:nvPr>
        </p:nvSpPr>
        <p:spPr>
          <a:xfrm>
            <a:off x="4668475"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4" name="Google Shape;134;p20"/>
          <p:cNvSpPr/>
          <p:nvPr>
            <p:ph idx="4" type="body"/>
          </p:nvPr>
        </p:nvSpPr>
        <p:spPr>
          <a:xfrm>
            <a:off x="6784050"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5" name="Google Shape;135;p20"/>
          <p:cNvSpPr/>
          <p:nvPr>
            <p:ph idx="5" type="body"/>
          </p:nvPr>
        </p:nvSpPr>
        <p:spPr>
          <a:xfrm>
            <a:off x="2544150"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6" name="Google Shape;136;p20"/>
          <p:cNvSpPr/>
          <p:nvPr>
            <p:ph idx="6" type="body"/>
          </p:nvPr>
        </p:nvSpPr>
        <p:spPr>
          <a:xfrm>
            <a:off x="2544150"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7" name="Google Shape;137;p20"/>
          <p:cNvSpPr/>
          <p:nvPr>
            <p:ph idx="7" type="body"/>
          </p:nvPr>
        </p:nvSpPr>
        <p:spPr>
          <a:xfrm>
            <a:off x="432075" y="1520775"/>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8" name="Google Shape;138;p20"/>
          <p:cNvSpPr/>
          <p:nvPr>
            <p:ph idx="8" type="body"/>
          </p:nvPr>
        </p:nvSpPr>
        <p:spPr>
          <a:xfrm>
            <a:off x="432075" y="2999041"/>
            <a:ext cx="1914600" cy="1326900"/>
          </a:xfrm>
          <a:prstGeom prst="roundRect">
            <a:avLst>
              <a:gd fmla="val 4268" name="adj"/>
            </a:avLst>
          </a:prstGeom>
          <a:solidFill>
            <a:schemeClr val="lt1"/>
          </a:solidFill>
          <a:ln>
            <a:noFill/>
          </a:ln>
        </p:spPr>
        <p:txBody>
          <a:bodyPr anchorCtr="0" anchor="t" bIns="144000" lIns="144000" spcFirstLastPara="1" rIns="108000" wrap="square" tIns="676650">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139" name="Google Shape;139;p20"/>
          <p:cNvSpPr txBox="1"/>
          <p:nvPr>
            <p:ph idx="9" type="body"/>
          </p:nvPr>
        </p:nvSpPr>
        <p:spPr>
          <a:xfrm>
            <a:off x="6955297"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0" name="Google Shape;140;p20"/>
          <p:cNvSpPr txBox="1"/>
          <p:nvPr>
            <p:ph idx="13" type="body"/>
          </p:nvPr>
        </p:nvSpPr>
        <p:spPr>
          <a:xfrm>
            <a:off x="6955297"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1" name="Google Shape;141;p20"/>
          <p:cNvSpPr txBox="1"/>
          <p:nvPr>
            <p:ph idx="14" type="body"/>
          </p:nvPr>
        </p:nvSpPr>
        <p:spPr>
          <a:xfrm>
            <a:off x="4839722"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2" name="Google Shape;142;p20"/>
          <p:cNvSpPr txBox="1"/>
          <p:nvPr>
            <p:ph idx="15" type="body"/>
          </p:nvPr>
        </p:nvSpPr>
        <p:spPr>
          <a:xfrm>
            <a:off x="4839722"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3" name="Google Shape;143;p20"/>
          <p:cNvSpPr txBox="1"/>
          <p:nvPr>
            <p:ph idx="16" type="body"/>
          </p:nvPr>
        </p:nvSpPr>
        <p:spPr>
          <a:xfrm>
            <a:off x="2715397"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4" name="Google Shape;144;p20"/>
          <p:cNvSpPr txBox="1"/>
          <p:nvPr>
            <p:ph idx="17" type="body"/>
          </p:nvPr>
        </p:nvSpPr>
        <p:spPr>
          <a:xfrm>
            <a:off x="2715400" y="1621303"/>
            <a:ext cx="1577100" cy="13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5" name="Google Shape;145;p20"/>
          <p:cNvSpPr txBox="1"/>
          <p:nvPr>
            <p:ph idx="18" type="body"/>
          </p:nvPr>
        </p:nvSpPr>
        <p:spPr>
          <a:xfrm>
            <a:off x="603322" y="1621327"/>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6" name="Google Shape;146;p20"/>
          <p:cNvSpPr txBox="1"/>
          <p:nvPr>
            <p:ph idx="19" type="body"/>
          </p:nvPr>
        </p:nvSpPr>
        <p:spPr>
          <a:xfrm>
            <a:off x="603322" y="3099593"/>
            <a:ext cx="1577100" cy="288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147" name="Google Shape;147;p20"/>
          <p:cNvSpPr txBox="1"/>
          <p:nvPr>
            <p:ph type="title"/>
          </p:nvPr>
        </p:nvSpPr>
        <p:spPr>
          <a:xfrm>
            <a:off x="419800" y="425875"/>
            <a:ext cx="5951700" cy="777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Dark Content Modules (8)">
  <p:cSld name="4 modules contrast + desc">
    <p:bg>
      <p:bgPr>
        <a:solidFill>
          <a:schemeClr val="lt2"/>
        </a:solidFill>
      </p:bgPr>
    </p:bg>
    <p:spTree>
      <p:nvGrpSpPr>
        <p:cNvPr id="148" name="Shape 148"/>
        <p:cNvGrpSpPr/>
        <p:nvPr/>
      </p:nvGrpSpPr>
      <p:grpSpPr>
        <a:xfrm>
          <a:off x="0" y="0"/>
          <a:ext cx="0" cy="0"/>
          <a:chOff x="0" y="0"/>
          <a:chExt cx="0" cy="0"/>
        </a:xfrm>
      </p:grpSpPr>
      <p:sp>
        <p:nvSpPr>
          <p:cNvPr id="149" name="Google Shape;149;p21"/>
          <p:cNvSpPr/>
          <p:nvPr/>
        </p:nvSpPr>
        <p:spPr>
          <a:xfrm>
            <a:off x="2545425" y="820075"/>
            <a:ext cx="1922100" cy="2110800"/>
          </a:xfrm>
          <a:prstGeom prst="roundRect">
            <a:avLst>
              <a:gd fmla="val 560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0" name="Google Shape;150;p21"/>
          <p:cNvSpPr/>
          <p:nvPr/>
        </p:nvSpPr>
        <p:spPr>
          <a:xfrm>
            <a:off x="4670150" y="820075"/>
            <a:ext cx="1922100" cy="2110800"/>
          </a:xfrm>
          <a:prstGeom prst="roundRect">
            <a:avLst>
              <a:gd fmla="val 560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1" name="Google Shape;151;p21"/>
          <p:cNvSpPr/>
          <p:nvPr/>
        </p:nvSpPr>
        <p:spPr>
          <a:xfrm>
            <a:off x="6794875" y="820075"/>
            <a:ext cx="1922100" cy="2110800"/>
          </a:xfrm>
          <a:prstGeom prst="roundRect">
            <a:avLst>
              <a:gd fmla="val 560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2" name="Google Shape;152;p21"/>
          <p:cNvSpPr/>
          <p:nvPr/>
        </p:nvSpPr>
        <p:spPr>
          <a:xfrm>
            <a:off x="418650" y="820075"/>
            <a:ext cx="1922100" cy="2110800"/>
          </a:xfrm>
          <a:prstGeom prst="roundRect">
            <a:avLst>
              <a:gd fmla="val 560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3" name="Google Shape;153;p21"/>
          <p:cNvSpPr/>
          <p:nvPr/>
        </p:nvSpPr>
        <p:spPr>
          <a:xfrm>
            <a:off x="419475" y="3138775"/>
            <a:ext cx="1922100" cy="1187100"/>
          </a:xfrm>
          <a:prstGeom prst="roundRect">
            <a:avLst>
              <a:gd fmla="val 900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54" name="Google Shape;154;p21"/>
          <p:cNvSpPr txBox="1"/>
          <p:nvPr>
            <p:ph type="title"/>
          </p:nvPr>
        </p:nvSpPr>
        <p:spPr>
          <a:xfrm>
            <a:off x="419812" y="425882"/>
            <a:ext cx="8304300" cy="394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2"/>
              </a:buClr>
              <a:buSzPts val="700"/>
              <a:buFont typeface="Roboto Mono"/>
              <a:buNone/>
              <a:defRPr>
                <a:solidFill>
                  <a:schemeClr val="dk2"/>
                </a:solidFill>
                <a:latin typeface="Roboto Mono"/>
                <a:ea typeface="Roboto Mono"/>
                <a:cs typeface="Roboto Mono"/>
                <a:sym typeface="Roboto Mono"/>
              </a:defRPr>
            </a:lvl1pPr>
            <a:lvl2pPr lvl="1" algn="l">
              <a:lnSpc>
                <a:spcPct val="80000"/>
              </a:lnSpc>
              <a:spcBef>
                <a:spcPts val="0"/>
              </a:spcBef>
              <a:spcAft>
                <a:spcPts val="0"/>
              </a:spcAft>
              <a:buClr>
                <a:schemeClr val="dk2"/>
              </a:buClr>
              <a:buSzPts val="700"/>
              <a:buNone/>
              <a:defRPr>
                <a:solidFill>
                  <a:schemeClr val="dk2"/>
                </a:solidFill>
              </a:defRPr>
            </a:lvl2pPr>
            <a:lvl3pPr lvl="2" algn="l">
              <a:lnSpc>
                <a:spcPct val="80000"/>
              </a:lnSpc>
              <a:spcBef>
                <a:spcPts val="0"/>
              </a:spcBef>
              <a:spcAft>
                <a:spcPts val="0"/>
              </a:spcAft>
              <a:buClr>
                <a:schemeClr val="dk2"/>
              </a:buClr>
              <a:buSzPts val="700"/>
              <a:buNone/>
              <a:defRPr>
                <a:solidFill>
                  <a:schemeClr val="dk2"/>
                </a:solidFill>
              </a:defRPr>
            </a:lvl3pPr>
            <a:lvl4pPr lvl="3" algn="l">
              <a:lnSpc>
                <a:spcPct val="80000"/>
              </a:lnSpc>
              <a:spcBef>
                <a:spcPts val="0"/>
              </a:spcBef>
              <a:spcAft>
                <a:spcPts val="0"/>
              </a:spcAft>
              <a:buClr>
                <a:schemeClr val="dk2"/>
              </a:buClr>
              <a:buSzPts val="700"/>
              <a:buNone/>
              <a:defRPr>
                <a:solidFill>
                  <a:schemeClr val="dk2"/>
                </a:solidFill>
              </a:defRPr>
            </a:lvl4pPr>
            <a:lvl5pPr lvl="4" algn="l">
              <a:lnSpc>
                <a:spcPct val="80000"/>
              </a:lnSpc>
              <a:spcBef>
                <a:spcPts val="0"/>
              </a:spcBef>
              <a:spcAft>
                <a:spcPts val="0"/>
              </a:spcAft>
              <a:buClr>
                <a:schemeClr val="dk2"/>
              </a:buClr>
              <a:buSzPts val="700"/>
              <a:buNone/>
              <a:defRPr>
                <a:solidFill>
                  <a:schemeClr val="dk2"/>
                </a:solidFill>
              </a:defRPr>
            </a:lvl5pPr>
            <a:lvl6pPr lvl="5" algn="l">
              <a:lnSpc>
                <a:spcPct val="80000"/>
              </a:lnSpc>
              <a:spcBef>
                <a:spcPts val="0"/>
              </a:spcBef>
              <a:spcAft>
                <a:spcPts val="0"/>
              </a:spcAft>
              <a:buClr>
                <a:schemeClr val="dk2"/>
              </a:buClr>
              <a:buSzPts val="700"/>
              <a:buNone/>
              <a:defRPr>
                <a:solidFill>
                  <a:schemeClr val="dk2"/>
                </a:solidFill>
              </a:defRPr>
            </a:lvl6pPr>
            <a:lvl7pPr lvl="6" algn="l">
              <a:lnSpc>
                <a:spcPct val="80000"/>
              </a:lnSpc>
              <a:spcBef>
                <a:spcPts val="0"/>
              </a:spcBef>
              <a:spcAft>
                <a:spcPts val="0"/>
              </a:spcAft>
              <a:buClr>
                <a:schemeClr val="dk2"/>
              </a:buClr>
              <a:buSzPts val="700"/>
              <a:buNone/>
              <a:defRPr>
                <a:solidFill>
                  <a:schemeClr val="dk2"/>
                </a:solidFill>
              </a:defRPr>
            </a:lvl7pPr>
            <a:lvl8pPr lvl="7" algn="l">
              <a:lnSpc>
                <a:spcPct val="80000"/>
              </a:lnSpc>
              <a:spcBef>
                <a:spcPts val="0"/>
              </a:spcBef>
              <a:spcAft>
                <a:spcPts val="0"/>
              </a:spcAft>
              <a:buClr>
                <a:schemeClr val="dk2"/>
              </a:buClr>
              <a:buSzPts val="700"/>
              <a:buNone/>
              <a:defRPr>
                <a:solidFill>
                  <a:schemeClr val="dk2"/>
                </a:solidFill>
              </a:defRPr>
            </a:lvl8pPr>
            <a:lvl9pPr lvl="8" algn="l">
              <a:lnSpc>
                <a:spcPct val="80000"/>
              </a:lnSpc>
              <a:spcBef>
                <a:spcPts val="0"/>
              </a:spcBef>
              <a:spcAft>
                <a:spcPts val="0"/>
              </a:spcAft>
              <a:buClr>
                <a:schemeClr val="dk2"/>
              </a:buClr>
              <a:buSzPts val="700"/>
              <a:buNone/>
              <a:defRPr>
                <a:solidFill>
                  <a:schemeClr val="dk2"/>
                </a:solidFill>
              </a:defRPr>
            </a:lvl9pPr>
          </a:lstStyle>
          <a:p/>
        </p:txBody>
      </p:sp>
      <p:sp>
        <p:nvSpPr>
          <p:cNvPr id="155" name="Google Shape;155;p21"/>
          <p:cNvSpPr txBox="1"/>
          <p:nvPr>
            <p:ph idx="1" type="body"/>
          </p:nvPr>
        </p:nvSpPr>
        <p:spPr>
          <a:xfrm>
            <a:off x="580325" y="3333750"/>
            <a:ext cx="1600500" cy="798900"/>
          </a:xfrm>
          <a:prstGeom prst="rect">
            <a:avLst/>
          </a:prstGeom>
          <a:noFill/>
          <a:ln>
            <a:noFill/>
          </a:ln>
        </p:spPr>
        <p:txBody>
          <a:bodyPr anchorCtr="0" anchor="t" bIns="41975" lIns="0" spcFirstLastPara="1" rIns="0" wrap="square" tIns="41975">
            <a:noAutofit/>
          </a:bodyPr>
          <a:lstStyle>
            <a:lvl1pPr indent="-228600" lvl="0" marL="457200">
              <a:lnSpc>
                <a:spcPct val="110000"/>
              </a:lnSpc>
              <a:spcBef>
                <a:spcPts val="0"/>
              </a:spcBef>
              <a:spcAft>
                <a:spcPts val="0"/>
              </a:spcAft>
              <a:buClr>
                <a:schemeClr val="lt1"/>
              </a:buClr>
              <a:buSzPts val="900"/>
              <a:buNone/>
              <a:defRPr>
                <a:solidFill>
                  <a:schemeClr val="lt1"/>
                </a:solidFill>
              </a:defRPr>
            </a:lvl1pPr>
            <a:lvl2pPr indent="-228600" lvl="1" marL="914400">
              <a:lnSpc>
                <a:spcPct val="110000"/>
              </a:lnSpc>
              <a:spcBef>
                <a:spcPts val="0"/>
              </a:spcBef>
              <a:spcAft>
                <a:spcPts val="0"/>
              </a:spcAft>
              <a:buClr>
                <a:schemeClr val="lt1"/>
              </a:buClr>
              <a:buSzPts val="800"/>
              <a:buNone/>
              <a:defRPr sz="900">
                <a:solidFill>
                  <a:schemeClr val="lt1"/>
                </a:solidFill>
              </a:defRPr>
            </a:lvl2pPr>
            <a:lvl3pPr indent="-228600" lvl="2" marL="1371600">
              <a:lnSpc>
                <a:spcPct val="110000"/>
              </a:lnSpc>
              <a:spcBef>
                <a:spcPts val="0"/>
              </a:spcBef>
              <a:spcAft>
                <a:spcPts val="0"/>
              </a:spcAft>
              <a:buClr>
                <a:schemeClr val="lt1"/>
              </a:buClr>
              <a:buSzPts val="900"/>
              <a:buNone/>
              <a:defRPr sz="900">
                <a:solidFill>
                  <a:schemeClr val="lt1"/>
                </a:solidFill>
              </a:defRPr>
            </a:lvl3pPr>
            <a:lvl4pPr indent="-228600" lvl="3" marL="1828800">
              <a:lnSpc>
                <a:spcPct val="110000"/>
              </a:lnSpc>
              <a:spcBef>
                <a:spcPts val="0"/>
              </a:spcBef>
              <a:spcAft>
                <a:spcPts val="0"/>
              </a:spcAft>
              <a:buClr>
                <a:schemeClr val="lt1"/>
              </a:buClr>
              <a:buSzPts val="900"/>
              <a:buNone/>
              <a:defRPr sz="900">
                <a:solidFill>
                  <a:schemeClr val="lt1"/>
                </a:solidFill>
              </a:defRPr>
            </a:lvl4pPr>
            <a:lvl5pPr indent="-228600" lvl="4" marL="2286000">
              <a:lnSpc>
                <a:spcPct val="110000"/>
              </a:lnSpc>
              <a:spcBef>
                <a:spcPts val="0"/>
              </a:spcBef>
              <a:spcAft>
                <a:spcPts val="0"/>
              </a:spcAft>
              <a:buClr>
                <a:schemeClr val="lt1"/>
              </a:buClr>
              <a:buSzPts val="900"/>
              <a:buFont typeface="Inter"/>
              <a:buNone/>
              <a:defRPr sz="900">
                <a:solidFill>
                  <a:schemeClr val="lt1"/>
                </a:solidFill>
                <a:latin typeface="Inter SemiBold"/>
                <a:ea typeface="Inter SemiBold"/>
                <a:cs typeface="Inter SemiBold"/>
                <a:sym typeface="Inter SemiBold"/>
              </a:defRPr>
            </a:lvl5pPr>
            <a:lvl6pPr indent="-228600" lvl="5" marL="2743200">
              <a:lnSpc>
                <a:spcPct val="110000"/>
              </a:lnSpc>
              <a:spcBef>
                <a:spcPts val="0"/>
              </a:spcBef>
              <a:spcAft>
                <a:spcPts val="0"/>
              </a:spcAft>
              <a:buClr>
                <a:schemeClr val="lt1"/>
              </a:buClr>
              <a:buSzPts val="900"/>
              <a:buFont typeface="Inter SemiBold"/>
              <a:buNone/>
              <a:defRPr sz="900">
                <a:solidFill>
                  <a:schemeClr val="lt1"/>
                </a:solidFill>
                <a:latin typeface="Inter SemiBold"/>
                <a:ea typeface="Inter SemiBold"/>
                <a:cs typeface="Inter SemiBold"/>
                <a:sym typeface="Inter SemiBold"/>
              </a:defRPr>
            </a:lvl6pPr>
            <a:lvl7pPr indent="-228600" lvl="6" marL="3200400">
              <a:lnSpc>
                <a:spcPct val="110000"/>
              </a:lnSpc>
              <a:spcBef>
                <a:spcPts val="0"/>
              </a:spcBef>
              <a:spcAft>
                <a:spcPts val="0"/>
              </a:spcAft>
              <a:buClr>
                <a:schemeClr val="lt1"/>
              </a:buClr>
              <a:buSzPts val="900"/>
              <a:buFont typeface="Inter"/>
              <a:buNone/>
              <a:defRPr>
                <a:solidFill>
                  <a:schemeClr val="lt1"/>
                </a:solidFill>
                <a:latin typeface="Inter SemiBold"/>
                <a:ea typeface="Inter SemiBold"/>
                <a:cs typeface="Inter SemiBold"/>
                <a:sym typeface="Inter SemiBold"/>
              </a:defRPr>
            </a:lvl7pPr>
            <a:lvl8pPr indent="-228600" lvl="7" marL="36576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8pPr>
            <a:lvl9pPr indent="-228600" lvl="8" marL="41148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9pPr>
          </a:lstStyle>
          <a:p/>
        </p:txBody>
      </p:sp>
      <p:sp>
        <p:nvSpPr>
          <p:cNvPr id="156" name="Google Shape;156;p21"/>
          <p:cNvSpPr txBox="1"/>
          <p:nvPr>
            <p:ph idx="2" type="body"/>
          </p:nvPr>
        </p:nvSpPr>
        <p:spPr>
          <a:xfrm>
            <a:off x="582050" y="1574700"/>
            <a:ext cx="1599600" cy="1263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Clr>
                <a:schemeClr val="dk1"/>
              </a:buClr>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Clr>
                <a:schemeClr val="dk1"/>
              </a:buClr>
              <a:buSzPts val="900"/>
              <a:buNone/>
              <a:defRPr sz="900"/>
            </a:lvl4pPr>
            <a:lvl5pPr indent="-228600" lvl="4" marL="2286000">
              <a:lnSpc>
                <a:spcPct val="110000"/>
              </a:lnSpc>
              <a:spcBef>
                <a:spcPts val="0"/>
              </a:spcBef>
              <a:spcAft>
                <a:spcPts val="0"/>
              </a:spcAft>
              <a:buClr>
                <a:schemeClr val="dk1"/>
              </a:buClr>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57" name="Google Shape;157;p21"/>
          <p:cNvSpPr txBox="1"/>
          <p:nvPr>
            <p:ph idx="3" type="title"/>
          </p:nvPr>
        </p:nvSpPr>
        <p:spPr>
          <a:xfrm>
            <a:off x="582000"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500"/>
              <a:buFont typeface="Roboto Mono"/>
              <a:buNone/>
              <a:defRPr sz="1500">
                <a:latin typeface="Roboto Mono"/>
                <a:ea typeface="Roboto Mono"/>
                <a:cs typeface="Roboto Mono"/>
                <a:sym typeface="Roboto Mono"/>
              </a:defRPr>
            </a:lvl1pPr>
            <a:lvl2pPr lvl="1">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2pPr>
            <a:lvl3pPr lvl="2">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3pPr>
            <a:lvl4pPr lvl="3">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4pPr>
            <a:lvl5pPr lvl="4">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5pPr>
            <a:lvl6pPr lvl="5">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6pPr>
            <a:lvl7pPr lvl="6">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7pPr>
            <a:lvl8pPr lvl="7">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8pPr>
            <a:lvl9pPr lvl="8">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9pPr>
          </a:lstStyle>
          <a:p/>
        </p:txBody>
      </p:sp>
      <p:sp>
        <p:nvSpPr>
          <p:cNvPr id="158" name="Google Shape;158;p21"/>
          <p:cNvSpPr txBox="1"/>
          <p:nvPr>
            <p:ph idx="4" type="body"/>
          </p:nvPr>
        </p:nvSpPr>
        <p:spPr>
          <a:xfrm>
            <a:off x="2706725" y="1574700"/>
            <a:ext cx="1599600" cy="1263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Clr>
                <a:schemeClr val="dk1"/>
              </a:buClr>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Clr>
                <a:schemeClr val="dk1"/>
              </a:buClr>
              <a:buSzPts val="900"/>
              <a:buNone/>
              <a:defRPr sz="900"/>
            </a:lvl4pPr>
            <a:lvl5pPr indent="-228600" lvl="4" marL="2286000">
              <a:lnSpc>
                <a:spcPct val="110000"/>
              </a:lnSpc>
              <a:spcBef>
                <a:spcPts val="0"/>
              </a:spcBef>
              <a:spcAft>
                <a:spcPts val="0"/>
              </a:spcAft>
              <a:buClr>
                <a:schemeClr val="dk1"/>
              </a:buClr>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59" name="Google Shape;159;p21"/>
          <p:cNvSpPr txBox="1"/>
          <p:nvPr>
            <p:ph idx="5" type="title"/>
          </p:nvPr>
        </p:nvSpPr>
        <p:spPr>
          <a:xfrm>
            <a:off x="2706675"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500"/>
              <a:buFont typeface="Roboto Mono"/>
              <a:buNone/>
              <a:defRPr sz="1500">
                <a:latin typeface="Roboto Mono"/>
                <a:ea typeface="Roboto Mono"/>
                <a:cs typeface="Roboto Mono"/>
                <a:sym typeface="Roboto Mono"/>
              </a:defRPr>
            </a:lvl1pPr>
            <a:lvl2pPr lvl="1">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2pPr>
            <a:lvl3pPr lvl="2">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3pPr>
            <a:lvl4pPr lvl="3">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4pPr>
            <a:lvl5pPr lvl="4">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5pPr>
            <a:lvl6pPr lvl="5">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6pPr>
            <a:lvl7pPr lvl="6">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7pPr>
            <a:lvl8pPr lvl="7">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8pPr>
            <a:lvl9pPr lvl="8">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9pPr>
          </a:lstStyle>
          <a:p/>
        </p:txBody>
      </p:sp>
      <p:sp>
        <p:nvSpPr>
          <p:cNvPr id="160" name="Google Shape;160;p21"/>
          <p:cNvSpPr txBox="1"/>
          <p:nvPr>
            <p:ph idx="6" type="body"/>
          </p:nvPr>
        </p:nvSpPr>
        <p:spPr>
          <a:xfrm>
            <a:off x="4831400" y="1574700"/>
            <a:ext cx="1599600" cy="1263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Clr>
                <a:schemeClr val="dk1"/>
              </a:buClr>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Clr>
                <a:schemeClr val="dk1"/>
              </a:buClr>
              <a:buSzPts val="900"/>
              <a:buNone/>
              <a:defRPr sz="900"/>
            </a:lvl4pPr>
            <a:lvl5pPr indent="-228600" lvl="4" marL="2286000">
              <a:lnSpc>
                <a:spcPct val="110000"/>
              </a:lnSpc>
              <a:spcBef>
                <a:spcPts val="0"/>
              </a:spcBef>
              <a:spcAft>
                <a:spcPts val="0"/>
              </a:spcAft>
              <a:buClr>
                <a:schemeClr val="dk1"/>
              </a:buClr>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61" name="Google Shape;161;p21"/>
          <p:cNvSpPr txBox="1"/>
          <p:nvPr>
            <p:ph idx="7" type="title"/>
          </p:nvPr>
        </p:nvSpPr>
        <p:spPr>
          <a:xfrm>
            <a:off x="4831350"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500"/>
              <a:buFont typeface="Roboto Mono"/>
              <a:buNone/>
              <a:defRPr sz="1500">
                <a:latin typeface="Roboto Mono"/>
                <a:ea typeface="Roboto Mono"/>
                <a:cs typeface="Roboto Mono"/>
                <a:sym typeface="Roboto Mono"/>
              </a:defRPr>
            </a:lvl1pPr>
            <a:lvl2pPr lvl="1">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2pPr>
            <a:lvl3pPr lvl="2">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3pPr>
            <a:lvl4pPr lvl="3">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4pPr>
            <a:lvl5pPr lvl="4">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5pPr>
            <a:lvl6pPr lvl="5">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6pPr>
            <a:lvl7pPr lvl="6">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7pPr>
            <a:lvl8pPr lvl="7">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8pPr>
            <a:lvl9pPr lvl="8">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9pPr>
          </a:lstStyle>
          <a:p/>
        </p:txBody>
      </p:sp>
      <p:sp>
        <p:nvSpPr>
          <p:cNvPr id="162" name="Google Shape;162;p21"/>
          <p:cNvSpPr txBox="1"/>
          <p:nvPr>
            <p:ph idx="8" type="body"/>
          </p:nvPr>
        </p:nvSpPr>
        <p:spPr>
          <a:xfrm>
            <a:off x="6956075" y="1574700"/>
            <a:ext cx="1599600" cy="1263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900"/>
              <a:buNone/>
              <a:defRPr/>
            </a:lvl1pPr>
            <a:lvl2pPr indent="-228600" lvl="1" marL="914400">
              <a:lnSpc>
                <a:spcPct val="110000"/>
              </a:lnSpc>
              <a:spcBef>
                <a:spcPts val="0"/>
              </a:spcBef>
              <a:spcAft>
                <a:spcPts val="0"/>
              </a:spcAft>
              <a:buClr>
                <a:schemeClr val="dk1"/>
              </a:buClr>
              <a:buSzPts val="800"/>
              <a:buNone/>
              <a:defRPr sz="900"/>
            </a:lvl2pPr>
            <a:lvl3pPr indent="-228600" lvl="2" marL="1371600">
              <a:lnSpc>
                <a:spcPct val="110000"/>
              </a:lnSpc>
              <a:spcBef>
                <a:spcPts val="0"/>
              </a:spcBef>
              <a:spcAft>
                <a:spcPts val="0"/>
              </a:spcAft>
              <a:buSzPts val="900"/>
              <a:buNone/>
              <a:defRPr sz="900"/>
            </a:lvl3pPr>
            <a:lvl4pPr indent="-228600" lvl="3" marL="1828800">
              <a:lnSpc>
                <a:spcPct val="110000"/>
              </a:lnSpc>
              <a:spcBef>
                <a:spcPts val="0"/>
              </a:spcBef>
              <a:spcAft>
                <a:spcPts val="0"/>
              </a:spcAft>
              <a:buClr>
                <a:schemeClr val="dk1"/>
              </a:buClr>
              <a:buSzPts val="900"/>
              <a:buNone/>
              <a:defRPr sz="900"/>
            </a:lvl4pPr>
            <a:lvl5pPr indent="-228600" lvl="4" marL="2286000">
              <a:lnSpc>
                <a:spcPct val="110000"/>
              </a:lnSpc>
              <a:spcBef>
                <a:spcPts val="0"/>
              </a:spcBef>
              <a:spcAft>
                <a:spcPts val="0"/>
              </a:spcAft>
              <a:buClr>
                <a:schemeClr val="dk1"/>
              </a:buClr>
              <a:buSzPts val="900"/>
              <a:buFont typeface="Inter"/>
              <a:buNone/>
              <a:defRPr sz="900">
                <a:latin typeface="Inter SemiBold"/>
                <a:ea typeface="Inter SemiBold"/>
                <a:cs typeface="Inter SemiBold"/>
                <a:sym typeface="Inter SemiBold"/>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SemiBold"/>
                <a:ea typeface="Inter SemiBold"/>
                <a:cs typeface="Inter SemiBold"/>
                <a:sym typeface="Inter SemiBold"/>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63" name="Google Shape;163;p21"/>
          <p:cNvSpPr txBox="1"/>
          <p:nvPr>
            <p:ph idx="9" type="title"/>
          </p:nvPr>
        </p:nvSpPr>
        <p:spPr>
          <a:xfrm>
            <a:off x="6956025" y="990900"/>
            <a:ext cx="1599600" cy="583800"/>
          </a:xfrm>
          <a:prstGeom prst="rect">
            <a:avLst/>
          </a:prstGeom>
        </p:spPr>
        <p:txBody>
          <a:bodyPr anchorCtr="0" anchor="t" bIns="0" lIns="0" spcFirstLastPara="1" rIns="0" wrap="square" tIns="0">
            <a:noAutofit/>
          </a:bodyPr>
          <a:lstStyle>
            <a:lvl1pPr lvl="0">
              <a:spcBef>
                <a:spcPts val="0"/>
              </a:spcBef>
              <a:spcAft>
                <a:spcPts val="0"/>
              </a:spcAft>
              <a:buSzPts val="1500"/>
              <a:buFont typeface="Roboto Mono"/>
              <a:buNone/>
              <a:defRPr sz="1500">
                <a:latin typeface="Roboto Mono"/>
                <a:ea typeface="Roboto Mono"/>
                <a:cs typeface="Roboto Mono"/>
                <a:sym typeface="Roboto Mono"/>
              </a:defRPr>
            </a:lvl1pPr>
            <a:lvl2pPr lvl="1">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2pPr>
            <a:lvl3pPr lvl="2">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3pPr>
            <a:lvl4pPr lvl="3">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4pPr>
            <a:lvl5pPr lvl="4">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5pPr>
            <a:lvl6pPr lvl="5">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6pPr>
            <a:lvl7pPr lvl="6">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7pPr>
            <a:lvl8pPr lvl="7">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8pPr>
            <a:lvl9pPr lvl="8">
              <a:spcBef>
                <a:spcPts val="0"/>
              </a:spcBef>
              <a:spcAft>
                <a:spcPts val="0"/>
              </a:spcAft>
              <a:buClr>
                <a:schemeClr val="dk1"/>
              </a:buClr>
              <a:buSzPts val="1500"/>
              <a:buFont typeface="Roboto Mono"/>
              <a:buNone/>
              <a:defRPr sz="1500">
                <a:solidFill>
                  <a:schemeClr val="dk1"/>
                </a:solidFill>
                <a:latin typeface="Roboto Mono"/>
                <a:ea typeface="Roboto Mono"/>
                <a:cs typeface="Roboto Mono"/>
                <a:sym typeface="Roboto Mono"/>
              </a:defRPr>
            </a:lvl9pPr>
          </a:lstStyle>
          <a:p/>
        </p:txBody>
      </p:sp>
      <p:sp>
        <p:nvSpPr>
          <p:cNvPr id="164" name="Google Shape;164;p21"/>
          <p:cNvSpPr/>
          <p:nvPr/>
        </p:nvSpPr>
        <p:spPr>
          <a:xfrm>
            <a:off x="2545475" y="3138775"/>
            <a:ext cx="1922100" cy="1187100"/>
          </a:xfrm>
          <a:prstGeom prst="roundRect">
            <a:avLst>
              <a:gd fmla="val 900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5" name="Google Shape;165;p21"/>
          <p:cNvSpPr txBox="1"/>
          <p:nvPr>
            <p:ph idx="13" type="body"/>
          </p:nvPr>
        </p:nvSpPr>
        <p:spPr>
          <a:xfrm>
            <a:off x="2706325" y="3333750"/>
            <a:ext cx="1600500" cy="798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Clr>
                <a:schemeClr val="lt1"/>
              </a:buClr>
              <a:buSzPts val="900"/>
              <a:buNone/>
              <a:defRPr>
                <a:solidFill>
                  <a:schemeClr val="lt1"/>
                </a:solidFill>
              </a:defRPr>
            </a:lvl1pPr>
            <a:lvl2pPr indent="-228600" lvl="1" marL="914400">
              <a:lnSpc>
                <a:spcPct val="110000"/>
              </a:lnSpc>
              <a:spcBef>
                <a:spcPts val="0"/>
              </a:spcBef>
              <a:spcAft>
                <a:spcPts val="0"/>
              </a:spcAft>
              <a:buClr>
                <a:schemeClr val="lt1"/>
              </a:buClr>
              <a:buSzPts val="800"/>
              <a:buNone/>
              <a:defRPr sz="900">
                <a:solidFill>
                  <a:schemeClr val="lt1"/>
                </a:solidFill>
              </a:defRPr>
            </a:lvl2pPr>
            <a:lvl3pPr indent="-228600" lvl="2" marL="1371600">
              <a:lnSpc>
                <a:spcPct val="110000"/>
              </a:lnSpc>
              <a:spcBef>
                <a:spcPts val="0"/>
              </a:spcBef>
              <a:spcAft>
                <a:spcPts val="0"/>
              </a:spcAft>
              <a:buClr>
                <a:schemeClr val="lt1"/>
              </a:buClr>
              <a:buSzPts val="900"/>
              <a:buNone/>
              <a:defRPr sz="900">
                <a:solidFill>
                  <a:schemeClr val="lt1"/>
                </a:solidFill>
              </a:defRPr>
            </a:lvl3pPr>
            <a:lvl4pPr indent="-228600" lvl="3" marL="1828800">
              <a:lnSpc>
                <a:spcPct val="110000"/>
              </a:lnSpc>
              <a:spcBef>
                <a:spcPts val="0"/>
              </a:spcBef>
              <a:spcAft>
                <a:spcPts val="0"/>
              </a:spcAft>
              <a:buClr>
                <a:schemeClr val="lt1"/>
              </a:buClr>
              <a:buSzPts val="900"/>
              <a:buNone/>
              <a:defRPr sz="900">
                <a:solidFill>
                  <a:schemeClr val="lt1"/>
                </a:solidFill>
              </a:defRPr>
            </a:lvl4pPr>
            <a:lvl5pPr indent="-228600" lvl="4" marL="2286000">
              <a:lnSpc>
                <a:spcPct val="110000"/>
              </a:lnSpc>
              <a:spcBef>
                <a:spcPts val="0"/>
              </a:spcBef>
              <a:spcAft>
                <a:spcPts val="0"/>
              </a:spcAft>
              <a:buClr>
                <a:schemeClr val="lt1"/>
              </a:buClr>
              <a:buSzPts val="900"/>
              <a:buFont typeface="Inter"/>
              <a:buNone/>
              <a:defRPr sz="900">
                <a:solidFill>
                  <a:schemeClr val="lt1"/>
                </a:solidFill>
                <a:latin typeface="Inter SemiBold"/>
                <a:ea typeface="Inter SemiBold"/>
                <a:cs typeface="Inter SemiBold"/>
                <a:sym typeface="Inter SemiBold"/>
              </a:defRPr>
            </a:lvl5pPr>
            <a:lvl6pPr indent="-228600" lvl="5" marL="2743200">
              <a:lnSpc>
                <a:spcPct val="110000"/>
              </a:lnSpc>
              <a:spcBef>
                <a:spcPts val="0"/>
              </a:spcBef>
              <a:spcAft>
                <a:spcPts val="0"/>
              </a:spcAft>
              <a:buClr>
                <a:schemeClr val="lt1"/>
              </a:buClr>
              <a:buSzPts val="900"/>
              <a:buFont typeface="Inter SemiBold"/>
              <a:buNone/>
              <a:defRPr sz="900">
                <a:solidFill>
                  <a:schemeClr val="lt1"/>
                </a:solidFill>
                <a:latin typeface="Inter SemiBold"/>
                <a:ea typeface="Inter SemiBold"/>
                <a:cs typeface="Inter SemiBold"/>
                <a:sym typeface="Inter SemiBold"/>
              </a:defRPr>
            </a:lvl6pPr>
            <a:lvl7pPr indent="-228600" lvl="6" marL="3200400">
              <a:lnSpc>
                <a:spcPct val="110000"/>
              </a:lnSpc>
              <a:spcBef>
                <a:spcPts val="0"/>
              </a:spcBef>
              <a:spcAft>
                <a:spcPts val="0"/>
              </a:spcAft>
              <a:buClr>
                <a:schemeClr val="lt1"/>
              </a:buClr>
              <a:buSzPts val="900"/>
              <a:buFont typeface="Inter"/>
              <a:buNone/>
              <a:defRPr>
                <a:solidFill>
                  <a:schemeClr val="lt1"/>
                </a:solidFill>
                <a:latin typeface="Inter SemiBold"/>
                <a:ea typeface="Inter SemiBold"/>
                <a:cs typeface="Inter SemiBold"/>
                <a:sym typeface="Inter SemiBold"/>
              </a:defRPr>
            </a:lvl7pPr>
            <a:lvl8pPr indent="-228600" lvl="7" marL="36576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8pPr>
            <a:lvl9pPr indent="-228600" lvl="8" marL="41148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9pPr>
          </a:lstStyle>
          <a:p/>
        </p:txBody>
      </p:sp>
      <p:sp>
        <p:nvSpPr>
          <p:cNvPr id="166" name="Google Shape;166;p21"/>
          <p:cNvSpPr/>
          <p:nvPr/>
        </p:nvSpPr>
        <p:spPr>
          <a:xfrm>
            <a:off x="4671475" y="3138775"/>
            <a:ext cx="1922100" cy="1187100"/>
          </a:xfrm>
          <a:prstGeom prst="roundRect">
            <a:avLst>
              <a:gd fmla="val 900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7" name="Google Shape;167;p21"/>
          <p:cNvSpPr txBox="1"/>
          <p:nvPr>
            <p:ph idx="14" type="body"/>
          </p:nvPr>
        </p:nvSpPr>
        <p:spPr>
          <a:xfrm>
            <a:off x="4832325" y="3333750"/>
            <a:ext cx="1600500" cy="798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Clr>
                <a:schemeClr val="lt1"/>
              </a:buClr>
              <a:buSzPts val="900"/>
              <a:buNone/>
              <a:defRPr>
                <a:solidFill>
                  <a:schemeClr val="lt1"/>
                </a:solidFill>
              </a:defRPr>
            </a:lvl1pPr>
            <a:lvl2pPr indent="-228600" lvl="1" marL="914400">
              <a:lnSpc>
                <a:spcPct val="110000"/>
              </a:lnSpc>
              <a:spcBef>
                <a:spcPts val="0"/>
              </a:spcBef>
              <a:spcAft>
                <a:spcPts val="0"/>
              </a:spcAft>
              <a:buClr>
                <a:schemeClr val="lt1"/>
              </a:buClr>
              <a:buSzPts val="800"/>
              <a:buNone/>
              <a:defRPr sz="900">
                <a:solidFill>
                  <a:schemeClr val="lt1"/>
                </a:solidFill>
              </a:defRPr>
            </a:lvl2pPr>
            <a:lvl3pPr indent="-228600" lvl="2" marL="1371600">
              <a:lnSpc>
                <a:spcPct val="110000"/>
              </a:lnSpc>
              <a:spcBef>
                <a:spcPts val="0"/>
              </a:spcBef>
              <a:spcAft>
                <a:spcPts val="0"/>
              </a:spcAft>
              <a:buClr>
                <a:schemeClr val="lt1"/>
              </a:buClr>
              <a:buSzPts val="900"/>
              <a:buNone/>
              <a:defRPr sz="900">
                <a:solidFill>
                  <a:schemeClr val="lt1"/>
                </a:solidFill>
              </a:defRPr>
            </a:lvl3pPr>
            <a:lvl4pPr indent="-228600" lvl="3" marL="1828800">
              <a:lnSpc>
                <a:spcPct val="110000"/>
              </a:lnSpc>
              <a:spcBef>
                <a:spcPts val="0"/>
              </a:spcBef>
              <a:spcAft>
                <a:spcPts val="0"/>
              </a:spcAft>
              <a:buClr>
                <a:schemeClr val="lt1"/>
              </a:buClr>
              <a:buSzPts val="900"/>
              <a:buNone/>
              <a:defRPr sz="900">
                <a:solidFill>
                  <a:schemeClr val="lt1"/>
                </a:solidFill>
              </a:defRPr>
            </a:lvl4pPr>
            <a:lvl5pPr indent="-228600" lvl="4" marL="2286000">
              <a:lnSpc>
                <a:spcPct val="110000"/>
              </a:lnSpc>
              <a:spcBef>
                <a:spcPts val="0"/>
              </a:spcBef>
              <a:spcAft>
                <a:spcPts val="0"/>
              </a:spcAft>
              <a:buClr>
                <a:schemeClr val="lt1"/>
              </a:buClr>
              <a:buSzPts val="900"/>
              <a:buFont typeface="Inter"/>
              <a:buNone/>
              <a:defRPr sz="900">
                <a:solidFill>
                  <a:schemeClr val="lt1"/>
                </a:solidFill>
                <a:latin typeface="Inter SemiBold"/>
                <a:ea typeface="Inter SemiBold"/>
                <a:cs typeface="Inter SemiBold"/>
                <a:sym typeface="Inter SemiBold"/>
              </a:defRPr>
            </a:lvl5pPr>
            <a:lvl6pPr indent="-228600" lvl="5" marL="2743200">
              <a:lnSpc>
                <a:spcPct val="110000"/>
              </a:lnSpc>
              <a:spcBef>
                <a:spcPts val="0"/>
              </a:spcBef>
              <a:spcAft>
                <a:spcPts val="0"/>
              </a:spcAft>
              <a:buClr>
                <a:schemeClr val="lt1"/>
              </a:buClr>
              <a:buSzPts val="900"/>
              <a:buFont typeface="Inter SemiBold"/>
              <a:buNone/>
              <a:defRPr sz="900">
                <a:solidFill>
                  <a:schemeClr val="lt1"/>
                </a:solidFill>
                <a:latin typeface="Inter SemiBold"/>
                <a:ea typeface="Inter SemiBold"/>
                <a:cs typeface="Inter SemiBold"/>
                <a:sym typeface="Inter SemiBold"/>
              </a:defRPr>
            </a:lvl6pPr>
            <a:lvl7pPr indent="-228600" lvl="6" marL="3200400">
              <a:lnSpc>
                <a:spcPct val="110000"/>
              </a:lnSpc>
              <a:spcBef>
                <a:spcPts val="0"/>
              </a:spcBef>
              <a:spcAft>
                <a:spcPts val="0"/>
              </a:spcAft>
              <a:buClr>
                <a:schemeClr val="lt1"/>
              </a:buClr>
              <a:buSzPts val="900"/>
              <a:buFont typeface="Inter"/>
              <a:buNone/>
              <a:defRPr>
                <a:solidFill>
                  <a:schemeClr val="lt1"/>
                </a:solidFill>
                <a:latin typeface="Inter SemiBold"/>
                <a:ea typeface="Inter SemiBold"/>
                <a:cs typeface="Inter SemiBold"/>
                <a:sym typeface="Inter SemiBold"/>
              </a:defRPr>
            </a:lvl7pPr>
            <a:lvl8pPr indent="-228600" lvl="7" marL="36576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8pPr>
            <a:lvl9pPr indent="-228600" lvl="8" marL="41148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9pPr>
          </a:lstStyle>
          <a:p/>
        </p:txBody>
      </p:sp>
      <p:sp>
        <p:nvSpPr>
          <p:cNvPr id="168" name="Google Shape;168;p21"/>
          <p:cNvSpPr/>
          <p:nvPr/>
        </p:nvSpPr>
        <p:spPr>
          <a:xfrm>
            <a:off x="6797475" y="3138775"/>
            <a:ext cx="1922100" cy="1187100"/>
          </a:xfrm>
          <a:prstGeom prst="roundRect">
            <a:avLst>
              <a:gd fmla="val 900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9" name="Google Shape;169;p21"/>
          <p:cNvSpPr txBox="1"/>
          <p:nvPr>
            <p:ph idx="15" type="body"/>
          </p:nvPr>
        </p:nvSpPr>
        <p:spPr>
          <a:xfrm>
            <a:off x="6958325" y="3333750"/>
            <a:ext cx="1600500" cy="7989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Clr>
                <a:schemeClr val="lt1"/>
              </a:buClr>
              <a:buSzPts val="900"/>
              <a:buNone/>
              <a:defRPr>
                <a:solidFill>
                  <a:schemeClr val="lt1"/>
                </a:solidFill>
              </a:defRPr>
            </a:lvl1pPr>
            <a:lvl2pPr indent="-228600" lvl="1" marL="914400">
              <a:lnSpc>
                <a:spcPct val="110000"/>
              </a:lnSpc>
              <a:spcBef>
                <a:spcPts val="0"/>
              </a:spcBef>
              <a:spcAft>
                <a:spcPts val="0"/>
              </a:spcAft>
              <a:buClr>
                <a:schemeClr val="lt1"/>
              </a:buClr>
              <a:buSzPts val="800"/>
              <a:buNone/>
              <a:defRPr sz="900">
                <a:solidFill>
                  <a:schemeClr val="lt1"/>
                </a:solidFill>
              </a:defRPr>
            </a:lvl2pPr>
            <a:lvl3pPr indent="-228600" lvl="2" marL="1371600">
              <a:lnSpc>
                <a:spcPct val="110000"/>
              </a:lnSpc>
              <a:spcBef>
                <a:spcPts val="0"/>
              </a:spcBef>
              <a:spcAft>
                <a:spcPts val="0"/>
              </a:spcAft>
              <a:buClr>
                <a:schemeClr val="lt1"/>
              </a:buClr>
              <a:buSzPts val="900"/>
              <a:buNone/>
              <a:defRPr sz="900">
                <a:solidFill>
                  <a:schemeClr val="lt1"/>
                </a:solidFill>
              </a:defRPr>
            </a:lvl3pPr>
            <a:lvl4pPr indent="-228600" lvl="3" marL="1828800">
              <a:lnSpc>
                <a:spcPct val="110000"/>
              </a:lnSpc>
              <a:spcBef>
                <a:spcPts val="0"/>
              </a:spcBef>
              <a:spcAft>
                <a:spcPts val="0"/>
              </a:spcAft>
              <a:buClr>
                <a:schemeClr val="lt1"/>
              </a:buClr>
              <a:buSzPts val="900"/>
              <a:buNone/>
              <a:defRPr sz="900">
                <a:solidFill>
                  <a:schemeClr val="lt1"/>
                </a:solidFill>
              </a:defRPr>
            </a:lvl4pPr>
            <a:lvl5pPr indent="-228600" lvl="4" marL="2286000">
              <a:lnSpc>
                <a:spcPct val="110000"/>
              </a:lnSpc>
              <a:spcBef>
                <a:spcPts val="0"/>
              </a:spcBef>
              <a:spcAft>
                <a:spcPts val="0"/>
              </a:spcAft>
              <a:buClr>
                <a:schemeClr val="lt1"/>
              </a:buClr>
              <a:buSzPts val="900"/>
              <a:buFont typeface="Inter"/>
              <a:buNone/>
              <a:defRPr sz="900">
                <a:solidFill>
                  <a:schemeClr val="lt1"/>
                </a:solidFill>
                <a:latin typeface="Inter SemiBold"/>
                <a:ea typeface="Inter SemiBold"/>
                <a:cs typeface="Inter SemiBold"/>
                <a:sym typeface="Inter SemiBold"/>
              </a:defRPr>
            </a:lvl5pPr>
            <a:lvl6pPr indent="-228600" lvl="5" marL="2743200">
              <a:lnSpc>
                <a:spcPct val="110000"/>
              </a:lnSpc>
              <a:spcBef>
                <a:spcPts val="0"/>
              </a:spcBef>
              <a:spcAft>
                <a:spcPts val="0"/>
              </a:spcAft>
              <a:buClr>
                <a:schemeClr val="lt1"/>
              </a:buClr>
              <a:buSzPts val="900"/>
              <a:buFont typeface="Inter SemiBold"/>
              <a:buNone/>
              <a:defRPr sz="900">
                <a:solidFill>
                  <a:schemeClr val="lt1"/>
                </a:solidFill>
                <a:latin typeface="Inter SemiBold"/>
                <a:ea typeface="Inter SemiBold"/>
                <a:cs typeface="Inter SemiBold"/>
                <a:sym typeface="Inter SemiBold"/>
              </a:defRPr>
            </a:lvl6pPr>
            <a:lvl7pPr indent="-228600" lvl="6" marL="3200400">
              <a:lnSpc>
                <a:spcPct val="110000"/>
              </a:lnSpc>
              <a:spcBef>
                <a:spcPts val="0"/>
              </a:spcBef>
              <a:spcAft>
                <a:spcPts val="0"/>
              </a:spcAft>
              <a:buClr>
                <a:schemeClr val="lt1"/>
              </a:buClr>
              <a:buSzPts val="900"/>
              <a:buFont typeface="Inter"/>
              <a:buNone/>
              <a:defRPr>
                <a:solidFill>
                  <a:schemeClr val="lt1"/>
                </a:solidFill>
                <a:latin typeface="Inter SemiBold"/>
                <a:ea typeface="Inter SemiBold"/>
                <a:cs typeface="Inter SemiBold"/>
                <a:sym typeface="Inter SemiBold"/>
              </a:defRPr>
            </a:lvl7pPr>
            <a:lvl8pPr indent="-228600" lvl="7" marL="36576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8pPr>
            <a:lvl9pPr indent="-228600" lvl="8" marL="4114800">
              <a:lnSpc>
                <a:spcPct val="110000"/>
              </a:lnSpc>
              <a:spcBef>
                <a:spcPts val="0"/>
              </a:spcBef>
              <a:spcAft>
                <a:spcPts val="0"/>
              </a:spcAft>
              <a:buClr>
                <a:schemeClr val="lt1"/>
              </a:buClr>
              <a:buSzPts val="900"/>
              <a:buFont typeface="Inter"/>
              <a:buNone/>
              <a:defRPr sz="900">
                <a:solidFill>
                  <a:schemeClr val="lt1"/>
                </a:solidFill>
                <a:latin typeface="Inter"/>
                <a:ea typeface="Inter"/>
                <a:cs typeface="Inter"/>
                <a:sym typeface="Inter"/>
              </a:defRPr>
            </a:lvl9pPr>
          </a:lstStyle>
          <a:p/>
        </p:txBody>
      </p:sp>
      <p:pic>
        <p:nvPicPr>
          <p:cNvPr id="170" name="Google Shape;170;p21"/>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Dark Content Modules (6)">
  <p:cSld name="4 modules contrast + desc_1">
    <p:bg>
      <p:bgPr>
        <a:solidFill>
          <a:schemeClr val="lt2"/>
        </a:solidFill>
      </p:bgPr>
    </p:bg>
    <p:spTree>
      <p:nvGrpSpPr>
        <p:cNvPr id="171" name="Shape 171"/>
        <p:cNvGrpSpPr/>
        <p:nvPr/>
      </p:nvGrpSpPr>
      <p:grpSpPr>
        <a:xfrm>
          <a:off x="0" y="0"/>
          <a:ext cx="0" cy="0"/>
          <a:chOff x="0" y="0"/>
          <a:chExt cx="0" cy="0"/>
        </a:xfrm>
      </p:grpSpPr>
      <p:sp>
        <p:nvSpPr>
          <p:cNvPr id="172" name="Google Shape;172;p22"/>
          <p:cNvSpPr/>
          <p:nvPr/>
        </p:nvSpPr>
        <p:spPr>
          <a:xfrm>
            <a:off x="418650" y="820075"/>
            <a:ext cx="2627400" cy="2119200"/>
          </a:xfrm>
          <a:prstGeom prst="roundRect">
            <a:avLst>
              <a:gd fmla="val 4849" name="adj"/>
            </a:avLst>
          </a:prstGeom>
          <a:solidFill>
            <a:schemeClr val="lt1"/>
          </a:solidFill>
          <a:ln>
            <a:noFill/>
          </a:ln>
        </p:spPr>
        <p:txBody>
          <a:bodyPr anchorCtr="0" anchor="ctr" bIns="144000" lIns="144000" spcFirstLastPara="1" rIns="144000" wrap="square" tIns="144000">
            <a:noAutofit/>
          </a:bodyPr>
          <a:lstStyle/>
          <a:p>
            <a:pPr indent="0" lvl="0" marL="0" rtl="0" algn="l">
              <a:spcBef>
                <a:spcPts val="0"/>
              </a:spcBef>
              <a:spcAft>
                <a:spcPts val="0"/>
              </a:spcAft>
              <a:buNone/>
            </a:pPr>
            <a:r>
              <a:t/>
            </a:r>
            <a:endParaRPr>
              <a:solidFill>
                <a:schemeClr val="dk1"/>
              </a:solidFill>
            </a:endParaRPr>
          </a:p>
        </p:txBody>
      </p:sp>
      <p:sp>
        <p:nvSpPr>
          <p:cNvPr id="173" name="Google Shape;173;p22"/>
          <p:cNvSpPr txBox="1"/>
          <p:nvPr>
            <p:ph type="title"/>
          </p:nvPr>
        </p:nvSpPr>
        <p:spPr>
          <a:xfrm>
            <a:off x="419812" y="425882"/>
            <a:ext cx="8304300" cy="394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2"/>
              </a:buClr>
              <a:buSzPts val="700"/>
              <a:buFont typeface="Roboto Mono"/>
              <a:buNone/>
              <a:defRPr>
                <a:solidFill>
                  <a:schemeClr val="dk2"/>
                </a:solidFill>
                <a:latin typeface="Roboto Mono"/>
                <a:ea typeface="Roboto Mono"/>
                <a:cs typeface="Roboto Mono"/>
                <a:sym typeface="Roboto Mono"/>
              </a:defRPr>
            </a:lvl1pPr>
            <a:lvl2pPr lvl="1" algn="l">
              <a:lnSpc>
                <a:spcPct val="80000"/>
              </a:lnSpc>
              <a:spcBef>
                <a:spcPts val="0"/>
              </a:spcBef>
              <a:spcAft>
                <a:spcPts val="0"/>
              </a:spcAft>
              <a:buClr>
                <a:schemeClr val="dk2"/>
              </a:buClr>
              <a:buSzPts val="700"/>
              <a:buNone/>
              <a:defRPr>
                <a:solidFill>
                  <a:schemeClr val="dk2"/>
                </a:solidFill>
              </a:defRPr>
            </a:lvl2pPr>
            <a:lvl3pPr lvl="2" algn="l">
              <a:lnSpc>
                <a:spcPct val="80000"/>
              </a:lnSpc>
              <a:spcBef>
                <a:spcPts val="0"/>
              </a:spcBef>
              <a:spcAft>
                <a:spcPts val="0"/>
              </a:spcAft>
              <a:buClr>
                <a:schemeClr val="dk2"/>
              </a:buClr>
              <a:buSzPts val="700"/>
              <a:buNone/>
              <a:defRPr>
                <a:solidFill>
                  <a:schemeClr val="dk2"/>
                </a:solidFill>
              </a:defRPr>
            </a:lvl3pPr>
            <a:lvl4pPr lvl="3" algn="l">
              <a:lnSpc>
                <a:spcPct val="80000"/>
              </a:lnSpc>
              <a:spcBef>
                <a:spcPts val="0"/>
              </a:spcBef>
              <a:spcAft>
                <a:spcPts val="0"/>
              </a:spcAft>
              <a:buClr>
                <a:schemeClr val="dk2"/>
              </a:buClr>
              <a:buSzPts val="700"/>
              <a:buNone/>
              <a:defRPr>
                <a:solidFill>
                  <a:schemeClr val="dk2"/>
                </a:solidFill>
              </a:defRPr>
            </a:lvl4pPr>
            <a:lvl5pPr lvl="4" algn="l">
              <a:lnSpc>
                <a:spcPct val="80000"/>
              </a:lnSpc>
              <a:spcBef>
                <a:spcPts val="0"/>
              </a:spcBef>
              <a:spcAft>
                <a:spcPts val="0"/>
              </a:spcAft>
              <a:buClr>
                <a:schemeClr val="dk2"/>
              </a:buClr>
              <a:buSzPts val="700"/>
              <a:buNone/>
              <a:defRPr>
                <a:solidFill>
                  <a:schemeClr val="dk2"/>
                </a:solidFill>
              </a:defRPr>
            </a:lvl5pPr>
            <a:lvl6pPr lvl="5" algn="l">
              <a:lnSpc>
                <a:spcPct val="80000"/>
              </a:lnSpc>
              <a:spcBef>
                <a:spcPts val="0"/>
              </a:spcBef>
              <a:spcAft>
                <a:spcPts val="0"/>
              </a:spcAft>
              <a:buClr>
                <a:schemeClr val="dk2"/>
              </a:buClr>
              <a:buSzPts val="700"/>
              <a:buNone/>
              <a:defRPr>
                <a:solidFill>
                  <a:schemeClr val="dk2"/>
                </a:solidFill>
              </a:defRPr>
            </a:lvl6pPr>
            <a:lvl7pPr lvl="6" algn="l">
              <a:lnSpc>
                <a:spcPct val="80000"/>
              </a:lnSpc>
              <a:spcBef>
                <a:spcPts val="0"/>
              </a:spcBef>
              <a:spcAft>
                <a:spcPts val="0"/>
              </a:spcAft>
              <a:buClr>
                <a:schemeClr val="dk2"/>
              </a:buClr>
              <a:buSzPts val="700"/>
              <a:buNone/>
              <a:defRPr>
                <a:solidFill>
                  <a:schemeClr val="dk2"/>
                </a:solidFill>
              </a:defRPr>
            </a:lvl7pPr>
            <a:lvl8pPr lvl="7" algn="l">
              <a:lnSpc>
                <a:spcPct val="80000"/>
              </a:lnSpc>
              <a:spcBef>
                <a:spcPts val="0"/>
              </a:spcBef>
              <a:spcAft>
                <a:spcPts val="0"/>
              </a:spcAft>
              <a:buClr>
                <a:schemeClr val="dk2"/>
              </a:buClr>
              <a:buSzPts val="700"/>
              <a:buNone/>
              <a:defRPr>
                <a:solidFill>
                  <a:schemeClr val="dk2"/>
                </a:solidFill>
              </a:defRPr>
            </a:lvl8pPr>
            <a:lvl9pPr lvl="8" algn="l">
              <a:lnSpc>
                <a:spcPct val="80000"/>
              </a:lnSpc>
              <a:spcBef>
                <a:spcPts val="0"/>
              </a:spcBef>
              <a:spcAft>
                <a:spcPts val="0"/>
              </a:spcAft>
              <a:buClr>
                <a:schemeClr val="dk2"/>
              </a:buClr>
              <a:buSzPts val="700"/>
              <a:buNone/>
              <a:defRPr>
                <a:solidFill>
                  <a:schemeClr val="dk2"/>
                </a:solidFill>
              </a:defRPr>
            </a:lvl9pPr>
          </a:lstStyle>
          <a:p/>
        </p:txBody>
      </p:sp>
      <p:sp>
        <p:nvSpPr>
          <p:cNvPr id="174" name="Google Shape;174;p22"/>
          <p:cNvSpPr/>
          <p:nvPr>
            <p:ph idx="1" type="body"/>
          </p:nvPr>
        </p:nvSpPr>
        <p:spPr>
          <a:xfrm>
            <a:off x="419812" y="3138849"/>
            <a:ext cx="2627400" cy="1187100"/>
          </a:xfrm>
          <a:prstGeom prst="roundRect">
            <a:avLst>
              <a:gd fmla="val 9680"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175" name="Google Shape;175;p22"/>
          <p:cNvSpPr txBox="1"/>
          <p:nvPr>
            <p:ph idx="2" type="body"/>
          </p:nvPr>
        </p:nvSpPr>
        <p:spPr>
          <a:xfrm>
            <a:off x="627750" y="1574700"/>
            <a:ext cx="2226900" cy="11871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1100"/>
              <a:buFont typeface="Inter"/>
              <a:buNone/>
              <a:defRPr/>
            </a:lvl1pPr>
            <a:lvl2pPr indent="-228600" lvl="1" marL="914400">
              <a:lnSpc>
                <a:spcPct val="110000"/>
              </a:lnSpc>
              <a:spcBef>
                <a:spcPts val="0"/>
              </a:spcBef>
              <a:spcAft>
                <a:spcPts val="0"/>
              </a:spcAft>
              <a:buClr>
                <a:schemeClr val="dk1"/>
              </a:buClr>
              <a:buSzPts val="900"/>
              <a:buFont typeface="Inter"/>
              <a:buNone/>
              <a:defRPr sz="900"/>
            </a:lvl2pPr>
            <a:lvl3pPr indent="-228600" lvl="2" marL="1371600">
              <a:lnSpc>
                <a:spcPct val="110000"/>
              </a:lnSpc>
              <a:spcBef>
                <a:spcPts val="0"/>
              </a:spcBef>
              <a:spcAft>
                <a:spcPts val="0"/>
              </a:spcAft>
              <a:buSzPts val="900"/>
              <a:buFont typeface="Inter"/>
              <a:buNone/>
              <a:defRPr sz="900"/>
            </a:lvl3pPr>
            <a:lvl4pPr indent="-228600" lvl="3" marL="1828800">
              <a:lnSpc>
                <a:spcPct val="110000"/>
              </a:lnSpc>
              <a:spcBef>
                <a:spcPts val="0"/>
              </a:spcBef>
              <a:spcAft>
                <a:spcPts val="0"/>
              </a:spcAft>
              <a:buClr>
                <a:schemeClr val="dk1"/>
              </a:buClr>
              <a:buSzPts val="900"/>
              <a:buFont typeface="Inter"/>
              <a:buNone/>
              <a:defRPr sz="900">
                <a:latin typeface="Inter"/>
                <a:ea typeface="Inter"/>
                <a:cs typeface="Inter"/>
                <a:sym typeface="Inter"/>
              </a:defRPr>
            </a:lvl4pPr>
            <a:lvl5pPr indent="-228600" lvl="4" marL="2286000">
              <a:lnSpc>
                <a:spcPct val="110000"/>
              </a:lnSpc>
              <a:spcBef>
                <a:spcPts val="0"/>
              </a:spcBef>
              <a:spcAft>
                <a:spcPts val="0"/>
              </a:spcAft>
              <a:buClr>
                <a:schemeClr val="dk1"/>
              </a:buClr>
              <a:buSzPts val="900"/>
              <a:buFont typeface="Inter"/>
              <a:buNone/>
              <a:defRPr sz="900">
                <a:latin typeface="Inter"/>
                <a:ea typeface="Inter"/>
                <a:cs typeface="Inter"/>
                <a:sym typeface="Inter"/>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a:ea typeface="Inter"/>
                <a:cs typeface="Inter"/>
                <a:sym typeface="Inter"/>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76" name="Google Shape;176;p22"/>
          <p:cNvSpPr/>
          <p:nvPr>
            <p:ph idx="3" type="body"/>
          </p:nvPr>
        </p:nvSpPr>
        <p:spPr>
          <a:xfrm>
            <a:off x="3258887" y="3138849"/>
            <a:ext cx="2627400" cy="1187100"/>
          </a:xfrm>
          <a:prstGeom prst="roundRect">
            <a:avLst>
              <a:gd fmla="val 9680"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177" name="Google Shape;177;p22"/>
          <p:cNvSpPr/>
          <p:nvPr>
            <p:ph idx="4" type="body"/>
          </p:nvPr>
        </p:nvSpPr>
        <p:spPr>
          <a:xfrm>
            <a:off x="6097962" y="3138849"/>
            <a:ext cx="2627400" cy="1187100"/>
          </a:xfrm>
          <a:prstGeom prst="roundRect">
            <a:avLst>
              <a:gd fmla="val 9680"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178" name="Google Shape;178;p22"/>
          <p:cNvSpPr txBox="1"/>
          <p:nvPr>
            <p:ph idx="5" type="title"/>
          </p:nvPr>
        </p:nvSpPr>
        <p:spPr>
          <a:xfrm>
            <a:off x="627750" y="990900"/>
            <a:ext cx="2196600" cy="583800"/>
          </a:xfrm>
          <a:prstGeom prst="rect">
            <a:avLst/>
          </a:prstGeom>
        </p:spPr>
        <p:txBody>
          <a:bodyPr anchorCtr="0" anchor="t" bIns="0" lIns="0" spcFirstLastPara="1" rIns="0" wrap="square" tIns="0">
            <a:noAutofit/>
          </a:bodyPr>
          <a:lstStyle>
            <a:lvl1pPr lvl="0">
              <a:spcBef>
                <a:spcPts val="0"/>
              </a:spcBef>
              <a:spcAft>
                <a:spcPts val="0"/>
              </a:spcAft>
              <a:buSzPts val="1600"/>
              <a:buFont typeface="Roboto Mono"/>
              <a:buNone/>
              <a:defRPr>
                <a:latin typeface="Roboto Mono"/>
                <a:ea typeface="Roboto Mono"/>
                <a:cs typeface="Roboto Mono"/>
                <a:sym typeface="Roboto Mono"/>
              </a:defRPr>
            </a:lvl1pPr>
            <a:lvl2pPr lvl="1">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2pPr>
            <a:lvl3pPr lvl="2">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3pPr>
            <a:lvl4pPr lvl="3">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4pPr>
            <a:lvl5pPr lvl="4">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5pPr>
            <a:lvl6pPr lvl="5">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6pPr>
            <a:lvl7pPr lvl="6">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7pPr>
            <a:lvl8pPr lvl="7">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8pPr>
            <a:lvl9pPr lvl="8">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9pPr>
          </a:lstStyle>
          <a:p/>
        </p:txBody>
      </p:sp>
      <p:sp>
        <p:nvSpPr>
          <p:cNvPr id="179" name="Google Shape;179;p22"/>
          <p:cNvSpPr/>
          <p:nvPr/>
        </p:nvSpPr>
        <p:spPr>
          <a:xfrm>
            <a:off x="3258875" y="820075"/>
            <a:ext cx="2627400" cy="2119200"/>
          </a:xfrm>
          <a:prstGeom prst="roundRect">
            <a:avLst>
              <a:gd fmla="val 4849" name="adj"/>
            </a:avLst>
          </a:prstGeom>
          <a:solidFill>
            <a:schemeClr val="lt1"/>
          </a:solidFill>
          <a:ln>
            <a:noFill/>
          </a:ln>
        </p:spPr>
        <p:txBody>
          <a:bodyPr anchorCtr="0" anchor="ctr" bIns="144000" lIns="144000" spcFirstLastPara="1" rIns="144000" wrap="square" tIns="144000">
            <a:noAutofit/>
          </a:bodyPr>
          <a:lstStyle/>
          <a:p>
            <a:pPr indent="0" lvl="0" marL="0" rtl="0" algn="l">
              <a:spcBef>
                <a:spcPts val="0"/>
              </a:spcBef>
              <a:spcAft>
                <a:spcPts val="0"/>
              </a:spcAft>
              <a:buNone/>
            </a:pPr>
            <a:r>
              <a:t/>
            </a:r>
            <a:endParaRPr>
              <a:solidFill>
                <a:schemeClr val="dk1"/>
              </a:solidFill>
            </a:endParaRPr>
          </a:p>
        </p:txBody>
      </p:sp>
      <p:sp>
        <p:nvSpPr>
          <p:cNvPr id="180" name="Google Shape;180;p22"/>
          <p:cNvSpPr txBox="1"/>
          <p:nvPr>
            <p:ph idx="6" type="body"/>
          </p:nvPr>
        </p:nvSpPr>
        <p:spPr>
          <a:xfrm>
            <a:off x="3467825" y="1574700"/>
            <a:ext cx="2226900" cy="11871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1100"/>
              <a:buFont typeface="Inter"/>
              <a:buNone/>
              <a:defRPr/>
            </a:lvl1pPr>
            <a:lvl2pPr indent="-228600" lvl="1" marL="914400">
              <a:lnSpc>
                <a:spcPct val="110000"/>
              </a:lnSpc>
              <a:spcBef>
                <a:spcPts val="0"/>
              </a:spcBef>
              <a:spcAft>
                <a:spcPts val="0"/>
              </a:spcAft>
              <a:buClr>
                <a:schemeClr val="dk1"/>
              </a:buClr>
              <a:buSzPts val="900"/>
              <a:buFont typeface="Inter"/>
              <a:buNone/>
              <a:defRPr sz="900"/>
            </a:lvl2pPr>
            <a:lvl3pPr indent="-228600" lvl="2" marL="1371600">
              <a:lnSpc>
                <a:spcPct val="110000"/>
              </a:lnSpc>
              <a:spcBef>
                <a:spcPts val="0"/>
              </a:spcBef>
              <a:spcAft>
                <a:spcPts val="0"/>
              </a:spcAft>
              <a:buSzPts val="900"/>
              <a:buFont typeface="Inter"/>
              <a:buNone/>
              <a:defRPr sz="900"/>
            </a:lvl3pPr>
            <a:lvl4pPr indent="-228600" lvl="3" marL="1828800">
              <a:lnSpc>
                <a:spcPct val="110000"/>
              </a:lnSpc>
              <a:spcBef>
                <a:spcPts val="0"/>
              </a:spcBef>
              <a:spcAft>
                <a:spcPts val="0"/>
              </a:spcAft>
              <a:buClr>
                <a:schemeClr val="dk1"/>
              </a:buClr>
              <a:buSzPts val="900"/>
              <a:buFont typeface="Inter"/>
              <a:buNone/>
              <a:defRPr sz="900">
                <a:latin typeface="Inter"/>
                <a:ea typeface="Inter"/>
                <a:cs typeface="Inter"/>
                <a:sym typeface="Inter"/>
              </a:defRPr>
            </a:lvl4pPr>
            <a:lvl5pPr indent="-228600" lvl="4" marL="2286000">
              <a:lnSpc>
                <a:spcPct val="110000"/>
              </a:lnSpc>
              <a:spcBef>
                <a:spcPts val="0"/>
              </a:spcBef>
              <a:spcAft>
                <a:spcPts val="0"/>
              </a:spcAft>
              <a:buClr>
                <a:schemeClr val="dk1"/>
              </a:buClr>
              <a:buSzPts val="900"/>
              <a:buFont typeface="Inter"/>
              <a:buNone/>
              <a:defRPr sz="900">
                <a:latin typeface="Inter"/>
                <a:ea typeface="Inter"/>
                <a:cs typeface="Inter"/>
                <a:sym typeface="Inter"/>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a:ea typeface="Inter"/>
                <a:cs typeface="Inter"/>
                <a:sym typeface="Inter"/>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81" name="Google Shape;181;p22"/>
          <p:cNvSpPr txBox="1"/>
          <p:nvPr>
            <p:ph idx="7" type="title"/>
          </p:nvPr>
        </p:nvSpPr>
        <p:spPr>
          <a:xfrm>
            <a:off x="3467825" y="990900"/>
            <a:ext cx="2196600" cy="583800"/>
          </a:xfrm>
          <a:prstGeom prst="rect">
            <a:avLst/>
          </a:prstGeom>
        </p:spPr>
        <p:txBody>
          <a:bodyPr anchorCtr="0" anchor="t" bIns="0" lIns="0" spcFirstLastPara="1" rIns="0" wrap="square" tIns="0">
            <a:noAutofit/>
          </a:bodyPr>
          <a:lstStyle>
            <a:lvl1pPr lvl="0">
              <a:spcBef>
                <a:spcPts val="0"/>
              </a:spcBef>
              <a:spcAft>
                <a:spcPts val="0"/>
              </a:spcAft>
              <a:buSzPts val="1600"/>
              <a:buFont typeface="Roboto Mono"/>
              <a:buNone/>
              <a:defRPr>
                <a:latin typeface="Roboto Mono"/>
                <a:ea typeface="Roboto Mono"/>
                <a:cs typeface="Roboto Mono"/>
                <a:sym typeface="Roboto Mono"/>
              </a:defRPr>
            </a:lvl1pPr>
            <a:lvl2pPr lvl="1">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2pPr>
            <a:lvl3pPr lvl="2">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3pPr>
            <a:lvl4pPr lvl="3">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4pPr>
            <a:lvl5pPr lvl="4">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5pPr>
            <a:lvl6pPr lvl="5">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6pPr>
            <a:lvl7pPr lvl="6">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7pPr>
            <a:lvl8pPr lvl="7">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8pPr>
            <a:lvl9pPr lvl="8">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9pPr>
          </a:lstStyle>
          <a:p/>
        </p:txBody>
      </p:sp>
      <p:sp>
        <p:nvSpPr>
          <p:cNvPr id="182" name="Google Shape;182;p22"/>
          <p:cNvSpPr/>
          <p:nvPr/>
        </p:nvSpPr>
        <p:spPr>
          <a:xfrm>
            <a:off x="6099100" y="820075"/>
            <a:ext cx="2627400" cy="2119200"/>
          </a:xfrm>
          <a:prstGeom prst="roundRect">
            <a:avLst>
              <a:gd fmla="val 4849" name="adj"/>
            </a:avLst>
          </a:prstGeom>
          <a:solidFill>
            <a:schemeClr val="lt1"/>
          </a:solidFill>
          <a:ln>
            <a:noFill/>
          </a:ln>
        </p:spPr>
        <p:txBody>
          <a:bodyPr anchorCtr="0" anchor="ctr" bIns="144000" lIns="144000" spcFirstLastPara="1" rIns="144000" wrap="square" tIns="144000">
            <a:noAutofit/>
          </a:bodyPr>
          <a:lstStyle/>
          <a:p>
            <a:pPr indent="0" lvl="0" marL="0" rtl="0" algn="l">
              <a:spcBef>
                <a:spcPts val="0"/>
              </a:spcBef>
              <a:spcAft>
                <a:spcPts val="0"/>
              </a:spcAft>
              <a:buNone/>
            </a:pPr>
            <a:r>
              <a:t/>
            </a:r>
            <a:endParaRPr>
              <a:solidFill>
                <a:schemeClr val="dk1"/>
              </a:solidFill>
            </a:endParaRPr>
          </a:p>
        </p:txBody>
      </p:sp>
      <p:sp>
        <p:nvSpPr>
          <p:cNvPr id="183" name="Google Shape;183;p22"/>
          <p:cNvSpPr txBox="1"/>
          <p:nvPr>
            <p:ph idx="8" type="body"/>
          </p:nvPr>
        </p:nvSpPr>
        <p:spPr>
          <a:xfrm>
            <a:off x="6308050" y="1574700"/>
            <a:ext cx="2226900" cy="11871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1100"/>
              <a:buFont typeface="Inter"/>
              <a:buNone/>
              <a:defRPr/>
            </a:lvl1pPr>
            <a:lvl2pPr indent="-228600" lvl="1" marL="914400">
              <a:lnSpc>
                <a:spcPct val="110000"/>
              </a:lnSpc>
              <a:spcBef>
                <a:spcPts val="0"/>
              </a:spcBef>
              <a:spcAft>
                <a:spcPts val="0"/>
              </a:spcAft>
              <a:buClr>
                <a:schemeClr val="dk1"/>
              </a:buClr>
              <a:buSzPts val="900"/>
              <a:buFont typeface="Inter"/>
              <a:buNone/>
              <a:defRPr sz="900"/>
            </a:lvl2pPr>
            <a:lvl3pPr indent="-228600" lvl="2" marL="1371600">
              <a:lnSpc>
                <a:spcPct val="110000"/>
              </a:lnSpc>
              <a:spcBef>
                <a:spcPts val="0"/>
              </a:spcBef>
              <a:spcAft>
                <a:spcPts val="0"/>
              </a:spcAft>
              <a:buSzPts val="900"/>
              <a:buFont typeface="Inter"/>
              <a:buNone/>
              <a:defRPr sz="900"/>
            </a:lvl3pPr>
            <a:lvl4pPr indent="-228600" lvl="3" marL="1828800">
              <a:lnSpc>
                <a:spcPct val="110000"/>
              </a:lnSpc>
              <a:spcBef>
                <a:spcPts val="0"/>
              </a:spcBef>
              <a:spcAft>
                <a:spcPts val="0"/>
              </a:spcAft>
              <a:buClr>
                <a:schemeClr val="dk1"/>
              </a:buClr>
              <a:buSzPts val="900"/>
              <a:buFont typeface="Inter"/>
              <a:buNone/>
              <a:defRPr sz="900">
                <a:latin typeface="Inter"/>
                <a:ea typeface="Inter"/>
                <a:cs typeface="Inter"/>
                <a:sym typeface="Inter"/>
              </a:defRPr>
            </a:lvl4pPr>
            <a:lvl5pPr indent="-228600" lvl="4" marL="2286000">
              <a:lnSpc>
                <a:spcPct val="110000"/>
              </a:lnSpc>
              <a:spcBef>
                <a:spcPts val="0"/>
              </a:spcBef>
              <a:spcAft>
                <a:spcPts val="0"/>
              </a:spcAft>
              <a:buClr>
                <a:schemeClr val="dk1"/>
              </a:buClr>
              <a:buSzPts val="900"/>
              <a:buFont typeface="Inter"/>
              <a:buNone/>
              <a:defRPr sz="900">
                <a:latin typeface="Inter"/>
                <a:ea typeface="Inter"/>
                <a:cs typeface="Inter"/>
                <a:sym typeface="Inter"/>
              </a:defRPr>
            </a:lvl5pPr>
            <a:lvl6pPr indent="-228600" lvl="5" marL="2743200">
              <a:lnSpc>
                <a:spcPct val="110000"/>
              </a:lnSpc>
              <a:spcBef>
                <a:spcPts val="0"/>
              </a:spcBef>
              <a:spcAft>
                <a:spcPts val="0"/>
              </a:spcAft>
              <a:buSzPts val="900"/>
              <a:buFont typeface="Inter SemiBold"/>
              <a:buNone/>
              <a:defRPr sz="900">
                <a:latin typeface="Inter SemiBold"/>
                <a:ea typeface="Inter SemiBold"/>
                <a:cs typeface="Inter SemiBold"/>
                <a:sym typeface="Inter SemiBold"/>
              </a:defRPr>
            </a:lvl6pPr>
            <a:lvl7pPr indent="-228600" lvl="6" marL="3200400">
              <a:lnSpc>
                <a:spcPct val="110000"/>
              </a:lnSpc>
              <a:spcBef>
                <a:spcPts val="0"/>
              </a:spcBef>
              <a:spcAft>
                <a:spcPts val="0"/>
              </a:spcAft>
              <a:buSzPts val="900"/>
              <a:buFont typeface="Inter"/>
              <a:buNone/>
              <a:defRPr>
                <a:latin typeface="Inter"/>
                <a:ea typeface="Inter"/>
                <a:cs typeface="Inter"/>
                <a:sym typeface="Inter"/>
              </a:defRPr>
            </a:lvl7pPr>
            <a:lvl8pPr indent="-228600" lvl="7" marL="3657600">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184" name="Google Shape;184;p22"/>
          <p:cNvSpPr txBox="1"/>
          <p:nvPr>
            <p:ph idx="9" type="title"/>
          </p:nvPr>
        </p:nvSpPr>
        <p:spPr>
          <a:xfrm>
            <a:off x="6320800" y="990900"/>
            <a:ext cx="2183700" cy="583800"/>
          </a:xfrm>
          <a:prstGeom prst="rect">
            <a:avLst/>
          </a:prstGeom>
        </p:spPr>
        <p:txBody>
          <a:bodyPr anchorCtr="0" anchor="t" bIns="0" lIns="0" spcFirstLastPara="1" rIns="0" wrap="square" tIns="0">
            <a:noAutofit/>
          </a:bodyPr>
          <a:lstStyle>
            <a:lvl1pPr lvl="0">
              <a:spcBef>
                <a:spcPts val="0"/>
              </a:spcBef>
              <a:spcAft>
                <a:spcPts val="0"/>
              </a:spcAft>
              <a:buSzPts val="1600"/>
              <a:buFont typeface="Roboto Mono"/>
              <a:buNone/>
              <a:defRPr>
                <a:latin typeface="Roboto Mono"/>
                <a:ea typeface="Roboto Mono"/>
                <a:cs typeface="Roboto Mono"/>
                <a:sym typeface="Roboto Mono"/>
              </a:defRPr>
            </a:lvl1pPr>
            <a:lvl2pPr lvl="1">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2pPr>
            <a:lvl3pPr lvl="2">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3pPr>
            <a:lvl4pPr lvl="3">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4pPr>
            <a:lvl5pPr lvl="4">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5pPr>
            <a:lvl6pPr lvl="5">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6pPr>
            <a:lvl7pPr lvl="6">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7pPr>
            <a:lvl8pPr lvl="7">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8pPr>
            <a:lvl9pPr lvl="8">
              <a:spcBef>
                <a:spcPts val="0"/>
              </a:spcBef>
              <a:spcAft>
                <a:spcPts val="0"/>
              </a:spcAft>
              <a:buClr>
                <a:schemeClr val="dk1"/>
              </a:buClr>
              <a:buSzPts val="1600"/>
              <a:buFont typeface="Roboto Mono"/>
              <a:buNone/>
              <a:defRPr sz="1600">
                <a:solidFill>
                  <a:schemeClr val="dk1"/>
                </a:solidFill>
                <a:latin typeface="Roboto Mono"/>
                <a:ea typeface="Roboto Mono"/>
                <a:cs typeface="Roboto Mono"/>
                <a:sym typeface="Roboto Mono"/>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Image Modules (5)">
  <p:cSld name="4 images with description_2">
    <p:spTree>
      <p:nvGrpSpPr>
        <p:cNvPr id="185" name="Shape 185"/>
        <p:cNvGrpSpPr/>
        <p:nvPr/>
      </p:nvGrpSpPr>
      <p:grpSpPr>
        <a:xfrm>
          <a:off x="0" y="0"/>
          <a:ext cx="0" cy="0"/>
          <a:chOff x="0" y="0"/>
          <a:chExt cx="0" cy="0"/>
        </a:xfrm>
      </p:grpSpPr>
      <p:sp>
        <p:nvSpPr>
          <p:cNvPr id="186" name="Google Shape;186;p23"/>
          <p:cNvSpPr/>
          <p:nvPr>
            <p:ph idx="1" type="body"/>
          </p:nvPr>
        </p:nvSpPr>
        <p:spPr>
          <a:xfrm>
            <a:off x="419802" y="3283573"/>
            <a:ext cx="1531200" cy="1017900"/>
          </a:xfrm>
          <a:prstGeom prst="roundRect">
            <a:avLst>
              <a:gd fmla="val 9899"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187" name="Google Shape;187;p23"/>
          <p:cNvSpPr/>
          <p:nvPr>
            <p:ph idx="2" type="pic"/>
          </p:nvPr>
        </p:nvSpPr>
        <p:spPr>
          <a:xfrm>
            <a:off x="419802" y="1078525"/>
            <a:ext cx="1531200" cy="2298000"/>
          </a:xfrm>
          <a:prstGeom prst="round2SameRect">
            <a:avLst>
              <a:gd fmla="val 5417" name="adj1"/>
              <a:gd fmla="val 0" name="adj2"/>
            </a:avLst>
          </a:prstGeom>
          <a:solidFill>
            <a:schemeClr val="lt1"/>
          </a:solidFill>
          <a:ln>
            <a:noFill/>
          </a:ln>
        </p:spPr>
      </p:sp>
      <p:sp>
        <p:nvSpPr>
          <p:cNvPr id="188" name="Google Shape;188;p23"/>
          <p:cNvSpPr/>
          <p:nvPr>
            <p:ph idx="3" type="body"/>
          </p:nvPr>
        </p:nvSpPr>
        <p:spPr>
          <a:xfrm>
            <a:off x="2111142" y="3283573"/>
            <a:ext cx="1531200" cy="1017900"/>
          </a:xfrm>
          <a:prstGeom prst="roundRect">
            <a:avLst>
              <a:gd fmla="val 11683"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189" name="Google Shape;189;p23"/>
          <p:cNvSpPr/>
          <p:nvPr>
            <p:ph idx="4" type="pic"/>
          </p:nvPr>
        </p:nvSpPr>
        <p:spPr>
          <a:xfrm>
            <a:off x="2111142" y="1078525"/>
            <a:ext cx="1531200" cy="2298000"/>
          </a:xfrm>
          <a:prstGeom prst="round2SameRect">
            <a:avLst>
              <a:gd fmla="val 5417" name="adj1"/>
              <a:gd fmla="val 0" name="adj2"/>
            </a:avLst>
          </a:prstGeom>
          <a:solidFill>
            <a:schemeClr val="lt1"/>
          </a:solidFill>
          <a:ln>
            <a:noFill/>
          </a:ln>
        </p:spPr>
      </p:sp>
      <p:sp>
        <p:nvSpPr>
          <p:cNvPr id="190" name="Google Shape;190;p23"/>
          <p:cNvSpPr/>
          <p:nvPr>
            <p:ph idx="5" type="body"/>
          </p:nvPr>
        </p:nvSpPr>
        <p:spPr>
          <a:xfrm>
            <a:off x="3806902" y="3283573"/>
            <a:ext cx="1531200" cy="1017900"/>
          </a:xfrm>
          <a:prstGeom prst="roundRect">
            <a:avLst>
              <a:gd fmla="val 11683"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191" name="Google Shape;191;p23"/>
          <p:cNvSpPr/>
          <p:nvPr>
            <p:ph idx="6" type="pic"/>
          </p:nvPr>
        </p:nvSpPr>
        <p:spPr>
          <a:xfrm>
            <a:off x="3806902" y="1078525"/>
            <a:ext cx="1531200" cy="2298000"/>
          </a:xfrm>
          <a:prstGeom prst="round2SameRect">
            <a:avLst>
              <a:gd fmla="val 5417" name="adj1"/>
              <a:gd fmla="val 0" name="adj2"/>
            </a:avLst>
          </a:prstGeom>
          <a:solidFill>
            <a:schemeClr val="lt1"/>
          </a:solidFill>
          <a:ln>
            <a:noFill/>
          </a:ln>
        </p:spPr>
      </p:sp>
      <p:sp>
        <p:nvSpPr>
          <p:cNvPr id="192" name="Google Shape;192;p23"/>
          <p:cNvSpPr/>
          <p:nvPr>
            <p:ph idx="7" type="body"/>
          </p:nvPr>
        </p:nvSpPr>
        <p:spPr>
          <a:xfrm>
            <a:off x="5498242" y="3283573"/>
            <a:ext cx="1531200" cy="1017900"/>
          </a:xfrm>
          <a:prstGeom prst="roundRect">
            <a:avLst>
              <a:gd fmla="val 11683"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193" name="Google Shape;193;p23"/>
          <p:cNvSpPr/>
          <p:nvPr>
            <p:ph idx="8" type="pic"/>
          </p:nvPr>
        </p:nvSpPr>
        <p:spPr>
          <a:xfrm>
            <a:off x="5498242" y="1078525"/>
            <a:ext cx="1531200" cy="2298000"/>
          </a:xfrm>
          <a:prstGeom prst="round2SameRect">
            <a:avLst>
              <a:gd fmla="val 5417" name="adj1"/>
              <a:gd fmla="val 0" name="adj2"/>
            </a:avLst>
          </a:prstGeom>
          <a:solidFill>
            <a:schemeClr val="lt1"/>
          </a:solidFill>
          <a:ln>
            <a:noFill/>
          </a:ln>
        </p:spPr>
      </p:sp>
      <p:sp>
        <p:nvSpPr>
          <p:cNvPr id="194" name="Google Shape;194;p23"/>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195" name="Google Shape;195;p23"/>
          <p:cNvSpPr txBox="1"/>
          <p:nvPr>
            <p:ph idx="12" type="sldNum"/>
          </p:nvPr>
        </p:nvSpPr>
        <p:spPr>
          <a:xfrm>
            <a:off x="8539975" y="138438"/>
            <a:ext cx="182400" cy="963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96" name="Google Shape;196;p23"/>
          <p:cNvSpPr/>
          <p:nvPr>
            <p:ph idx="9" type="body"/>
          </p:nvPr>
        </p:nvSpPr>
        <p:spPr>
          <a:xfrm>
            <a:off x="7192887" y="3283573"/>
            <a:ext cx="1531200" cy="1017900"/>
          </a:xfrm>
          <a:prstGeom prst="roundRect">
            <a:avLst>
              <a:gd fmla="val 11683"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197" name="Google Shape;197;p23"/>
          <p:cNvSpPr/>
          <p:nvPr>
            <p:ph idx="13" type="pic"/>
          </p:nvPr>
        </p:nvSpPr>
        <p:spPr>
          <a:xfrm>
            <a:off x="7192887" y="1078525"/>
            <a:ext cx="1531200" cy="2298000"/>
          </a:xfrm>
          <a:prstGeom prst="round2SameRect">
            <a:avLst>
              <a:gd fmla="val 5417" name="adj1"/>
              <a:gd fmla="val 0" name="adj2"/>
            </a:avLst>
          </a:prstGeom>
          <a:solidFill>
            <a:schemeClr val="lt1"/>
          </a:solidFill>
          <a:ln>
            <a:noFill/>
          </a:ln>
        </p:spPr>
      </p:sp>
    </p:spTree>
  </p:cSld>
  <p:clrMapOvr>
    <a:masterClrMapping/>
  </p:clrMapOvr>
  <mc:AlternateContent>
    <mc:Choice Requires="p14">
      <p:transition p14:dur="1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Image Modules (10)">
  <p:cSld name="4 images with description_1">
    <p:spTree>
      <p:nvGrpSpPr>
        <p:cNvPr id="198" name="Shape 198"/>
        <p:cNvGrpSpPr/>
        <p:nvPr/>
      </p:nvGrpSpPr>
      <p:grpSpPr>
        <a:xfrm>
          <a:off x="0" y="0"/>
          <a:ext cx="0" cy="0"/>
          <a:chOff x="0" y="0"/>
          <a:chExt cx="0" cy="0"/>
        </a:xfrm>
      </p:grpSpPr>
      <p:sp>
        <p:nvSpPr>
          <p:cNvPr id="199" name="Google Shape;199;p24"/>
          <p:cNvSpPr/>
          <p:nvPr>
            <p:ph idx="1" type="body"/>
          </p:nvPr>
        </p:nvSpPr>
        <p:spPr>
          <a:xfrm>
            <a:off x="419800" y="1923300"/>
            <a:ext cx="1529400" cy="684300"/>
          </a:xfrm>
          <a:prstGeom prst="roundRect">
            <a:avLst>
              <a:gd fmla="val 9899"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00" name="Google Shape;200;p24"/>
          <p:cNvSpPr/>
          <p:nvPr>
            <p:ph idx="2" type="pic"/>
          </p:nvPr>
        </p:nvSpPr>
        <p:spPr>
          <a:xfrm>
            <a:off x="419800" y="820075"/>
            <a:ext cx="1529400" cy="1217100"/>
          </a:xfrm>
          <a:prstGeom prst="round2SameRect">
            <a:avLst>
              <a:gd fmla="val 5417" name="adj1"/>
              <a:gd fmla="val 0" name="adj2"/>
            </a:avLst>
          </a:prstGeom>
          <a:solidFill>
            <a:schemeClr val="lt1"/>
          </a:solidFill>
          <a:ln>
            <a:noFill/>
          </a:ln>
        </p:spPr>
      </p:sp>
      <p:sp>
        <p:nvSpPr>
          <p:cNvPr id="201" name="Google Shape;201;p24"/>
          <p:cNvSpPr/>
          <p:nvPr>
            <p:ph idx="3" type="body"/>
          </p:nvPr>
        </p:nvSpPr>
        <p:spPr>
          <a:xfrm>
            <a:off x="2109111" y="1923300"/>
            <a:ext cx="1529400" cy="684300"/>
          </a:xfrm>
          <a:prstGeom prst="roundRect">
            <a:avLst>
              <a:gd fmla="val 9551"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02" name="Google Shape;202;p24"/>
          <p:cNvSpPr/>
          <p:nvPr>
            <p:ph idx="4" type="pic"/>
          </p:nvPr>
        </p:nvSpPr>
        <p:spPr>
          <a:xfrm>
            <a:off x="2109112" y="820075"/>
            <a:ext cx="1529400" cy="1217100"/>
          </a:xfrm>
          <a:prstGeom prst="round2SameRect">
            <a:avLst>
              <a:gd fmla="val 5417" name="adj1"/>
              <a:gd fmla="val 0" name="adj2"/>
            </a:avLst>
          </a:prstGeom>
          <a:solidFill>
            <a:schemeClr val="lt1"/>
          </a:solidFill>
          <a:ln>
            <a:noFill/>
          </a:ln>
        </p:spPr>
      </p:sp>
      <p:sp>
        <p:nvSpPr>
          <p:cNvPr id="203" name="Google Shape;203;p24"/>
          <p:cNvSpPr/>
          <p:nvPr>
            <p:ph idx="5" type="body"/>
          </p:nvPr>
        </p:nvSpPr>
        <p:spPr>
          <a:xfrm>
            <a:off x="3802836" y="1923300"/>
            <a:ext cx="1529400" cy="684300"/>
          </a:xfrm>
          <a:prstGeom prst="roundRect">
            <a:avLst>
              <a:gd fmla="val 8519"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04" name="Google Shape;204;p24"/>
          <p:cNvSpPr/>
          <p:nvPr>
            <p:ph idx="6" type="pic"/>
          </p:nvPr>
        </p:nvSpPr>
        <p:spPr>
          <a:xfrm>
            <a:off x="3802839" y="820075"/>
            <a:ext cx="1529400" cy="1217100"/>
          </a:xfrm>
          <a:prstGeom prst="round2SameRect">
            <a:avLst>
              <a:gd fmla="val 5417" name="adj1"/>
              <a:gd fmla="val 0" name="adj2"/>
            </a:avLst>
          </a:prstGeom>
          <a:solidFill>
            <a:schemeClr val="lt1"/>
          </a:solidFill>
          <a:ln>
            <a:noFill/>
          </a:ln>
        </p:spPr>
      </p:sp>
      <p:sp>
        <p:nvSpPr>
          <p:cNvPr id="205" name="Google Shape;205;p24"/>
          <p:cNvSpPr/>
          <p:nvPr>
            <p:ph idx="7" type="body"/>
          </p:nvPr>
        </p:nvSpPr>
        <p:spPr>
          <a:xfrm>
            <a:off x="5492147" y="1923300"/>
            <a:ext cx="1529400" cy="684300"/>
          </a:xfrm>
          <a:prstGeom prst="roundRect">
            <a:avLst>
              <a:gd fmla="val 7940"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06" name="Google Shape;206;p24"/>
          <p:cNvSpPr/>
          <p:nvPr>
            <p:ph idx="8" type="pic"/>
          </p:nvPr>
        </p:nvSpPr>
        <p:spPr>
          <a:xfrm>
            <a:off x="5492151" y="820075"/>
            <a:ext cx="1529400" cy="1217100"/>
          </a:xfrm>
          <a:prstGeom prst="round2SameRect">
            <a:avLst>
              <a:gd fmla="val 5417" name="adj1"/>
              <a:gd fmla="val 0" name="adj2"/>
            </a:avLst>
          </a:prstGeom>
          <a:solidFill>
            <a:schemeClr val="lt1"/>
          </a:solidFill>
          <a:ln>
            <a:noFill/>
          </a:ln>
        </p:spPr>
      </p:sp>
      <p:sp>
        <p:nvSpPr>
          <p:cNvPr id="207" name="Google Shape;207;p24"/>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208" name="Google Shape;208;p24"/>
          <p:cNvSpPr/>
          <p:nvPr>
            <p:ph idx="9" type="body"/>
          </p:nvPr>
        </p:nvSpPr>
        <p:spPr>
          <a:xfrm>
            <a:off x="7194725" y="1923300"/>
            <a:ext cx="1529400" cy="684300"/>
          </a:xfrm>
          <a:prstGeom prst="roundRect">
            <a:avLst>
              <a:gd fmla="val 7374"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09" name="Google Shape;209;p24"/>
          <p:cNvSpPr/>
          <p:nvPr>
            <p:ph idx="13" type="pic"/>
          </p:nvPr>
        </p:nvSpPr>
        <p:spPr>
          <a:xfrm>
            <a:off x="7194725" y="820075"/>
            <a:ext cx="1529400" cy="1217100"/>
          </a:xfrm>
          <a:prstGeom prst="round2SameRect">
            <a:avLst>
              <a:gd fmla="val 5417" name="adj1"/>
              <a:gd fmla="val 0" name="adj2"/>
            </a:avLst>
          </a:prstGeom>
          <a:solidFill>
            <a:schemeClr val="lt1"/>
          </a:solidFill>
          <a:ln>
            <a:noFill/>
          </a:ln>
        </p:spPr>
      </p:sp>
      <p:sp>
        <p:nvSpPr>
          <p:cNvPr id="210" name="Google Shape;210;p24"/>
          <p:cNvSpPr/>
          <p:nvPr>
            <p:ph idx="14" type="body"/>
          </p:nvPr>
        </p:nvSpPr>
        <p:spPr>
          <a:xfrm>
            <a:off x="419800" y="3821600"/>
            <a:ext cx="1529400" cy="684300"/>
          </a:xfrm>
          <a:prstGeom prst="roundRect">
            <a:avLst>
              <a:gd fmla="val 9899"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11" name="Google Shape;211;p24"/>
          <p:cNvSpPr/>
          <p:nvPr>
            <p:ph idx="15" type="body"/>
          </p:nvPr>
        </p:nvSpPr>
        <p:spPr>
          <a:xfrm>
            <a:off x="2109111" y="3821600"/>
            <a:ext cx="1529400" cy="684300"/>
          </a:xfrm>
          <a:prstGeom prst="roundRect">
            <a:avLst>
              <a:gd fmla="val 9551"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12" name="Google Shape;212;p24"/>
          <p:cNvSpPr/>
          <p:nvPr>
            <p:ph idx="16" type="body"/>
          </p:nvPr>
        </p:nvSpPr>
        <p:spPr>
          <a:xfrm>
            <a:off x="3802836" y="3821600"/>
            <a:ext cx="1529400" cy="684300"/>
          </a:xfrm>
          <a:prstGeom prst="roundRect">
            <a:avLst>
              <a:gd fmla="val 8519"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13" name="Google Shape;213;p24"/>
          <p:cNvSpPr/>
          <p:nvPr>
            <p:ph idx="17" type="body"/>
          </p:nvPr>
        </p:nvSpPr>
        <p:spPr>
          <a:xfrm>
            <a:off x="5492147" y="3821600"/>
            <a:ext cx="1529400" cy="684300"/>
          </a:xfrm>
          <a:prstGeom prst="roundRect">
            <a:avLst>
              <a:gd fmla="val 7940"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14" name="Google Shape;214;p24"/>
          <p:cNvSpPr/>
          <p:nvPr>
            <p:ph idx="18" type="body"/>
          </p:nvPr>
        </p:nvSpPr>
        <p:spPr>
          <a:xfrm>
            <a:off x="7194725" y="3821600"/>
            <a:ext cx="1529400" cy="684300"/>
          </a:xfrm>
          <a:prstGeom prst="roundRect">
            <a:avLst>
              <a:gd fmla="val 7374" name="adj"/>
            </a:avLst>
          </a:prstGeom>
          <a:solidFill>
            <a:schemeClr val="lt1"/>
          </a:solidFill>
          <a:ln>
            <a:noFill/>
          </a:ln>
        </p:spPr>
        <p:txBody>
          <a:bodyPr anchorCtr="0" anchor="t" bIns="144000" lIns="144000" spcFirstLastPara="1" rIns="108000" wrap="square" tIns="219450">
            <a:noAutofit/>
          </a:bodyPr>
          <a:lstStyle>
            <a:lvl1pPr indent="-228600" lvl="0" marL="457200" algn="l">
              <a:lnSpc>
                <a:spcPct val="100000"/>
              </a:lnSpc>
              <a:spcBef>
                <a:spcPts val="0"/>
              </a:spcBef>
              <a:spcAft>
                <a:spcPts val="0"/>
              </a:spcAft>
              <a:buSzPts val="700"/>
              <a:buNone/>
              <a:defRPr sz="700"/>
            </a:lvl1pPr>
            <a:lvl2pPr indent="-228600" lvl="1" marL="914400" algn="l">
              <a:lnSpc>
                <a:spcPct val="100000"/>
              </a:lnSpc>
              <a:spcBef>
                <a:spcPts val="500"/>
              </a:spcBef>
              <a:spcAft>
                <a:spcPts val="0"/>
              </a:spcAft>
              <a:buSzPts val="700"/>
              <a:buNone/>
              <a:defRPr sz="700"/>
            </a:lvl2pPr>
            <a:lvl3pPr indent="-228600" lvl="2" marL="1371600" algn="l">
              <a:lnSpc>
                <a:spcPct val="100000"/>
              </a:lnSpc>
              <a:spcBef>
                <a:spcPts val="500"/>
              </a:spcBef>
              <a:spcAft>
                <a:spcPts val="0"/>
              </a:spcAft>
              <a:buClr>
                <a:schemeClr val="dk1"/>
              </a:buClr>
              <a:buSzPts val="700"/>
              <a:buNone/>
              <a:defRPr sz="7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Font typeface="Inter"/>
              <a:buNone/>
              <a:defRPr sz="700">
                <a:latin typeface="Inter SemiBold"/>
                <a:ea typeface="Inter SemiBold"/>
                <a:cs typeface="Inter SemiBold"/>
                <a:sym typeface="Inter SemiBold"/>
              </a:defRPr>
            </a:lvl5pPr>
            <a:lvl6pPr indent="-228600" lvl="5" marL="27432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6pPr>
            <a:lvl7pPr indent="-228600" lvl="6" marL="3200400" algn="l">
              <a:lnSpc>
                <a:spcPct val="100000"/>
              </a:lnSpc>
              <a:spcBef>
                <a:spcPts val="500"/>
              </a:spcBef>
              <a:spcAft>
                <a:spcPts val="0"/>
              </a:spcAft>
              <a:buClr>
                <a:schemeClr val="dk1"/>
              </a:buClr>
              <a:buSzPts val="700"/>
              <a:buFont typeface="Inter SemiBold"/>
              <a:buNone/>
              <a:defRPr sz="700">
                <a:latin typeface="Inter SemiBold"/>
                <a:ea typeface="Inter SemiBold"/>
                <a:cs typeface="Inter SemiBold"/>
                <a:sym typeface="Inter SemiBold"/>
              </a:defRPr>
            </a:lvl7pPr>
            <a:lvl8pPr indent="-228600" lvl="7" marL="3657600" algn="l">
              <a:lnSpc>
                <a:spcPct val="100000"/>
              </a:lnSpc>
              <a:spcBef>
                <a:spcPts val="500"/>
              </a:spcBef>
              <a:spcAft>
                <a:spcPts val="0"/>
              </a:spcAft>
              <a:buClr>
                <a:schemeClr val="dk1"/>
              </a:buClr>
              <a:buSzPts val="700"/>
              <a:buFont typeface="Inter"/>
              <a:buNone/>
              <a:defRPr sz="700">
                <a:latin typeface="Inter"/>
                <a:ea typeface="Inter"/>
                <a:cs typeface="Inter"/>
                <a:sym typeface="Inter"/>
              </a:defRPr>
            </a:lvl8pPr>
            <a:lvl9pPr indent="-228600" lvl="8" marL="4114800" algn="l">
              <a:lnSpc>
                <a:spcPct val="100000"/>
              </a:lnSpc>
              <a:spcBef>
                <a:spcPts val="500"/>
              </a:spcBef>
              <a:spcAft>
                <a:spcPts val="500"/>
              </a:spcAft>
              <a:buClr>
                <a:schemeClr val="dk1"/>
              </a:buClr>
              <a:buSzPts val="700"/>
              <a:buFont typeface="Inter"/>
              <a:buNone/>
              <a:defRPr sz="700">
                <a:latin typeface="Inter"/>
                <a:ea typeface="Inter"/>
                <a:cs typeface="Inter"/>
                <a:sym typeface="Inter"/>
              </a:defRPr>
            </a:lvl9pPr>
          </a:lstStyle>
          <a:p/>
        </p:txBody>
      </p:sp>
      <p:sp>
        <p:nvSpPr>
          <p:cNvPr id="215" name="Google Shape;215;p24"/>
          <p:cNvSpPr/>
          <p:nvPr>
            <p:ph idx="19" type="pic"/>
          </p:nvPr>
        </p:nvSpPr>
        <p:spPr>
          <a:xfrm>
            <a:off x="419800" y="2718375"/>
            <a:ext cx="1529400" cy="1217100"/>
          </a:xfrm>
          <a:prstGeom prst="round2SameRect">
            <a:avLst>
              <a:gd fmla="val 5417" name="adj1"/>
              <a:gd fmla="val 0" name="adj2"/>
            </a:avLst>
          </a:prstGeom>
          <a:solidFill>
            <a:schemeClr val="lt1"/>
          </a:solidFill>
          <a:ln>
            <a:noFill/>
          </a:ln>
        </p:spPr>
      </p:sp>
      <p:sp>
        <p:nvSpPr>
          <p:cNvPr id="216" name="Google Shape;216;p24"/>
          <p:cNvSpPr/>
          <p:nvPr>
            <p:ph idx="20" type="pic"/>
          </p:nvPr>
        </p:nvSpPr>
        <p:spPr>
          <a:xfrm>
            <a:off x="2109112" y="2718375"/>
            <a:ext cx="1529400" cy="1217100"/>
          </a:xfrm>
          <a:prstGeom prst="round2SameRect">
            <a:avLst>
              <a:gd fmla="val 5417" name="adj1"/>
              <a:gd fmla="val 0" name="adj2"/>
            </a:avLst>
          </a:prstGeom>
          <a:solidFill>
            <a:schemeClr val="lt1"/>
          </a:solidFill>
          <a:ln>
            <a:noFill/>
          </a:ln>
        </p:spPr>
      </p:sp>
      <p:sp>
        <p:nvSpPr>
          <p:cNvPr id="217" name="Google Shape;217;p24"/>
          <p:cNvSpPr/>
          <p:nvPr>
            <p:ph idx="21" type="pic"/>
          </p:nvPr>
        </p:nvSpPr>
        <p:spPr>
          <a:xfrm>
            <a:off x="3802839" y="2718375"/>
            <a:ext cx="1529400" cy="1217100"/>
          </a:xfrm>
          <a:prstGeom prst="round2SameRect">
            <a:avLst>
              <a:gd fmla="val 5417" name="adj1"/>
              <a:gd fmla="val 0" name="adj2"/>
            </a:avLst>
          </a:prstGeom>
          <a:solidFill>
            <a:schemeClr val="lt1"/>
          </a:solidFill>
          <a:ln>
            <a:noFill/>
          </a:ln>
        </p:spPr>
      </p:sp>
      <p:sp>
        <p:nvSpPr>
          <p:cNvPr id="218" name="Google Shape;218;p24"/>
          <p:cNvSpPr/>
          <p:nvPr>
            <p:ph idx="22" type="pic"/>
          </p:nvPr>
        </p:nvSpPr>
        <p:spPr>
          <a:xfrm>
            <a:off x="5492151" y="2718375"/>
            <a:ext cx="1529400" cy="1217100"/>
          </a:xfrm>
          <a:prstGeom prst="round2SameRect">
            <a:avLst>
              <a:gd fmla="val 5417" name="adj1"/>
              <a:gd fmla="val 0" name="adj2"/>
            </a:avLst>
          </a:prstGeom>
          <a:solidFill>
            <a:schemeClr val="lt1"/>
          </a:solidFill>
          <a:ln>
            <a:noFill/>
          </a:ln>
        </p:spPr>
      </p:sp>
      <p:sp>
        <p:nvSpPr>
          <p:cNvPr id="219" name="Google Shape;219;p24"/>
          <p:cNvSpPr/>
          <p:nvPr>
            <p:ph idx="23" type="pic"/>
          </p:nvPr>
        </p:nvSpPr>
        <p:spPr>
          <a:xfrm>
            <a:off x="7194725" y="2718375"/>
            <a:ext cx="1529400" cy="1217100"/>
          </a:xfrm>
          <a:prstGeom prst="round2SameRect">
            <a:avLst>
              <a:gd fmla="val 5417" name="adj1"/>
              <a:gd fmla="val 0" name="adj2"/>
            </a:avLst>
          </a:prstGeom>
          <a:solidFill>
            <a:schemeClr val="lt1"/>
          </a:solidFill>
          <a:ln>
            <a:noFill/>
          </a:ln>
        </p:spPr>
      </p:sp>
      <p:sp>
        <p:nvSpPr>
          <p:cNvPr id="220" name="Google Shape;220;p24"/>
          <p:cNvSpPr txBox="1"/>
          <p:nvPr>
            <p:ph idx="12" type="sldNum"/>
          </p:nvPr>
        </p:nvSpPr>
        <p:spPr>
          <a:xfrm>
            <a:off x="8539975" y="138438"/>
            <a:ext cx="182400" cy="963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Large Image Modules (3)">
  <p:cSld name="4 images with description_1_2">
    <p:spTree>
      <p:nvGrpSpPr>
        <p:cNvPr id="221" name="Shape 221"/>
        <p:cNvGrpSpPr/>
        <p:nvPr/>
      </p:nvGrpSpPr>
      <p:grpSpPr>
        <a:xfrm>
          <a:off x="0" y="0"/>
          <a:ext cx="0" cy="0"/>
          <a:chOff x="0" y="0"/>
          <a:chExt cx="0" cy="0"/>
        </a:xfrm>
      </p:grpSpPr>
      <p:sp>
        <p:nvSpPr>
          <p:cNvPr id="222" name="Google Shape;222;p25"/>
          <p:cNvSpPr/>
          <p:nvPr/>
        </p:nvSpPr>
        <p:spPr>
          <a:xfrm>
            <a:off x="6086525" y="1078525"/>
            <a:ext cx="2628600" cy="3247500"/>
          </a:xfrm>
          <a:prstGeom prst="roundRect">
            <a:avLst>
              <a:gd fmla="val 4049"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3" name="Google Shape;223;p25"/>
          <p:cNvSpPr/>
          <p:nvPr/>
        </p:nvSpPr>
        <p:spPr>
          <a:xfrm>
            <a:off x="3257625" y="1078525"/>
            <a:ext cx="2628600" cy="3247500"/>
          </a:xfrm>
          <a:prstGeom prst="roundRect">
            <a:avLst>
              <a:gd fmla="val 4049"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4" name="Google Shape;224;p25"/>
          <p:cNvSpPr/>
          <p:nvPr/>
        </p:nvSpPr>
        <p:spPr>
          <a:xfrm>
            <a:off x="420500" y="1078525"/>
            <a:ext cx="2628600" cy="3247500"/>
          </a:xfrm>
          <a:prstGeom prst="roundRect">
            <a:avLst>
              <a:gd fmla="val 4049"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5" name="Google Shape;225;p25"/>
          <p:cNvSpPr/>
          <p:nvPr>
            <p:ph idx="1" type="body"/>
          </p:nvPr>
        </p:nvSpPr>
        <p:spPr>
          <a:xfrm>
            <a:off x="419796" y="3283573"/>
            <a:ext cx="2628600" cy="1017900"/>
          </a:xfrm>
          <a:prstGeom prst="roundRect">
            <a:avLst>
              <a:gd fmla="val 9899"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226" name="Google Shape;226;p25"/>
          <p:cNvSpPr/>
          <p:nvPr>
            <p:ph idx="2" type="pic"/>
          </p:nvPr>
        </p:nvSpPr>
        <p:spPr>
          <a:xfrm>
            <a:off x="419796" y="1078525"/>
            <a:ext cx="2628600" cy="2298000"/>
          </a:xfrm>
          <a:prstGeom prst="round2SameRect">
            <a:avLst>
              <a:gd fmla="val 5417" name="adj1"/>
              <a:gd fmla="val 0" name="adj2"/>
            </a:avLst>
          </a:prstGeom>
          <a:solidFill>
            <a:schemeClr val="lt1"/>
          </a:solidFill>
          <a:ln>
            <a:noFill/>
          </a:ln>
        </p:spPr>
      </p:sp>
      <p:sp>
        <p:nvSpPr>
          <p:cNvPr id="227" name="Google Shape;227;p25"/>
          <p:cNvSpPr/>
          <p:nvPr>
            <p:ph idx="3" type="body"/>
          </p:nvPr>
        </p:nvSpPr>
        <p:spPr>
          <a:xfrm>
            <a:off x="3254929" y="3283573"/>
            <a:ext cx="2628600" cy="1017900"/>
          </a:xfrm>
          <a:prstGeom prst="roundRect">
            <a:avLst>
              <a:gd fmla="val 11683"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228" name="Google Shape;228;p25"/>
          <p:cNvSpPr/>
          <p:nvPr>
            <p:ph idx="4" type="pic"/>
          </p:nvPr>
        </p:nvSpPr>
        <p:spPr>
          <a:xfrm>
            <a:off x="3254929" y="1078525"/>
            <a:ext cx="2628600" cy="2298000"/>
          </a:xfrm>
          <a:prstGeom prst="round2SameRect">
            <a:avLst>
              <a:gd fmla="val 5417" name="adj1"/>
              <a:gd fmla="val 0" name="adj2"/>
            </a:avLst>
          </a:prstGeom>
          <a:solidFill>
            <a:schemeClr val="lt1"/>
          </a:solidFill>
          <a:ln>
            <a:noFill/>
          </a:ln>
        </p:spPr>
      </p:sp>
      <p:sp>
        <p:nvSpPr>
          <p:cNvPr id="229" name="Google Shape;229;p25"/>
          <p:cNvSpPr/>
          <p:nvPr>
            <p:ph idx="5" type="body"/>
          </p:nvPr>
        </p:nvSpPr>
        <p:spPr>
          <a:xfrm>
            <a:off x="6089350" y="3283574"/>
            <a:ext cx="2628600" cy="1017900"/>
          </a:xfrm>
          <a:prstGeom prst="roundRect">
            <a:avLst>
              <a:gd fmla="val 11683" name="adj"/>
            </a:avLst>
          </a:prstGeom>
          <a:solidFill>
            <a:schemeClr val="lt1"/>
          </a:solidFill>
          <a:ln>
            <a:noFill/>
          </a:ln>
        </p:spPr>
        <p:txBody>
          <a:bodyPr anchorCtr="0" anchor="t" bIns="144000" lIns="144000" spcFirstLastPara="1" rIns="108000" wrap="square" tIns="216000">
            <a:noAutofit/>
          </a:bodyPr>
          <a:lstStyle>
            <a:lvl1pPr indent="-228600" lvl="0" marL="457200" algn="l">
              <a:lnSpc>
                <a:spcPct val="110000"/>
              </a:lnSpc>
              <a:spcBef>
                <a:spcPts val="200"/>
              </a:spcBef>
              <a:spcAft>
                <a:spcPts val="0"/>
              </a:spcAft>
              <a:buSzPts val="900"/>
              <a:buNone/>
              <a:defRPr/>
            </a:lvl1pPr>
            <a:lvl2pPr indent="-228600" lvl="1" marL="914400" algn="l">
              <a:lnSpc>
                <a:spcPct val="110000"/>
              </a:lnSpc>
              <a:spcBef>
                <a:spcPts val="900"/>
              </a:spcBef>
              <a:spcAft>
                <a:spcPts val="0"/>
              </a:spcAft>
              <a:buSzPts val="900"/>
              <a:buNone/>
              <a:defRPr sz="900"/>
            </a:lvl2pPr>
            <a:lvl3pPr indent="-228600" lvl="2" marL="1371600" algn="l">
              <a:lnSpc>
                <a:spcPct val="110000"/>
              </a:lnSpc>
              <a:spcBef>
                <a:spcPts val="800"/>
              </a:spcBef>
              <a:spcAft>
                <a:spcPts val="0"/>
              </a:spcAft>
              <a:buClr>
                <a:schemeClr val="dk1"/>
              </a:buClr>
              <a:buSzPts val="900"/>
              <a:buNone/>
              <a:defRPr sz="900"/>
            </a:lvl3pPr>
            <a:lvl4pPr indent="-228600" lvl="3" marL="1828800" algn="l">
              <a:lnSpc>
                <a:spcPct val="90000"/>
              </a:lnSpc>
              <a:spcBef>
                <a:spcPts val="800"/>
              </a:spcBef>
              <a:spcAft>
                <a:spcPts val="0"/>
              </a:spcAft>
              <a:buSzPts val="900"/>
              <a:buNone/>
              <a:defRPr sz="900"/>
            </a:lvl4pPr>
            <a:lvl5pPr indent="-228600" lvl="4" marL="2286000" algn="l">
              <a:lnSpc>
                <a:spcPct val="95000"/>
              </a:lnSpc>
              <a:spcBef>
                <a:spcPts val="0"/>
              </a:spcBef>
              <a:spcAft>
                <a:spcPts val="0"/>
              </a:spcAft>
              <a:buSzPts val="900"/>
              <a:buFont typeface="Inter"/>
              <a:buNone/>
              <a:defRPr sz="900">
                <a:latin typeface="Inter SemiBold"/>
                <a:ea typeface="Inter SemiBold"/>
                <a:cs typeface="Inter SemiBold"/>
                <a:sym typeface="Inter SemiBold"/>
              </a:defRPr>
            </a:lvl5pPr>
            <a:lvl6pPr indent="-228600" lvl="5" marL="2743200" algn="l">
              <a:lnSpc>
                <a:spcPct val="100000"/>
              </a:lnSpc>
              <a:spcBef>
                <a:spcPts val="200"/>
              </a:spcBef>
              <a:spcAft>
                <a:spcPts val="0"/>
              </a:spcAft>
              <a:buClr>
                <a:schemeClr val="dk1"/>
              </a:buClr>
              <a:buSzPts val="900"/>
              <a:buFont typeface="Inter SemiBold"/>
              <a:buNone/>
              <a:defRPr sz="900">
                <a:latin typeface="Inter SemiBold"/>
                <a:ea typeface="Inter SemiBold"/>
                <a:cs typeface="Inter SemiBold"/>
                <a:sym typeface="Inter SemiBold"/>
              </a:defRPr>
            </a:lvl6pPr>
            <a:lvl7pPr indent="-228600" lvl="6" marL="3200400" algn="l">
              <a:lnSpc>
                <a:spcPct val="110000"/>
              </a:lnSpc>
              <a:spcBef>
                <a:spcPts val="1600"/>
              </a:spcBef>
              <a:spcAft>
                <a:spcPts val="0"/>
              </a:spcAft>
              <a:buClr>
                <a:schemeClr val="dk1"/>
              </a:buClr>
              <a:buSzPts val="900"/>
              <a:buFont typeface="Inter SemiBold"/>
              <a:buNone/>
              <a:defRPr>
                <a:latin typeface="Inter SemiBold"/>
                <a:ea typeface="Inter SemiBold"/>
                <a:cs typeface="Inter SemiBold"/>
                <a:sym typeface="Inter SemiBold"/>
              </a:defRPr>
            </a:lvl7pPr>
            <a:lvl8pPr indent="-228600" lvl="7" marL="3657600" algn="l">
              <a:lnSpc>
                <a:spcPct val="85000"/>
              </a:lnSpc>
              <a:spcBef>
                <a:spcPts val="500"/>
              </a:spcBef>
              <a:spcAft>
                <a:spcPts val="0"/>
              </a:spcAft>
              <a:buClr>
                <a:schemeClr val="dk1"/>
              </a:buClr>
              <a:buSzPts val="900"/>
              <a:buFont typeface="Inter"/>
              <a:buNone/>
              <a:defRPr sz="900">
                <a:latin typeface="Inter"/>
                <a:ea typeface="Inter"/>
                <a:cs typeface="Inter"/>
                <a:sym typeface="Inter"/>
              </a:defRPr>
            </a:lvl8pPr>
            <a:lvl9pPr indent="-228600" lvl="8" marL="4114800" algn="l">
              <a:lnSpc>
                <a:spcPct val="100000"/>
              </a:lnSpc>
              <a:spcBef>
                <a:spcPts val="200"/>
              </a:spcBef>
              <a:spcAft>
                <a:spcPts val="400"/>
              </a:spcAft>
              <a:buClr>
                <a:schemeClr val="dk1"/>
              </a:buClr>
              <a:buSzPts val="900"/>
              <a:buFont typeface="Inter"/>
              <a:buNone/>
              <a:defRPr sz="900">
                <a:latin typeface="Inter"/>
                <a:ea typeface="Inter"/>
                <a:cs typeface="Inter"/>
                <a:sym typeface="Inter"/>
              </a:defRPr>
            </a:lvl9pPr>
          </a:lstStyle>
          <a:p/>
        </p:txBody>
      </p:sp>
      <p:sp>
        <p:nvSpPr>
          <p:cNvPr id="230" name="Google Shape;230;p25"/>
          <p:cNvSpPr/>
          <p:nvPr>
            <p:ph idx="6" type="pic"/>
          </p:nvPr>
        </p:nvSpPr>
        <p:spPr>
          <a:xfrm>
            <a:off x="6089350" y="1078525"/>
            <a:ext cx="2628600" cy="2298000"/>
          </a:xfrm>
          <a:prstGeom prst="round2SameRect">
            <a:avLst>
              <a:gd fmla="val 5417" name="adj1"/>
              <a:gd fmla="val 0" name="adj2"/>
            </a:avLst>
          </a:prstGeom>
          <a:solidFill>
            <a:schemeClr val="lt1"/>
          </a:solidFill>
          <a:ln>
            <a:noFill/>
          </a:ln>
        </p:spPr>
      </p:sp>
      <p:sp>
        <p:nvSpPr>
          <p:cNvPr id="231" name="Google Shape;231;p25"/>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0. Where the world checks out">
  <p:cSld name="4 images with description_1_2_2">
    <p:bg>
      <p:bgPr>
        <a:solidFill>
          <a:schemeClr val="accent1"/>
        </a:solidFill>
      </p:bgPr>
    </p:bg>
    <p:spTree>
      <p:nvGrpSpPr>
        <p:cNvPr id="232" name="Shape 232"/>
        <p:cNvGrpSpPr/>
        <p:nvPr/>
      </p:nvGrpSpPr>
      <p:grpSpPr>
        <a:xfrm>
          <a:off x="0" y="0"/>
          <a:ext cx="0" cy="0"/>
          <a:chOff x="0" y="0"/>
          <a:chExt cx="0" cy="0"/>
        </a:xfrm>
      </p:grpSpPr>
      <p:sp>
        <p:nvSpPr>
          <p:cNvPr id="233" name="Google Shape;233;p26"/>
          <p:cNvSpPr txBox="1"/>
          <p:nvPr/>
        </p:nvSpPr>
        <p:spPr>
          <a:xfrm>
            <a:off x="1784250" y="2790526"/>
            <a:ext cx="5575500" cy="936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500"/>
              </a:spcBef>
              <a:spcAft>
                <a:spcPts val="0"/>
              </a:spcAft>
              <a:buNone/>
            </a:pPr>
            <a:r>
              <a:rPr lang="en" sz="2450">
                <a:solidFill>
                  <a:srgbClr val="FFFFFF"/>
                </a:solidFill>
                <a:latin typeface="Inter"/>
                <a:ea typeface="Inter"/>
                <a:cs typeface="Inter"/>
                <a:sym typeface="Inter"/>
              </a:rPr>
              <a:t>Where the world</a:t>
            </a:r>
            <a:r>
              <a:rPr b="1" lang="en" sz="2450">
                <a:solidFill>
                  <a:srgbClr val="FFFFFF"/>
                </a:solidFill>
                <a:latin typeface="Inter"/>
                <a:ea typeface="Inter"/>
                <a:cs typeface="Inter"/>
                <a:sym typeface="Inter"/>
              </a:rPr>
              <a:t> </a:t>
            </a:r>
            <a:r>
              <a:rPr lang="en" sz="2450">
                <a:solidFill>
                  <a:srgbClr val="FFFFFF"/>
                </a:solidFill>
                <a:latin typeface="Inter"/>
                <a:ea typeface="Inter"/>
                <a:cs typeface="Inter"/>
                <a:sym typeface="Inter"/>
              </a:rPr>
              <a:t>checks out</a:t>
            </a:r>
            <a:endParaRPr sz="2450">
              <a:solidFill>
                <a:srgbClr val="FFFFFF"/>
              </a:solidFill>
              <a:latin typeface="Inter"/>
              <a:ea typeface="Inter"/>
              <a:cs typeface="Inter"/>
              <a:sym typeface="Inter"/>
            </a:endParaRPr>
          </a:p>
        </p:txBody>
      </p:sp>
      <p:pic>
        <p:nvPicPr>
          <p:cNvPr id="234" name="Google Shape;234;p26"/>
          <p:cNvPicPr preferRelativeResize="0"/>
          <p:nvPr/>
        </p:nvPicPr>
        <p:blipFill>
          <a:blip r:embed="rId2">
            <a:alphaModFix/>
          </a:blip>
          <a:stretch>
            <a:fillRect/>
          </a:stretch>
        </p:blipFill>
        <p:spPr>
          <a:xfrm>
            <a:off x="2311600" y="2022176"/>
            <a:ext cx="4520799" cy="758600"/>
          </a:xfrm>
          <a:prstGeom prst="rect">
            <a:avLst/>
          </a:prstGeom>
          <a:noFill/>
          <a:ln>
            <a:noFill/>
          </a:ln>
        </p:spPr>
      </p:pic>
      <p:sp>
        <p:nvSpPr>
          <p:cNvPr id="235" name="Google Shape;235;p26"/>
          <p:cNvSpPr/>
          <p:nvPr/>
        </p:nvSpPr>
        <p:spPr>
          <a:xfrm>
            <a:off x="7693500" y="4527325"/>
            <a:ext cx="1155300" cy="4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1. Back cover">
  <p:cSld name="Main title_1">
    <p:spTree>
      <p:nvGrpSpPr>
        <p:cNvPr id="236" name="Shape 236"/>
        <p:cNvGrpSpPr/>
        <p:nvPr/>
      </p:nvGrpSpPr>
      <p:grpSpPr>
        <a:xfrm>
          <a:off x="0" y="0"/>
          <a:ext cx="0" cy="0"/>
          <a:chOff x="0" y="0"/>
          <a:chExt cx="0" cy="0"/>
        </a:xfrm>
      </p:grpSpPr>
      <p:sp>
        <p:nvSpPr>
          <p:cNvPr id="237" name="Google Shape;237;p27"/>
          <p:cNvSpPr txBox="1"/>
          <p:nvPr>
            <p:ph idx="1" type="body"/>
          </p:nvPr>
        </p:nvSpPr>
        <p:spPr>
          <a:xfrm>
            <a:off x="419825" y="417738"/>
            <a:ext cx="6193500" cy="12657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SzPts val="6600"/>
              <a:buFont typeface="Roboto Mono"/>
              <a:buNone/>
              <a:defRPr b="1" i="0" sz="6600" cap="none">
                <a:latin typeface="Roboto Mono"/>
                <a:ea typeface="Roboto Mono"/>
                <a:cs typeface="Roboto Mono"/>
                <a:sym typeface="Roboto Mono"/>
              </a:defRPr>
            </a:lvl1pPr>
            <a:lvl2pPr indent="-228600" lvl="1" marL="914400" algn="l">
              <a:lnSpc>
                <a:spcPct val="80000"/>
              </a:lnSpc>
              <a:spcBef>
                <a:spcPts val="0"/>
              </a:spcBef>
              <a:spcAft>
                <a:spcPts val="0"/>
              </a:spcAft>
              <a:buSzPts val="6600"/>
              <a:buNone/>
              <a:defRPr b="1" i="0" sz="6600" cap="none">
                <a:latin typeface="Arial"/>
                <a:ea typeface="Arial"/>
                <a:cs typeface="Arial"/>
                <a:sym typeface="Arial"/>
              </a:defRPr>
            </a:lvl2pPr>
            <a:lvl3pPr indent="-228600" lvl="2" marL="1371600" algn="l">
              <a:lnSpc>
                <a:spcPct val="80000"/>
              </a:lnSpc>
              <a:spcBef>
                <a:spcPts val="0"/>
              </a:spcBef>
              <a:spcAft>
                <a:spcPts val="0"/>
              </a:spcAft>
              <a:buClr>
                <a:srgbClr val="FFFFFF"/>
              </a:buClr>
              <a:buSzPts val="6600"/>
              <a:buNone/>
              <a:defRPr b="1" sz="6600"/>
            </a:lvl3pPr>
            <a:lvl4pPr indent="-228600" lvl="3" marL="1828800" algn="l">
              <a:lnSpc>
                <a:spcPct val="80000"/>
              </a:lnSpc>
              <a:spcBef>
                <a:spcPts val="0"/>
              </a:spcBef>
              <a:spcAft>
                <a:spcPts val="0"/>
              </a:spcAft>
              <a:buSzPts val="6600"/>
              <a:buNone/>
              <a:defRPr b="1" sz="6600"/>
            </a:lvl4pPr>
            <a:lvl5pPr indent="-228600" lvl="4" marL="2286000" algn="l">
              <a:lnSpc>
                <a:spcPct val="80000"/>
              </a:lnSpc>
              <a:spcBef>
                <a:spcPts val="0"/>
              </a:spcBef>
              <a:spcAft>
                <a:spcPts val="0"/>
              </a:spcAft>
              <a:buSzPts val="6600"/>
              <a:buNone/>
              <a:defRPr b="1" sz="6600">
                <a:latin typeface="Roboto Mono"/>
                <a:ea typeface="Roboto Mono"/>
                <a:cs typeface="Roboto Mono"/>
                <a:sym typeface="Roboto Mono"/>
              </a:defRPr>
            </a:lvl5pPr>
            <a:lvl6pPr indent="-228600" lvl="5" marL="2743200" algn="l">
              <a:lnSpc>
                <a:spcPct val="80000"/>
              </a:lnSpc>
              <a:spcBef>
                <a:spcPts val="0"/>
              </a:spcBef>
              <a:spcAft>
                <a:spcPts val="0"/>
              </a:spcAft>
              <a:buClr>
                <a:srgbClr val="FFFFFF"/>
              </a:buClr>
              <a:buSzPts val="6600"/>
              <a:buFont typeface="Roboto Mono"/>
              <a:buNone/>
              <a:defRPr b="1" sz="6600">
                <a:latin typeface="Roboto Mono"/>
                <a:ea typeface="Roboto Mono"/>
                <a:cs typeface="Roboto Mono"/>
                <a:sym typeface="Roboto Mono"/>
              </a:defRPr>
            </a:lvl6pPr>
            <a:lvl7pPr indent="-228600" lvl="6" marL="3200400" algn="l">
              <a:lnSpc>
                <a:spcPct val="80000"/>
              </a:lnSpc>
              <a:spcBef>
                <a:spcPts val="0"/>
              </a:spcBef>
              <a:spcAft>
                <a:spcPts val="0"/>
              </a:spcAft>
              <a:buClr>
                <a:srgbClr val="FFFFFF"/>
              </a:buClr>
              <a:buSzPts val="6600"/>
              <a:buNone/>
              <a:defRPr b="1" sz="6600">
                <a:latin typeface="Roboto Mono"/>
                <a:ea typeface="Roboto Mono"/>
                <a:cs typeface="Roboto Mono"/>
                <a:sym typeface="Roboto Mono"/>
              </a:defRPr>
            </a:lvl7pPr>
            <a:lvl8pPr indent="-228600" lvl="7" marL="3657600" algn="l">
              <a:lnSpc>
                <a:spcPct val="80000"/>
              </a:lnSpc>
              <a:spcBef>
                <a:spcPts val="0"/>
              </a:spcBef>
              <a:spcAft>
                <a:spcPts val="0"/>
              </a:spcAft>
              <a:buClr>
                <a:srgbClr val="FFFFFF"/>
              </a:buClr>
              <a:buSzPts val="6600"/>
              <a:buNone/>
              <a:defRPr sz="6600"/>
            </a:lvl8pPr>
            <a:lvl9pPr indent="-228600" lvl="8" marL="4114800" algn="l">
              <a:lnSpc>
                <a:spcPct val="80000"/>
              </a:lnSpc>
              <a:spcBef>
                <a:spcPts val="0"/>
              </a:spcBef>
              <a:spcAft>
                <a:spcPts val="0"/>
              </a:spcAft>
              <a:buClr>
                <a:srgbClr val="FFFFFF"/>
              </a:buClr>
              <a:buSzPts val="6600"/>
              <a:buNone/>
              <a:defRPr sz="6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Agenda Blocks (4)">
  <p:cSld name="CUSTOM">
    <p:spTree>
      <p:nvGrpSpPr>
        <p:cNvPr id="238" name="Shape 238"/>
        <p:cNvGrpSpPr/>
        <p:nvPr/>
      </p:nvGrpSpPr>
      <p:grpSpPr>
        <a:xfrm>
          <a:off x="0" y="0"/>
          <a:ext cx="0" cy="0"/>
          <a:chOff x="0" y="0"/>
          <a:chExt cx="0" cy="0"/>
        </a:xfrm>
      </p:grpSpPr>
      <p:sp>
        <p:nvSpPr>
          <p:cNvPr id="239" name="Google Shape;239;p28"/>
          <p:cNvSpPr txBox="1"/>
          <p:nvPr>
            <p:ph type="title"/>
          </p:nvPr>
        </p:nvSpPr>
        <p:spPr>
          <a:xfrm>
            <a:off x="419812" y="1607993"/>
            <a:ext cx="3539700" cy="6471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chemeClr val="dk1"/>
              </a:buClr>
              <a:buSzPts val="4600"/>
              <a:buFont typeface="Roboto Mono"/>
              <a:buNone/>
              <a:defRPr sz="4600">
                <a:latin typeface="Roboto Mono"/>
                <a:ea typeface="Roboto Mono"/>
                <a:cs typeface="Roboto Mono"/>
                <a:sym typeface="Roboto Mono"/>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240" name="Google Shape;240;p28"/>
          <p:cNvSpPr/>
          <p:nvPr>
            <p:ph idx="1" type="body"/>
          </p:nvPr>
        </p:nvSpPr>
        <p:spPr>
          <a:xfrm>
            <a:off x="427209" y="2366478"/>
            <a:ext cx="1914600" cy="1959300"/>
          </a:xfrm>
          <a:prstGeom prst="roundRect">
            <a:avLst>
              <a:gd fmla="val 4268" name="adj"/>
            </a:avLst>
          </a:prstGeom>
          <a:solidFill>
            <a:schemeClr val="lt1"/>
          </a:solidFill>
          <a:ln>
            <a:noFill/>
          </a:ln>
        </p:spPr>
        <p:txBody>
          <a:bodyPr anchorCtr="0" anchor="b" bIns="108000" lIns="108000" spcFirstLastPara="1" rIns="108000" wrap="square" tIns="108000">
            <a:noAutofit/>
          </a:bodyPr>
          <a:lstStyle>
            <a:lvl1pPr indent="-228600" lvl="0" marL="457200" algn="l">
              <a:lnSpc>
                <a:spcPct val="110000"/>
              </a:lnSpc>
              <a:spcBef>
                <a:spcPts val="100"/>
              </a:spcBef>
              <a:spcAft>
                <a:spcPts val="0"/>
              </a:spcAft>
              <a:buSzPts val="1400"/>
              <a:buFont typeface="Inter"/>
              <a:buNone/>
              <a:defRPr sz="1400"/>
            </a:lvl1pPr>
            <a:lvl2pPr indent="-228600" lvl="1" marL="914400" algn="l">
              <a:lnSpc>
                <a:spcPct val="110000"/>
              </a:lnSpc>
              <a:spcBef>
                <a:spcPts val="900"/>
              </a:spcBef>
              <a:spcAft>
                <a:spcPts val="0"/>
              </a:spcAft>
              <a:buClr>
                <a:schemeClr val="dk1"/>
              </a:buClr>
              <a:buSzPts val="1400"/>
              <a:buFont typeface="Inter"/>
              <a:buNone/>
              <a:defRPr sz="1400"/>
            </a:lvl2pPr>
            <a:lvl3pPr indent="-228600" lvl="2" marL="1371600" algn="l">
              <a:lnSpc>
                <a:spcPct val="100000"/>
              </a:lnSpc>
              <a:spcBef>
                <a:spcPts val="200"/>
              </a:spcBef>
              <a:spcAft>
                <a:spcPts val="0"/>
              </a:spcAft>
              <a:buSzPts val="1400"/>
              <a:buFont typeface="Inter"/>
              <a:buNone/>
              <a:defRPr sz="1400"/>
            </a:lvl3pPr>
            <a:lvl4pPr indent="-228600" lvl="3" marL="1828800" algn="l">
              <a:lnSpc>
                <a:spcPct val="110000"/>
              </a:lnSpc>
              <a:spcBef>
                <a:spcPts val="300"/>
              </a:spcBef>
              <a:spcAft>
                <a:spcPts val="0"/>
              </a:spcAft>
              <a:buClr>
                <a:schemeClr val="dk1"/>
              </a:buClr>
              <a:buSzPts val="1400"/>
              <a:buFont typeface="Inter"/>
              <a:buNone/>
              <a:defRPr sz="1400">
                <a:latin typeface="Inter"/>
                <a:ea typeface="Inter"/>
                <a:cs typeface="Inter"/>
                <a:sym typeface="Inter"/>
              </a:defRPr>
            </a:lvl4pPr>
            <a:lvl5pPr indent="-228600" lvl="4" marL="2286000" algn="l">
              <a:lnSpc>
                <a:spcPct val="90000"/>
              </a:lnSpc>
              <a:spcBef>
                <a:spcPts val="600"/>
              </a:spcBef>
              <a:spcAft>
                <a:spcPts val="0"/>
              </a:spcAft>
              <a:buClr>
                <a:schemeClr val="dk1"/>
              </a:buClr>
              <a:buSzPts val="1400"/>
              <a:buFont typeface="Inter"/>
              <a:buNone/>
              <a:defRPr sz="1400">
                <a:latin typeface="Inter"/>
                <a:ea typeface="Inter"/>
                <a:cs typeface="Inter"/>
                <a:sym typeface="Inter"/>
              </a:defRPr>
            </a:lvl5pPr>
            <a:lvl6pPr indent="-228600" lvl="5" marL="2743200" algn="l">
              <a:lnSpc>
                <a:spcPct val="110000"/>
              </a:lnSpc>
              <a:spcBef>
                <a:spcPts val="200"/>
              </a:spcBef>
              <a:spcAft>
                <a:spcPts val="0"/>
              </a:spcAft>
              <a:buSzPts val="1400"/>
              <a:buFont typeface="Inter"/>
              <a:buNone/>
              <a:defRPr sz="1400">
                <a:latin typeface="Inter"/>
                <a:ea typeface="Inter"/>
                <a:cs typeface="Inter"/>
                <a:sym typeface="Inter"/>
              </a:defRPr>
            </a:lvl6pPr>
            <a:lvl7pPr indent="-228600" lvl="6" marL="3200400" algn="l">
              <a:lnSpc>
                <a:spcPct val="90000"/>
              </a:lnSpc>
              <a:spcBef>
                <a:spcPts val="100"/>
              </a:spcBef>
              <a:spcAft>
                <a:spcPts val="0"/>
              </a:spcAft>
              <a:buSzPts val="1400"/>
              <a:buFont typeface="Inter"/>
              <a:buNone/>
              <a:defRPr sz="1400">
                <a:latin typeface="Inter"/>
                <a:ea typeface="Inter"/>
                <a:cs typeface="Inter"/>
                <a:sym typeface="Inter"/>
              </a:defRPr>
            </a:lvl7pPr>
            <a:lvl8pPr indent="-228600" lvl="7" marL="3657600" algn="l">
              <a:lnSpc>
                <a:spcPct val="90000"/>
              </a:lnSpc>
              <a:spcBef>
                <a:spcPts val="1200"/>
              </a:spcBef>
              <a:spcAft>
                <a:spcPts val="0"/>
              </a:spcAft>
              <a:buSzPts val="1400"/>
              <a:buFont typeface="Inter"/>
              <a:buNone/>
              <a:defRPr sz="1400">
                <a:latin typeface="Inter"/>
                <a:ea typeface="Inter"/>
                <a:cs typeface="Inter"/>
                <a:sym typeface="Inter"/>
              </a:defRPr>
            </a:lvl8pPr>
            <a:lvl9pPr indent="-228600" lvl="8" marL="4114800" algn="l">
              <a:lnSpc>
                <a:spcPct val="90000"/>
              </a:lnSpc>
              <a:spcBef>
                <a:spcPts val="1200"/>
              </a:spcBef>
              <a:spcAft>
                <a:spcPts val="100"/>
              </a:spcAft>
              <a:buSzPts val="1400"/>
              <a:buFont typeface="Inter"/>
              <a:buNone/>
              <a:defRPr sz="1400">
                <a:latin typeface="Inter"/>
                <a:ea typeface="Inter"/>
                <a:cs typeface="Inter"/>
                <a:sym typeface="Inter"/>
              </a:defRPr>
            </a:lvl9pPr>
          </a:lstStyle>
          <a:p/>
        </p:txBody>
      </p:sp>
      <p:sp>
        <p:nvSpPr>
          <p:cNvPr id="241" name="Google Shape;241;p28"/>
          <p:cNvSpPr/>
          <p:nvPr>
            <p:ph idx="2" type="body"/>
          </p:nvPr>
        </p:nvSpPr>
        <p:spPr>
          <a:xfrm>
            <a:off x="2551132" y="2366478"/>
            <a:ext cx="1914600" cy="1959300"/>
          </a:xfrm>
          <a:prstGeom prst="roundRect">
            <a:avLst>
              <a:gd fmla="val 4268" name="adj"/>
            </a:avLst>
          </a:prstGeom>
          <a:solidFill>
            <a:schemeClr val="lt1"/>
          </a:solidFill>
          <a:ln>
            <a:noFill/>
          </a:ln>
        </p:spPr>
        <p:txBody>
          <a:bodyPr anchorCtr="0" anchor="b" bIns="108000" lIns="108000" spcFirstLastPara="1" rIns="108000" wrap="square" tIns="108000">
            <a:noAutofit/>
          </a:bodyPr>
          <a:lstStyle>
            <a:lvl1pPr indent="-228600" lvl="0" marL="457200" algn="l">
              <a:lnSpc>
                <a:spcPct val="110000"/>
              </a:lnSpc>
              <a:spcBef>
                <a:spcPts val="100"/>
              </a:spcBef>
              <a:spcAft>
                <a:spcPts val="0"/>
              </a:spcAft>
              <a:buSzPts val="1400"/>
              <a:buFont typeface="Inter"/>
              <a:buNone/>
              <a:defRPr sz="1400"/>
            </a:lvl1pPr>
            <a:lvl2pPr indent="-228600" lvl="1" marL="914400" algn="l">
              <a:lnSpc>
                <a:spcPct val="110000"/>
              </a:lnSpc>
              <a:spcBef>
                <a:spcPts val="900"/>
              </a:spcBef>
              <a:spcAft>
                <a:spcPts val="0"/>
              </a:spcAft>
              <a:buClr>
                <a:schemeClr val="dk1"/>
              </a:buClr>
              <a:buSzPts val="1400"/>
              <a:buFont typeface="Inter"/>
              <a:buNone/>
              <a:defRPr sz="1400"/>
            </a:lvl2pPr>
            <a:lvl3pPr indent="-228600" lvl="2" marL="1371600" algn="l">
              <a:lnSpc>
                <a:spcPct val="100000"/>
              </a:lnSpc>
              <a:spcBef>
                <a:spcPts val="200"/>
              </a:spcBef>
              <a:spcAft>
                <a:spcPts val="0"/>
              </a:spcAft>
              <a:buSzPts val="1400"/>
              <a:buFont typeface="Inter"/>
              <a:buNone/>
              <a:defRPr sz="1400"/>
            </a:lvl3pPr>
            <a:lvl4pPr indent="-228600" lvl="3" marL="1828800" algn="l">
              <a:lnSpc>
                <a:spcPct val="110000"/>
              </a:lnSpc>
              <a:spcBef>
                <a:spcPts val="300"/>
              </a:spcBef>
              <a:spcAft>
                <a:spcPts val="0"/>
              </a:spcAft>
              <a:buClr>
                <a:schemeClr val="dk1"/>
              </a:buClr>
              <a:buSzPts val="1400"/>
              <a:buFont typeface="Inter"/>
              <a:buNone/>
              <a:defRPr sz="1400">
                <a:latin typeface="Inter"/>
                <a:ea typeface="Inter"/>
                <a:cs typeface="Inter"/>
                <a:sym typeface="Inter"/>
              </a:defRPr>
            </a:lvl4pPr>
            <a:lvl5pPr indent="-228600" lvl="4" marL="2286000" algn="l">
              <a:lnSpc>
                <a:spcPct val="90000"/>
              </a:lnSpc>
              <a:spcBef>
                <a:spcPts val="600"/>
              </a:spcBef>
              <a:spcAft>
                <a:spcPts val="0"/>
              </a:spcAft>
              <a:buClr>
                <a:schemeClr val="dk1"/>
              </a:buClr>
              <a:buSzPts val="1400"/>
              <a:buFont typeface="Inter"/>
              <a:buNone/>
              <a:defRPr sz="1400">
                <a:latin typeface="Inter"/>
                <a:ea typeface="Inter"/>
                <a:cs typeface="Inter"/>
                <a:sym typeface="Inter"/>
              </a:defRPr>
            </a:lvl5pPr>
            <a:lvl6pPr indent="-228600" lvl="5" marL="2743200" algn="l">
              <a:lnSpc>
                <a:spcPct val="110000"/>
              </a:lnSpc>
              <a:spcBef>
                <a:spcPts val="200"/>
              </a:spcBef>
              <a:spcAft>
                <a:spcPts val="0"/>
              </a:spcAft>
              <a:buSzPts val="1400"/>
              <a:buFont typeface="Inter"/>
              <a:buNone/>
              <a:defRPr sz="1400">
                <a:latin typeface="Inter"/>
                <a:ea typeface="Inter"/>
                <a:cs typeface="Inter"/>
                <a:sym typeface="Inter"/>
              </a:defRPr>
            </a:lvl6pPr>
            <a:lvl7pPr indent="-228600" lvl="6" marL="3200400" algn="l">
              <a:lnSpc>
                <a:spcPct val="90000"/>
              </a:lnSpc>
              <a:spcBef>
                <a:spcPts val="100"/>
              </a:spcBef>
              <a:spcAft>
                <a:spcPts val="0"/>
              </a:spcAft>
              <a:buSzPts val="1400"/>
              <a:buFont typeface="Inter"/>
              <a:buNone/>
              <a:defRPr sz="1400">
                <a:latin typeface="Inter"/>
                <a:ea typeface="Inter"/>
                <a:cs typeface="Inter"/>
                <a:sym typeface="Inter"/>
              </a:defRPr>
            </a:lvl7pPr>
            <a:lvl8pPr indent="-228600" lvl="7" marL="3657600" algn="l">
              <a:lnSpc>
                <a:spcPct val="90000"/>
              </a:lnSpc>
              <a:spcBef>
                <a:spcPts val="1200"/>
              </a:spcBef>
              <a:spcAft>
                <a:spcPts val="0"/>
              </a:spcAft>
              <a:buSzPts val="1400"/>
              <a:buFont typeface="Inter"/>
              <a:buNone/>
              <a:defRPr sz="1400">
                <a:latin typeface="Inter"/>
                <a:ea typeface="Inter"/>
                <a:cs typeface="Inter"/>
                <a:sym typeface="Inter"/>
              </a:defRPr>
            </a:lvl8pPr>
            <a:lvl9pPr indent="-228600" lvl="8" marL="4114800" algn="l">
              <a:lnSpc>
                <a:spcPct val="90000"/>
              </a:lnSpc>
              <a:spcBef>
                <a:spcPts val="1200"/>
              </a:spcBef>
              <a:spcAft>
                <a:spcPts val="100"/>
              </a:spcAft>
              <a:buSzPts val="1400"/>
              <a:buFont typeface="Inter"/>
              <a:buNone/>
              <a:defRPr sz="1400">
                <a:latin typeface="Inter"/>
                <a:ea typeface="Inter"/>
                <a:cs typeface="Inter"/>
                <a:sym typeface="Inter"/>
              </a:defRPr>
            </a:lvl9pPr>
          </a:lstStyle>
          <a:p/>
        </p:txBody>
      </p:sp>
      <p:sp>
        <p:nvSpPr>
          <p:cNvPr id="242" name="Google Shape;242;p28"/>
          <p:cNvSpPr/>
          <p:nvPr>
            <p:ph idx="3" type="body"/>
          </p:nvPr>
        </p:nvSpPr>
        <p:spPr>
          <a:xfrm>
            <a:off x="4668479" y="2366478"/>
            <a:ext cx="1914600" cy="1959300"/>
          </a:xfrm>
          <a:prstGeom prst="roundRect">
            <a:avLst>
              <a:gd fmla="val 4268" name="adj"/>
            </a:avLst>
          </a:prstGeom>
          <a:solidFill>
            <a:schemeClr val="lt1"/>
          </a:solidFill>
          <a:ln>
            <a:noFill/>
          </a:ln>
        </p:spPr>
        <p:txBody>
          <a:bodyPr anchorCtr="0" anchor="b" bIns="108000" lIns="108000" spcFirstLastPara="1" rIns="108000" wrap="square" tIns="108000">
            <a:noAutofit/>
          </a:bodyPr>
          <a:lstStyle>
            <a:lvl1pPr indent="-228600" lvl="0" marL="457200" algn="l">
              <a:lnSpc>
                <a:spcPct val="110000"/>
              </a:lnSpc>
              <a:spcBef>
                <a:spcPts val="100"/>
              </a:spcBef>
              <a:spcAft>
                <a:spcPts val="0"/>
              </a:spcAft>
              <a:buSzPts val="1400"/>
              <a:buFont typeface="Inter"/>
              <a:buNone/>
              <a:defRPr sz="1400"/>
            </a:lvl1pPr>
            <a:lvl2pPr indent="-228600" lvl="1" marL="914400" algn="l">
              <a:lnSpc>
                <a:spcPct val="110000"/>
              </a:lnSpc>
              <a:spcBef>
                <a:spcPts val="900"/>
              </a:spcBef>
              <a:spcAft>
                <a:spcPts val="0"/>
              </a:spcAft>
              <a:buClr>
                <a:schemeClr val="dk1"/>
              </a:buClr>
              <a:buSzPts val="1400"/>
              <a:buFont typeface="Inter"/>
              <a:buNone/>
              <a:defRPr sz="1400"/>
            </a:lvl2pPr>
            <a:lvl3pPr indent="-228600" lvl="2" marL="1371600" algn="l">
              <a:lnSpc>
                <a:spcPct val="100000"/>
              </a:lnSpc>
              <a:spcBef>
                <a:spcPts val="200"/>
              </a:spcBef>
              <a:spcAft>
                <a:spcPts val="0"/>
              </a:spcAft>
              <a:buSzPts val="1400"/>
              <a:buFont typeface="Inter"/>
              <a:buNone/>
              <a:defRPr sz="1400"/>
            </a:lvl3pPr>
            <a:lvl4pPr indent="-228600" lvl="3" marL="1828800" algn="l">
              <a:lnSpc>
                <a:spcPct val="110000"/>
              </a:lnSpc>
              <a:spcBef>
                <a:spcPts val="300"/>
              </a:spcBef>
              <a:spcAft>
                <a:spcPts val="0"/>
              </a:spcAft>
              <a:buClr>
                <a:schemeClr val="dk1"/>
              </a:buClr>
              <a:buSzPts val="1400"/>
              <a:buFont typeface="Inter"/>
              <a:buNone/>
              <a:defRPr sz="1400">
                <a:latin typeface="Inter"/>
                <a:ea typeface="Inter"/>
                <a:cs typeface="Inter"/>
                <a:sym typeface="Inter"/>
              </a:defRPr>
            </a:lvl4pPr>
            <a:lvl5pPr indent="-228600" lvl="4" marL="2286000" algn="l">
              <a:lnSpc>
                <a:spcPct val="90000"/>
              </a:lnSpc>
              <a:spcBef>
                <a:spcPts val="600"/>
              </a:spcBef>
              <a:spcAft>
                <a:spcPts val="0"/>
              </a:spcAft>
              <a:buClr>
                <a:schemeClr val="dk1"/>
              </a:buClr>
              <a:buSzPts val="1400"/>
              <a:buFont typeface="Inter"/>
              <a:buNone/>
              <a:defRPr sz="1400">
                <a:latin typeface="Inter"/>
                <a:ea typeface="Inter"/>
                <a:cs typeface="Inter"/>
                <a:sym typeface="Inter"/>
              </a:defRPr>
            </a:lvl5pPr>
            <a:lvl6pPr indent="-228600" lvl="5" marL="2743200" algn="l">
              <a:lnSpc>
                <a:spcPct val="110000"/>
              </a:lnSpc>
              <a:spcBef>
                <a:spcPts val="200"/>
              </a:spcBef>
              <a:spcAft>
                <a:spcPts val="0"/>
              </a:spcAft>
              <a:buSzPts val="1400"/>
              <a:buFont typeface="Inter"/>
              <a:buNone/>
              <a:defRPr sz="1400">
                <a:latin typeface="Inter"/>
                <a:ea typeface="Inter"/>
                <a:cs typeface="Inter"/>
                <a:sym typeface="Inter"/>
              </a:defRPr>
            </a:lvl6pPr>
            <a:lvl7pPr indent="-228600" lvl="6" marL="3200400" algn="l">
              <a:lnSpc>
                <a:spcPct val="90000"/>
              </a:lnSpc>
              <a:spcBef>
                <a:spcPts val="100"/>
              </a:spcBef>
              <a:spcAft>
                <a:spcPts val="0"/>
              </a:spcAft>
              <a:buSzPts val="1400"/>
              <a:buFont typeface="Inter"/>
              <a:buNone/>
              <a:defRPr sz="1400">
                <a:latin typeface="Inter"/>
                <a:ea typeface="Inter"/>
                <a:cs typeface="Inter"/>
                <a:sym typeface="Inter"/>
              </a:defRPr>
            </a:lvl7pPr>
            <a:lvl8pPr indent="-228600" lvl="7" marL="3657600" algn="l">
              <a:lnSpc>
                <a:spcPct val="90000"/>
              </a:lnSpc>
              <a:spcBef>
                <a:spcPts val="1200"/>
              </a:spcBef>
              <a:spcAft>
                <a:spcPts val="0"/>
              </a:spcAft>
              <a:buSzPts val="1400"/>
              <a:buFont typeface="Inter"/>
              <a:buNone/>
              <a:defRPr sz="1400">
                <a:latin typeface="Inter"/>
                <a:ea typeface="Inter"/>
                <a:cs typeface="Inter"/>
                <a:sym typeface="Inter"/>
              </a:defRPr>
            </a:lvl8pPr>
            <a:lvl9pPr indent="-228600" lvl="8" marL="4114800" algn="l">
              <a:lnSpc>
                <a:spcPct val="90000"/>
              </a:lnSpc>
              <a:spcBef>
                <a:spcPts val="1200"/>
              </a:spcBef>
              <a:spcAft>
                <a:spcPts val="100"/>
              </a:spcAft>
              <a:buSzPts val="1400"/>
              <a:buFont typeface="Inter"/>
              <a:buNone/>
              <a:defRPr sz="1400">
                <a:latin typeface="Inter"/>
                <a:ea typeface="Inter"/>
                <a:cs typeface="Inter"/>
                <a:sym typeface="Inter"/>
              </a:defRPr>
            </a:lvl9pPr>
          </a:lstStyle>
          <a:p/>
        </p:txBody>
      </p:sp>
      <p:sp>
        <p:nvSpPr>
          <p:cNvPr id="243" name="Google Shape;243;p28"/>
          <p:cNvSpPr/>
          <p:nvPr>
            <p:ph idx="4" type="body"/>
          </p:nvPr>
        </p:nvSpPr>
        <p:spPr>
          <a:xfrm>
            <a:off x="6805553" y="2366478"/>
            <a:ext cx="1914600" cy="1959300"/>
          </a:xfrm>
          <a:prstGeom prst="roundRect">
            <a:avLst>
              <a:gd fmla="val 4268" name="adj"/>
            </a:avLst>
          </a:prstGeom>
          <a:solidFill>
            <a:schemeClr val="lt1"/>
          </a:solidFill>
          <a:ln>
            <a:noFill/>
          </a:ln>
        </p:spPr>
        <p:txBody>
          <a:bodyPr anchorCtr="0" anchor="b" bIns="108000" lIns="108000" spcFirstLastPara="1" rIns="108000" wrap="square" tIns="108000">
            <a:noAutofit/>
          </a:bodyPr>
          <a:lstStyle>
            <a:lvl1pPr indent="-228600" lvl="0" marL="457200" algn="l">
              <a:lnSpc>
                <a:spcPct val="110000"/>
              </a:lnSpc>
              <a:spcBef>
                <a:spcPts val="100"/>
              </a:spcBef>
              <a:spcAft>
                <a:spcPts val="0"/>
              </a:spcAft>
              <a:buSzPts val="1400"/>
              <a:buFont typeface="Inter"/>
              <a:buNone/>
              <a:defRPr sz="1400"/>
            </a:lvl1pPr>
            <a:lvl2pPr indent="-228600" lvl="1" marL="914400" algn="l">
              <a:lnSpc>
                <a:spcPct val="110000"/>
              </a:lnSpc>
              <a:spcBef>
                <a:spcPts val="900"/>
              </a:spcBef>
              <a:spcAft>
                <a:spcPts val="0"/>
              </a:spcAft>
              <a:buClr>
                <a:schemeClr val="dk1"/>
              </a:buClr>
              <a:buSzPts val="1400"/>
              <a:buFont typeface="Inter"/>
              <a:buNone/>
              <a:defRPr sz="1400"/>
            </a:lvl2pPr>
            <a:lvl3pPr indent="-228600" lvl="2" marL="1371600" algn="l">
              <a:lnSpc>
                <a:spcPct val="100000"/>
              </a:lnSpc>
              <a:spcBef>
                <a:spcPts val="200"/>
              </a:spcBef>
              <a:spcAft>
                <a:spcPts val="0"/>
              </a:spcAft>
              <a:buSzPts val="1400"/>
              <a:buFont typeface="Inter"/>
              <a:buNone/>
              <a:defRPr sz="1400"/>
            </a:lvl3pPr>
            <a:lvl4pPr indent="-228600" lvl="3" marL="1828800" algn="l">
              <a:lnSpc>
                <a:spcPct val="110000"/>
              </a:lnSpc>
              <a:spcBef>
                <a:spcPts val="300"/>
              </a:spcBef>
              <a:spcAft>
                <a:spcPts val="0"/>
              </a:spcAft>
              <a:buClr>
                <a:schemeClr val="dk1"/>
              </a:buClr>
              <a:buSzPts val="1400"/>
              <a:buFont typeface="Inter"/>
              <a:buNone/>
              <a:defRPr sz="1400">
                <a:latin typeface="Inter"/>
                <a:ea typeface="Inter"/>
                <a:cs typeface="Inter"/>
                <a:sym typeface="Inter"/>
              </a:defRPr>
            </a:lvl4pPr>
            <a:lvl5pPr indent="-228600" lvl="4" marL="2286000" algn="l">
              <a:lnSpc>
                <a:spcPct val="90000"/>
              </a:lnSpc>
              <a:spcBef>
                <a:spcPts val="600"/>
              </a:spcBef>
              <a:spcAft>
                <a:spcPts val="0"/>
              </a:spcAft>
              <a:buClr>
                <a:schemeClr val="dk1"/>
              </a:buClr>
              <a:buSzPts val="1400"/>
              <a:buFont typeface="Inter"/>
              <a:buNone/>
              <a:defRPr sz="1400">
                <a:latin typeface="Inter"/>
                <a:ea typeface="Inter"/>
                <a:cs typeface="Inter"/>
                <a:sym typeface="Inter"/>
              </a:defRPr>
            </a:lvl5pPr>
            <a:lvl6pPr indent="-228600" lvl="5" marL="2743200" algn="l">
              <a:lnSpc>
                <a:spcPct val="110000"/>
              </a:lnSpc>
              <a:spcBef>
                <a:spcPts val="200"/>
              </a:spcBef>
              <a:spcAft>
                <a:spcPts val="0"/>
              </a:spcAft>
              <a:buSzPts val="1400"/>
              <a:buFont typeface="Inter"/>
              <a:buNone/>
              <a:defRPr sz="1400">
                <a:latin typeface="Inter"/>
                <a:ea typeface="Inter"/>
                <a:cs typeface="Inter"/>
                <a:sym typeface="Inter"/>
              </a:defRPr>
            </a:lvl6pPr>
            <a:lvl7pPr indent="-228600" lvl="6" marL="3200400" algn="l">
              <a:lnSpc>
                <a:spcPct val="90000"/>
              </a:lnSpc>
              <a:spcBef>
                <a:spcPts val="100"/>
              </a:spcBef>
              <a:spcAft>
                <a:spcPts val="0"/>
              </a:spcAft>
              <a:buSzPts val="1400"/>
              <a:buFont typeface="Inter"/>
              <a:buNone/>
              <a:defRPr sz="1400">
                <a:latin typeface="Inter"/>
                <a:ea typeface="Inter"/>
                <a:cs typeface="Inter"/>
                <a:sym typeface="Inter"/>
              </a:defRPr>
            </a:lvl7pPr>
            <a:lvl8pPr indent="-228600" lvl="7" marL="3657600" algn="l">
              <a:lnSpc>
                <a:spcPct val="90000"/>
              </a:lnSpc>
              <a:spcBef>
                <a:spcPts val="1200"/>
              </a:spcBef>
              <a:spcAft>
                <a:spcPts val="0"/>
              </a:spcAft>
              <a:buSzPts val="1400"/>
              <a:buFont typeface="Inter"/>
              <a:buNone/>
              <a:defRPr sz="1400">
                <a:latin typeface="Inter"/>
                <a:ea typeface="Inter"/>
                <a:cs typeface="Inter"/>
                <a:sym typeface="Inter"/>
              </a:defRPr>
            </a:lvl8pPr>
            <a:lvl9pPr indent="-228600" lvl="8" marL="4114800" algn="l">
              <a:lnSpc>
                <a:spcPct val="90000"/>
              </a:lnSpc>
              <a:spcBef>
                <a:spcPts val="1200"/>
              </a:spcBef>
              <a:spcAft>
                <a:spcPts val="100"/>
              </a:spcAft>
              <a:buSzPts val="1400"/>
              <a:buFont typeface="Inter"/>
              <a:buNone/>
              <a:defRPr sz="1400">
                <a:latin typeface="Inter"/>
                <a:ea typeface="Inter"/>
                <a:cs typeface="Inter"/>
                <a:sym typeface="Inter"/>
              </a:defRPr>
            </a:lvl9pPr>
          </a:lstStyle>
          <a:p/>
        </p:txBody>
      </p:sp>
      <p:sp>
        <p:nvSpPr>
          <p:cNvPr id="244" name="Google Shape;244;p28"/>
          <p:cNvSpPr txBox="1"/>
          <p:nvPr>
            <p:ph idx="5" type="body"/>
          </p:nvPr>
        </p:nvSpPr>
        <p:spPr>
          <a:xfrm>
            <a:off x="598485" y="2548886"/>
            <a:ext cx="400800" cy="401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
              </a:spcBef>
              <a:spcAft>
                <a:spcPts val="0"/>
              </a:spcAft>
              <a:buSzPts val="1600"/>
              <a:buFont typeface="Inter"/>
              <a:buNone/>
              <a:defRPr b="1" i="0" sz="1600"/>
            </a:lvl1pPr>
            <a:lvl2pPr indent="-228600" lvl="1" marL="914400" algn="l">
              <a:lnSpc>
                <a:spcPct val="110000"/>
              </a:lnSpc>
              <a:spcBef>
                <a:spcPts val="900"/>
              </a:spcBef>
              <a:spcAft>
                <a:spcPts val="0"/>
              </a:spcAft>
              <a:buClr>
                <a:schemeClr val="dk1"/>
              </a:buClr>
              <a:buSzPts val="1600"/>
              <a:buFont typeface="Inter"/>
              <a:buNone/>
              <a:defRPr b="1" sz="1600"/>
            </a:lvl2pPr>
            <a:lvl3pPr indent="-228600" lvl="2" marL="1371600" algn="l">
              <a:lnSpc>
                <a:spcPct val="100000"/>
              </a:lnSpc>
              <a:spcBef>
                <a:spcPts val="200"/>
              </a:spcBef>
              <a:spcAft>
                <a:spcPts val="0"/>
              </a:spcAft>
              <a:buSzPts val="1500"/>
              <a:buFont typeface="Inter"/>
              <a:buNone/>
              <a:defRPr b="1"/>
            </a:lvl3pPr>
            <a:lvl4pPr indent="-228600" lvl="3" marL="1828800" algn="l">
              <a:lnSpc>
                <a:spcPct val="110000"/>
              </a:lnSpc>
              <a:spcBef>
                <a:spcPts val="300"/>
              </a:spcBef>
              <a:spcAft>
                <a:spcPts val="0"/>
              </a:spcAft>
              <a:buClr>
                <a:schemeClr val="dk1"/>
              </a:buClr>
              <a:buSzPts val="1600"/>
              <a:buFont typeface="Inter"/>
              <a:buNone/>
              <a:defRPr b="1" sz="1600">
                <a:latin typeface="Inter"/>
                <a:ea typeface="Inter"/>
                <a:cs typeface="Inter"/>
                <a:sym typeface="Inter"/>
              </a:defRPr>
            </a:lvl4pPr>
            <a:lvl5pPr indent="-228600" lvl="4" marL="2286000" algn="l">
              <a:lnSpc>
                <a:spcPct val="90000"/>
              </a:lnSpc>
              <a:spcBef>
                <a:spcPts val="600"/>
              </a:spcBef>
              <a:spcAft>
                <a:spcPts val="0"/>
              </a:spcAft>
              <a:buClr>
                <a:schemeClr val="dk1"/>
              </a:buClr>
              <a:buSzPts val="1600"/>
              <a:buFont typeface="Inter"/>
              <a:buNone/>
              <a:defRPr>
                <a:latin typeface="Inter"/>
                <a:ea typeface="Inter"/>
                <a:cs typeface="Inter"/>
                <a:sym typeface="Inter"/>
              </a:defRPr>
            </a:lvl5pPr>
            <a:lvl6pPr indent="-228600" lvl="5" marL="2743200" algn="l">
              <a:lnSpc>
                <a:spcPct val="110000"/>
              </a:lnSpc>
              <a:spcBef>
                <a:spcPts val="200"/>
              </a:spcBef>
              <a:spcAft>
                <a:spcPts val="0"/>
              </a:spcAft>
              <a:buSzPts val="1600"/>
              <a:buFont typeface="Inter"/>
              <a:buNone/>
              <a:defRPr b="1" sz="1600">
                <a:latin typeface="Inter"/>
                <a:ea typeface="Inter"/>
                <a:cs typeface="Inter"/>
                <a:sym typeface="Inter"/>
              </a:defRPr>
            </a:lvl6pPr>
            <a:lvl7pPr indent="-228600" lvl="6" marL="3200400" algn="l">
              <a:lnSpc>
                <a:spcPct val="90000"/>
              </a:lnSpc>
              <a:spcBef>
                <a:spcPts val="100"/>
              </a:spcBef>
              <a:spcAft>
                <a:spcPts val="0"/>
              </a:spcAft>
              <a:buSzPts val="1600"/>
              <a:buFont typeface="Inter"/>
              <a:buNone/>
              <a:defRPr sz="1600">
                <a:latin typeface="Inter"/>
                <a:ea typeface="Inter"/>
                <a:cs typeface="Inter"/>
                <a:sym typeface="Inter"/>
              </a:defRPr>
            </a:lvl7pPr>
            <a:lvl8pPr indent="-228600" lvl="7" marL="3657600" algn="l">
              <a:lnSpc>
                <a:spcPct val="90000"/>
              </a:lnSpc>
              <a:spcBef>
                <a:spcPts val="1200"/>
              </a:spcBef>
              <a:spcAft>
                <a:spcPts val="0"/>
              </a:spcAft>
              <a:buSzPts val="1600"/>
              <a:buFont typeface="Inter"/>
              <a:buNone/>
              <a:defRPr b="1" sz="1600">
                <a:latin typeface="Inter"/>
                <a:ea typeface="Inter"/>
                <a:cs typeface="Inter"/>
                <a:sym typeface="Inter"/>
              </a:defRPr>
            </a:lvl8pPr>
            <a:lvl9pPr indent="-228600" lvl="8" marL="4114800" algn="l">
              <a:lnSpc>
                <a:spcPct val="90000"/>
              </a:lnSpc>
              <a:spcBef>
                <a:spcPts val="1200"/>
              </a:spcBef>
              <a:spcAft>
                <a:spcPts val="100"/>
              </a:spcAft>
              <a:buSzPts val="1600"/>
              <a:buFont typeface="Inter"/>
              <a:buNone/>
              <a:defRPr sz="1600">
                <a:latin typeface="Inter"/>
                <a:ea typeface="Inter"/>
                <a:cs typeface="Inter"/>
                <a:sym typeface="Inter"/>
              </a:defRPr>
            </a:lvl9pPr>
          </a:lstStyle>
          <a:p/>
        </p:txBody>
      </p:sp>
      <p:sp>
        <p:nvSpPr>
          <p:cNvPr id="245" name="Google Shape;245;p28"/>
          <p:cNvSpPr txBox="1"/>
          <p:nvPr>
            <p:ph idx="6" type="body"/>
          </p:nvPr>
        </p:nvSpPr>
        <p:spPr>
          <a:xfrm>
            <a:off x="2715832" y="2548886"/>
            <a:ext cx="400800" cy="401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
              </a:spcBef>
              <a:spcAft>
                <a:spcPts val="0"/>
              </a:spcAft>
              <a:buSzPts val="1600"/>
              <a:buFont typeface="Inter"/>
              <a:buNone/>
              <a:defRPr b="1" i="0" sz="1600"/>
            </a:lvl1pPr>
            <a:lvl2pPr indent="-228600" lvl="1" marL="914400" algn="l">
              <a:lnSpc>
                <a:spcPct val="110000"/>
              </a:lnSpc>
              <a:spcBef>
                <a:spcPts val="900"/>
              </a:spcBef>
              <a:spcAft>
                <a:spcPts val="0"/>
              </a:spcAft>
              <a:buClr>
                <a:schemeClr val="dk1"/>
              </a:buClr>
              <a:buSzPts val="1600"/>
              <a:buFont typeface="Inter"/>
              <a:buNone/>
              <a:defRPr b="1" sz="1600"/>
            </a:lvl2pPr>
            <a:lvl3pPr indent="-228600" lvl="2" marL="1371600" algn="l">
              <a:lnSpc>
                <a:spcPct val="100000"/>
              </a:lnSpc>
              <a:spcBef>
                <a:spcPts val="200"/>
              </a:spcBef>
              <a:spcAft>
                <a:spcPts val="0"/>
              </a:spcAft>
              <a:buSzPts val="1500"/>
              <a:buFont typeface="Inter"/>
              <a:buNone/>
              <a:defRPr b="1"/>
            </a:lvl3pPr>
            <a:lvl4pPr indent="-228600" lvl="3" marL="1828800" algn="l">
              <a:lnSpc>
                <a:spcPct val="110000"/>
              </a:lnSpc>
              <a:spcBef>
                <a:spcPts val="300"/>
              </a:spcBef>
              <a:spcAft>
                <a:spcPts val="0"/>
              </a:spcAft>
              <a:buClr>
                <a:schemeClr val="dk1"/>
              </a:buClr>
              <a:buSzPts val="1600"/>
              <a:buFont typeface="Inter"/>
              <a:buNone/>
              <a:defRPr b="1" sz="1600">
                <a:latin typeface="Inter"/>
                <a:ea typeface="Inter"/>
                <a:cs typeface="Inter"/>
                <a:sym typeface="Inter"/>
              </a:defRPr>
            </a:lvl4pPr>
            <a:lvl5pPr indent="-228600" lvl="4" marL="2286000" algn="l">
              <a:lnSpc>
                <a:spcPct val="90000"/>
              </a:lnSpc>
              <a:spcBef>
                <a:spcPts val="600"/>
              </a:spcBef>
              <a:spcAft>
                <a:spcPts val="0"/>
              </a:spcAft>
              <a:buClr>
                <a:schemeClr val="dk1"/>
              </a:buClr>
              <a:buSzPts val="1600"/>
              <a:buFont typeface="Inter"/>
              <a:buNone/>
              <a:defRPr>
                <a:latin typeface="Inter"/>
                <a:ea typeface="Inter"/>
                <a:cs typeface="Inter"/>
                <a:sym typeface="Inter"/>
              </a:defRPr>
            </a:lvl5pPr>
            <a:lvl6pPr indent="-228600" lvl="5" marL="2743200" algn="l">
              <a:lnSpc>
                <a:spcPct val="110000"/>
              </a:lnSpc>
              <a:spcBef>
                <a:spcPts val="200"/>
              </a:spcBef>
              <a:spcAft>
                <a:spcPts val="0"/>
              </a:spcAft>
              <a:buSzPts val="1600"/>
              <a:buFont typeface="Inter"/>
              <a:buNone/>
              <a:defRPr b="1" sz="1600">
                <a:latin typeface="Inter"/>
                <a:ea typeface="Inter"/>
                <a:cs typeface="Inter"/>
                <a:sym typeface="Inter"/>
              </a:defRPr>
            </a:lvl6pPr>
            <a:lvl7pPr indent="-228600" lvl="6" marL="3200400" algn="l">
              <a:lnSpc>
                <a:spcPct val="90000"/>
              </a:lnSpc>
              <a:spcBef>
                <a:spcPts val="100"/>
              </a:spcBef>
              <a:spcAft>
                <a:spcPts val="0"/>
              </a:spcAft>
              <a:buSzPts val="1600"/>
              <a:buFont typeface="Inter"/>
              <a:buNone/>
              <a:defRPr sz="1600">
                <a:latin typeface="Inter"/>
                <a:ea typeface="Inter"/>
                <a:cs typeface="Inter"/>
                <a:sym typeface="Inter"/>
              </a:defRPr>
            </a:lvl7pPr>
            <a:lvl8pPr indent="-228600" lvl="7" marL="3657600" algn="l">
              <a:lnSpc>
                <a:spcPct val="90000"/>
              </a:lnSpc>
              <a:spcBef>
                <a:spcPts val="1200"/>
              </a:spcBef>
              <a:spcAft>
                <a:spcPts val="0"/>
              </a:spcAft>
              <a:buSzPts val="1600"/>
              <a:buFont typeface="Inter"/>
              <a:buNone/>
              <a:defRPr b="1" sz="1600">
                <a:latin typeface="Inter"/>
                <a:ea typeface="Inter"/>
                <a:cs typeface="Inter"/>
                <a:sym typeface="Inter"/>
              </a:defRPr>
            </a:lvl8pPr>
            <a:lvl9pPr indent="-228600" lvl="8" marL="4114800" algn="l">
              <a:lnSpc>
                <a:spcPct val="90000"/>
              </a:lnSpc>
              <a:spcBef>
                <a:spcPts val="1200"/>
              </a:spcBef>
              <a:spcAft>
                <a:spcPts val="100"/>
              </a:spcAft>
              <a:buSzPts val="1600"/>
              <a:buFont typeface="Inter"/>
              <a:buNone/>
              <a:defRPr sz="1600">
                <a:latin typeface="Inter"/>
                <a:ea typeface="Inter"/>
                <a:cs typeface="Inter"/>
                <a:sym typeface="Inter"/>
              </a:defRPr>
            </a:lvl9pPr>
          </a:lstStyle>
          <a:p/>
        </p:txBody>
      </p:sp>
      <p:sp>
        <p:nvSpPr>
          <p:cNvPr id="246" name="Google Shape;246;p28"/>
          <p:cNvSpPr txBox="1"/>
          <p:nvPr>
            <p:ph idx="7" type="body"/>
          </p:nvPr>
        </p:nvSpPr>
        <p:spPr>
          <a:xfrm>
            <a:off x="4839754" y="2548886"/>
            <a:ext cx="400800" cy="401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
              </a:spcBef>
              <a:spcAft>
                <a:spcPts val="0"/>
              </a:spcAft>
              <a:buSzPts val="1600"/>
              <a:buFont typeface="Inter"/>
              <a:buNone/>
              <a:defRPr b="1" i="0" sz="1600"/>
            </a:lvl1pPr>
            <a:lvl2pPr indent="-228600" lvl="1" marL="914400" algn="l">
              <a:lnSpc>
                <a:spcPct val="110000"/>
              </a:lnSpc>
              <a:spcBef>
                <a:spcPts val="900"/>
              </a:spcBef>
              <a:spcAft>
                <a:spcPts val="0"/>
              </a:spcAft>
              <a:buClr>
                <a:schemeClr val="dk1"/>
              </a:buClr>
              <a:buSzPts val="1600"/>
              <a:buFont typeface="Inter"/>
              <a:buNone/>
              <a:defRPr b="1" sz="1600"/>
            </a:lvl2pPr>
            <a:lvl3pPr indent="-228600" lvl="2" marL="1371600" algn="l">
              <a:lnSpc>
                <a:spcPct val="100000"/>
              </a:lnSpc>
              <a:spcBef>
                <a:spcPts val="200"/>
              </a:spcBef>
              <a:spcAft>
                <a:spcPts val="0"/>
              </a:spcAft>
              <a:buSzPts val="1500"/>
              <a:buFont typeface="Inter"/>
              <a:buNone/>
              <a:defRPr b="1"/>
            </a:lvl3pPr>
            <a:lvl4pPr indent="-228600" lvl="3" marL="1828800" algn="l">
              <a:lnSpc>
                <a:spcPct val="110000"/>
              </a:lnSpc>
              <a:spcBef>
                <a:spcPts val="300"/>
              </a:spcBef>
              <a:spcAft>
                <a:spcPts val="0"/>
              </a:spcAft>
              <a:buClr>
                <a:schemeClr val="dk1"/>
              </a:buClr>
              <a:buSzPts val="1600"/>
              <a:buFont typeface="Inter"/>
              <a:buNone/>
              <a:defRPr b="1" sz="1600">
                <a:latin typeface="Inter"/>
                <a:ea typeface="Inter"/>
                <a:cs typeface="Inter"/>
                <a:sym typeface="Inter"/>
              </a:defRPr>
            </a:lvl4pPr>
            <a:lvl5pPr indent="-228600" lvl="4" marL="2286000" algn="l">
              <a:lnSpc>
                <a:spcPct val="90000"/>
              </a:lnSpc>
              <a:spcBef>
                <a:spcPts val="600"/>
              </a:spcBef>
              <a:spcAft>
                <a:spcPts val="0"/>
              </a:spcAft>
              <a:buClr>
                <a:schemeClr val="dk1"/>
              </a:buClr>
              <a:buSzPts val="1600"/>
              <a:buFont typeface="Inter"/>
              <a:buNone/>
              <a:defRPr>
                <a:latin typeface="Inter"/>
                <a:ea typeface="Inter"/>
                <a:cs typeface="Inter"/>
                <a:sym typeface="Inter"/>
              </a:defRPr>
            </a:lvl5pPr>
            <a:lvl6pPr indent="-228600" lvl="5" marL="2743200" algn="l">
              <a:lnSpc>
                <a:spcPct val="110000"/>
              </a:lnSpc>
              <a:spcBef>
                <a:spcPts val="200"/>
              </a:spcBef>
              <a:spcAft>
                <a:spcPts val="0"/>
              </a:spcAft>
              <a:buSzPts val="1600"/>
              <a:buFont typeface="Inter"/>
              <a:buNone/>
              <a:defRPr b="1" sz="1600">
                <a:latin typeface="Inter"/>
                <a:ea typeface="Inter"/>
                <a:cs typeface="Inter"/>
                <a:sym typeface="Inter"/>
              </a:defRPr>
            </a:lvl6pPr>
            <a:lvl7pPr indent="-228600" lvl="6" marL="3200400" algn="l">
              <a:lnSpc>
                <a:spcPct val="90000"/>
              </a:lnSpc>
              <a:spcBef>
                <a:spcPts val="100"/>
              </a:spcBef>
              <a:spcAft>
                <a:spcPts val="0"/>
              </a:spcAft>
              <a:buSzPts val="1600"/>
              <a:buFont typeface="Inter"/>
              <a:buNone/>
              <a:defRPr sz="1600">
                <a:latin typeface="Inter"/>
                <a:ea typeface="Inter"/>
                <a:cs typeface="Inter"/>
                <a:sym typeface="Inter"/>
              </a:defRPr>
            </a:lvl7pPr>
            <a:lvl8pPr indent="-228600" lvl="7" marL="3657600" algn="l">
              <a:lnSpc>
                <a:spcPct val="90000"/>
              </a:lnSpc>
              <a:spcBef>
                <a:spcPts val="1200"/>
              </a:spcBef>
              <a:spcAft>
                <a:spcPts val="0"/>
              </a:spcAft>
              <a:buSzPts val="1600"/>
              <a:buFont typeface="Inter"/>
              <a:buNone/>
              <a:defRPr b="1" sz="1600">
                <a:latin typeface="Inter"/>
                <a:ea typeface="Inter"/>
                <a:cs typeface="Inter"/>
                <a:sym typeface="Inter"/>
              </a:defRPr>
            </a:lvl8pPr>
            <a:lvl9pPr indent="-228600" lvl="8" marL="4114800" algn="l">
              <a:lnSpc>
                <a:spcPct val="90000"/>
              </a:lnSpc>
              <a:spcBef>
                <a:spcPts val="1200"/>
              </a:spcBef>
              <a:spcAft>
                <a:spcPts val="100"/>
              </a:spcAft>
              <a:buSzPts val="1600"/>
              <a:buFont typeface="Inter"/>
              <a:buNone/>
              <a:defRPr sz="1600">
                <a:latin typeface="Inter"/>
                <a:ea typeface="Inter"/>
                <a:cs typeface="Inter"/>
                <a:sym typeface="Inter"/>
              </a:defRPr>
            </a:lvl9pPr>
          </a:lstStyle>
          <a:p/>
        </p:txBody>
      </p:sp>
      <p:sp>
        <p:nvSpPr>
          <p:cNvPr id="247" name="Google Shape;247;p28"/>
          <p:cNvSpPr txBox="1"/>
          <p:nvPr>
            <p:ph idx="8" type="body"/>
          </p:nvPr>
        </p:nvSpPr>
        <p:spPr>
          <a:xfrm>
            <a:off x="6970253" y="2548886"/>
            <a:ext cx="400800" cy="401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
              </a:spcBef>
              <a:spcAft>
                <a:spcPts val="0"/>
              </a:spcAft>
              <a:buSzPts val="1600"/>
              <a:buFont typeface="Inter"/>
              <a:buNone/>
              <a:defRPr b="1" i="0" sz="1600"/>
            </a:lvl1pPr>
            <a:lvl2pPr indent="-228600" lvl="1" marL="914400" algn="l">
              <a:lnSpc>
                <a:spcPct val="110000"/>
              </a:lnSpc>
              <a:spcBef>
                <a:spcPts val="900"/>
              </a:spcBef>
              <a:spcAft>
                <a:spcPts val="0"/>
              </a:spcAft>
              <a:buClr>
                <a:schemeClr val="dk1"/>
              </a:buClr>
              <a:buSzPts val="1600"/>
              <a:buFont typeface="Inter"/>
              <a:buNone/>
              <a:defRPr b="1" sz="1600"/>
            </a:lvl2pPr>
            <a:lvl3pPr indent="-228600" lvl="2" marL="1371600" algn="l">
              <a:lnSpc>
                <a:spcPct val="100000"/>
              </a:lnSpc>
              <a:spcBef>
                <a:spcPts val="200"/>
              </a:spcBef>
              <a:spcAft>
                <a:spcPts val="0"/>
              </a:spcAft>
              <a:buSzPts val="1500"/>
              <a:buFont typeface="Inter"/>
              <a:buNone/>
              <a:defRPr b="1"/>
            </a:lvl3pPr>
            <a:lvl4pPr indent="-228600" lvl="3" marL="1828800" algn="l">
              <a:lnSpc>
                <a:spcPct val="110000"/>
              </a:lnSpc>
              <a:spcBef>
                <a:spcPts val="300"/>
              </a:spcBef>
              <a:spcAft>
                <a:spcPts val="0"/>
              </a:spcAft>
              <a:buClr>
                <a:schemeClr val="dk1"/>
              </a:buClr>
              <a:buSzPts val="1600"/>
              <a:buFont typeface="Inter"/>
              <a:buNone/>
              <a:defRPr b="1" sz="1600">
                <a:latin typeface="Inter"/>
                <a:ea typeface="Inter"/>
                <a:cs typeface="Inter"/>
                <a:sym typeface="Inter"/>
              </a:defRPr>
            </a:lvl4pPr>
            <a:lvl5pPr indent="-228600" lvl="4" marL="2286000" algn="l">
              <a:lnSpc>
                <a:spcPct val="90000"/>
              </a:lnSpc>
              <a:spcBef>
                <a:spcPts val="600"/>
              </a:spcBef>
              <a:spcAft>
                <a:spcPts val="0"/>
              </a:spcAft>
              <a:buClr>
                <a:schemeClr val="dk1"/>
              </a:buClr>
              <a:buSzPts val="1600"/>
              <a:buFont typeface="Inter"/>
              <a:buNone/>
              <a:defRPr>
                <a:latin typeface="Inter"/>
                <a:ea typeface="Inter"/>
                <a:cs typeface="Inter"/>
                <a:sym typeface="Inter"/>
              </a:defRPr>
            </a:lvl5pPr>
            <a:lvl6pPr indent="-228600" lvl="5" marL="2743200" algn="l">
              <a:lnSpc>
                <a:spcPct val="110000"/>
              </a:lnSpc>
              <a:spcBef>
                <a:spcPts val="200"/>
              </a:spcBef>
              <a:spcAft>
                <a:spcPts val="0"/>
              </a:spcAft>
              <a:buSzPts val="1600"/>
              <a:buFont typeface="Inter"/>
              <a:buNone/>
              <a:defRPr b="1" sz="1600">
                <a:latin typeface="Inter"/>
                <a:ea typeface="Inter"/>
                <a:cs typeface="Inter"/>
                <a:sym typeface="Inter"/>
              </a:defRPr>
            </a:lvl6pPr>
            <a:lvl7pPr indent="-228600" lvl="6" marL="3200400" algn="l">
              <a:lnSpc>
                <a:spcPct val="90000"/>
              </a:lnSpc>
              <a:spcBef>
                <a:spcPts val="100"/>
              </a:spcBef>
              <a:spcAft>
                <a:spcPts val="0"/>
              </a:spcAft>
              <a:buSzPts val="1600"/>
              <a:buFont typeface="Inter"/>
              <a:buNone/>
              <a:defRPr sz="1600">
                <a:latin typeface="Inter"/>
                <a:ea typeface="Inter"/>
                <a:cs typeface="Inter"/>
                <a:sym typeface="Inter"/>
              </a:defRPr>
            </a:lvl7pPr>
            <a:lvl8pPr indent="-228600" lvl="7" marL="3657600" algn="l">
              <a:lnSpc>
                <a:spcPct val="90000"/>
              </a:lnSpc>
              <a:spcBef>
                <a:spcPts val="1200"/>
              </a:spcBef>
              <a:spcAft>
                <a:spcPts val="0"/>
              </a:spcAft>
              <a:buSzPts val="1600"/>
              <a:buFont typeface="Inter"/>
              <a:buNone/>
              <a:defRPr b="1" sz="1600">
                <a:latin typeface="Inter"/>
                <a:ea typeface="Inter"/>
                <a:cs typeface="Inter"/>
                <a:sym typeface="Inter"/>
              </a:defRPr>
            </a:lvl8pPr>
            <a:lvl9pPr indent="-228600" lvl="8" marL="4114800" algn="l">
              <a:lnSpc>
                <a:spcPct val="90000"/>
              </a:lnSpc>
              <a:spcBef>
                <a:spcPts val="1200"/>
              </a:spcBef>
              <a:spcAft>
                <a:spcPts val="100"/>
              </a:spcAft>
              <a:buSzPts val="1600"/>
              <a:buFont typeface="Inter"/>
              <a:buNone/>
              <a:defRPr sz="16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Columns (4)">
  <p:cSld name="4 columns">
    <p:spTree>
      <p:nvGrpSpPr>
        <p:cNvPr id="248" name="Shape 248"/>
        <p:cNvGrpSpPr/>
        <p:nvPr/>
      </p:nvGrpSpPr>
      <p:grpSpPr>
        <a:xfrm>
          <a:off x="0" y="0"/>
          <a:ext cx="0" cy="0"/>
          <a:chOff x="0" y="0"/>
          <a:chExt cx="0" cy="0"/>
        </a:xfrm>
      </p:grpSpPr>
      <p:sp>
        <p:nvSpPr>
          <p:cNvPr id="249" name="Google Shape;249;p29"/>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250" name="Google Shape;250;p29"/>
          <p:cNvSpPr txBox="1"/>
          <p:nvPr>
            <p:ph idx="1" type="body"/>
          </p:nvPr>
        </p:nvSpPr>
        <p:spPr>
          <a:xfrm>
            <a:off x="419812" y="1202978"/>
            <a:ext cx="19215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
        <p:nvSpPr>
          <p:cNvPr id="251" name="Google Shape;251;p29"/>
          <p:cNvSpPr txBox="1"/>
          <p:nvPr>
            <p:ph idx="2" type="body"/>
          </p:nvPr>
        </p:nvSpPr>
        <p:spPr>
          <a:xfrm>
            <a:off x="2544547" y="1202978"/>
            <a:ext cx="19215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
        <p:nvSpPr>
          <p:cNvPr id="252" name="Google Shape;252;p29"/>
          <p:cNvSpPr txBox="1"/>
          <p:nvPr>
            <p:ph idx="3" type="body"/>
          </p:nvPr>
        </p:nvSpPr>
        <p:spPr>
          <a:xfrm>
            <a:off x="4669281" y="1202978"/>
            <a:ext cx="19215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
        <p:nvSpPr>
          <p:cNvPr id="253" name="Google Shape;253;p29"/>
          <p:cNvSpPr txBox="1"/>
          <p:nvPr>
            <p:ph idx="4" type="body"/>
          </p:nvPr>
        </p:nvSpPr>
        <p:spPr>
          <a:xfrm>
            <a:off x="6794016" y="1202978"/>
            <a:ext cx="19215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Statement (Light)">
  <p:cSld name="Divider Red_1">
    <p:spTree>
      <p:nvGrpSpPr>
        <p:cNvPr id="254" name="Shape 254"/>
        <p:cNvGrpSpPr/>
        <p:nvPr/>
      </p:nvGrpSpPr>
      <p:grpSpPr>
        <a:xfrm>
          <a:off x="0" y="0"/>
          <a:ext cx="0" cy="0"/>
          <a:chOff x="0" y="0"/>
          <a:chExt cx="0" cy="0"/>
        </a:xfrm>
      </p:grpSpPr>
      <p:sp>
        <p:nvSpPr>
          <p:cNvPr id="255" name="Google Shape;255;p30"/>
          <p:cNvSpPr txBox="1"/>
          <p:nvPr>
            <p:ph idx="1" type="subTitle"/>
          </p:nvPr>
        </p:nvSpPr>
        <p:spPr>
          <a:xfrm>
            <a:off x="419825" y="814075"/>
            <a:ext cx="4149300" cy="395700"/>
          </a:xfrm>
          <a:prstGeom prst="rect">
            <a:avLst/>
          </a:prstGeom>
          <a:noFill/>
        </p:spPr>
        <p:txBody>
          <a:bodyPr anchorCtr="0" anchor="t" bIns="0" lIns="0" spcFirstLastPara="1" rIns="0" wrap="square" tIns="0">
            <a:noAutofit/>
          </a:bodyPr>
          <a:lstStyle>
            <a:lvl1pPr lvl="0">
              <a:spcBef>
                <a:spcPts val="500"/>
              </a:spcBef>
              <a:spcAft>
                <a:spcPts val="0"/>
              </a:spcAft>
              <a:buSzPts val="1200"/>
              <a:buFont typeface="Roboto Mono"/>
              <a:buNone/>
              <a:defRPr b="1" sz="1200">
                <a:latin typeface="Roboto Mono"/>
                <a:ea typeface="Roboto Mono"/>
                <a:cs typeface="Roboto Mono"/>
                <a:sym typeface="Roboto Mono"/>
              </a:defRPr>
            </a:lvl1pPr>
            <a:lvl2pPr lvl="1">
              <a:spcBef>
                <a:spcPts val="500"/>
              </a:spcBef>
              <a:spcAft>
                <a:spcPts val="0"/>
              </a:spcAft>
              <a:buSzPts val="1400"/>
              <a:buNone/>
              <a:defRPr sz="1400"/>
            </a:lvl2pPr>
            <a:lvl3pPr lvl="2">
              <a:spcBef>
                <a:spcPts val="400"/>
              </a:spcBef>
              <a:spcAft>
                <a:spcPts val="0"/>
              </a:spcAft>
              <a:buSzPts val="1400"/>
              <a:buNone/>
              <a:defRPr sz="1400"/>
            </a:lvl3pPr>
            <a:lvl4pPr lvl="3">
              <a:spcBef>
                <a:spcPts val="800"/>
              </a:spcBef>
              <a:spcAft>
                <a:spcPts val="0"/>
              </a:spcAft>
              <a:buSzPts val="1400"/>
              <a:buNone/>
              <a:defRPr sz="1400"/>
            </a:lvl4pPr>
            <a:lvl5pPr lvl="4">
              <a:spcBef>
                <a:spcPts val="600"/>
              </a:spcBef>
              <a:spcAft>
                <a:spcPts val="0"/>
              </a:spcAft>
              <a:buSzPts val="1400"/>
              <a:buFont typeface="Inter SemiBold"/>
              <a:buNone/>
              <a:defRPr sz="1400">
                <a:latin typeface="Inter SemiBold"/>
                <a:ea typeface="Inter SemiBold"/>
                <a:cs typeface="Inter SemiBold"/>
                <a:sym typeface="Inter SemiBold"/>
              </a:defRPr>
            </a:lvl5pPr>
            <a:lvl6pPr lvl="5">
              <a:spcBef>
                <a:spcPts val="700"/>
              </a:spcBef>
              <a:spcAft>
                <a:spcPts val="0"/>
              </a:spcAft>
              <a:buSzPts val="1400"/>
              <a:buFont typeface="Inter SemiBold"/>
              <a:buNone/>
              <a:defRPr sz="1400">
                <a:latin typeface="Inter SemiBold"/>
                <a:ea typeface="Inter SemiBold"/>
                <a:cs typeface="Inter SemiBold"/>
                <a:sym typeface="Inter SemiBold"/>
              </a:defRPr>
            </a:lvl6pPr>
            <a:lvl7pPr lvl="6">
              <a:spcBef>
                <a:spcPts val="100"/>
              </a:spcBef>
              <a:spcAft>
                <a:spcPts val="0"/>
              </a:spcAft>
              <a:buSzPts val="1400"/>
              <a:buFont typeface="Inter SemiBold"/>
              <a:buNone/>
              <a:defRPr sz="1400">
                <a:latin typeface="Inter SemiBold"/>
                <a:ea typeface="Inter SemiBold"/>
                <a:cs typeface="Inter SemiBold"/>
                <a:sym typeface="Inter SemiBold"/>
              </a:defRPr>
            </a:lvl7pPr>
            <a:lvl8pPr lvl="7">
              <a:spcBef>
                <a:spcPts val="1200"/>
              </a:spcBef>
              <a:spcAft>
                <a:spcPts val="0"/>
              </a:spcAft>
              <a:buSzPts val="1400"/>
              <a:buFont typeface="Inter"/>
              <a:buNone/>
              <a:defRPr sz="1400">
                <a:latin typeface="Inter"/>
                <a:ea typeface="Inter"/>
                <a:cs typeface="Inter"/>
                <a:sym typeface="Inter"/>
              </a:defRPr>
            </a:lvl8pPr>
            <a:lvl9pPr lvl="8">
              <a:spcBef>
                <a:spcPts val="1200"/>
              </a:spcBef>
              <a:spcAft>
                <a:spcPts val="800"/>
              </a:spcAft>
              <a:buSzPts val="1400"/>
              <a:buFont typeface="Inter"/>
              <a:buNone/>
              <a:defRPr sz="1400">
                <a:latin typeface="Inter"/>
                <a:ea typeface="Inter"/>
                <a:cs typeface="Inter"/>
                <a:sym typeface="Inter"/>
              </a:defRPr>
            </a:lvl9pPr>
          </a:lstStyle>
          <a:p/>
        </p:txBody>
      </p:sp>
      <p:sp>
        <p:nvSpPr>
          <p:cNvPr id="256" name="Google Shape;256;p30"/>
          <p:cNvSpPr txBox="1"/>
          <p:nvPr>
            <p:ph idx="2" type="body"/>
          </p:nvPr>
        </p:nvSpPr>
        <p:spPr>
          <a:xfrm>
            <a:off x="396000" y="1209775"/>
            <a:ext cx="7105800" cy="2495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SzPts val="3300"/>
              <a:buFont typeface="Roboto Mono Medium"/>
              <a:buNone/>
              <a:defRPr i="0" sz="3300" cap="none">
                <a:latin typeface="Roboto Mono Medium"/>
                <a:ea typeface="Roboto Mono Medium"/>
                <a:cs typeface="Roboto Mono Medium"/>
                <a:sym typeface="Roboto Mono Medium"/>
              </a:defRPr>
            </a:lvl1pPr>
            <a:lvl2pPr indent="-228600" lvl="1" marL="914400" algn="l">
              <a:lnSpc>
                <a:spcPct val="80000"/>
              </a:lnSpc>
              <a:spcBef>
                <a:spcPts val="0"/>
              </a:spcBef>
              <a:spcAft>
                <a:spcPts val="0"/>
              </a:spcAft>
              <a:buSzPts val="3300"/>
              <a:buFont typeface="Roboto Mono Medium"/>
              <a:buNone/>
              <a:defRPr i="0" sz="3300" cap="none">
                <a:latin typeface="Roboto Mono Medium"/>
                <a:ea typeface="Roboto Mono Medium"/>
                <a:cs typeface="Roboto Mono Medium"/>
                <a:sym typeface="Roboto Mono Medium"/>
              </a:defRPr>
            </a:lvl2pPr>
            <a:lvl3pPr indent="-228600" lvl="2" marL="1371600" algn="l">
              <a:lnSpc>
                <a:spcPct val="80000"/>
              </a:lnSpc>
              <a:spcBef>
                <a:spcPts val="0"/>
              </a:spcBef>
              <a:spcAft>
                <a:spcPts val="0"/>
              </a:spcAft>
              <a:buClr>
                <a:srgbClr val="FFFFFF"/>
              </a:buClr>
              <a:buSzPts val="3300"/>
              <a:buFont typeface="Roboto Mono Medium"/>
              <a:buNone/>
              <a:defRPr sz="3300">
                <a:latin typeface="Roboto Mono Medium"/>
                <a:ea typeface="Roboto Mono Medium"/>
                <a:cs typeface="Roboto Mono Medium"/>
                <a:sym typeface="Roboto Mono Medium"/>
              </a:defRPr>
            </a:lvl3pPr>
            <a:lvl4pPr indent="-228600" lvl="3" marL="1828800" algn="l">
              <a:lnSpc>
                <a:spcPct val="80000"/>
              </a:lnSpc>
              <a:spcBef>
                <a:spcPts val="0"/>
              </a:spcBef>
              <a:spcAft>
                <a:spcPts val="0"/>
              </a:spcAft>
              <a:buSzPts val="3300"/>
              <a:buFont typeface="Roboto Mono Medium"/>
              <a:buNone/>
              <a:defRPr sz="3300">
                <a:latin typeface="Roboto Mono Medium"/>
                <a:ea typeface="Roboto Mono Medium"/>
                <a:cs typeface="Roboto Mono Medium"/>
                <a:sym typeface="Roboto Mono Medium"/>
              </a:defRPr>
            </a:lvl4pPr>
            <a:lvl5pPr indent="-228600" lvl="4" marL="2286000" algn="l">
              <a:lnSpc>
                <a:spcPct val="80000"/>
              </a:lnSpc>
              <a:spcBef>
                <a:spcPts val="0"/>
              </a:spcBef>
              <a:spcAft>
                <a:spcPts val="0"/>
              </a:spcAft>
              <a:buSzPts val="3300"/>
              <a:buFont typeface="Roboto Mono Medium"/>
              <a:buNone/>
              <a:defRPr sz="3300">
                <a:latin typeface="Roboto Mono Medium"/>
                <a:ea typeface="Roboto Mono Medium"/>
                <a:cs typeface="Roboto Mono Medium"/>
                <a:sym typeface="Roboto Mono Medium"/>
              </a:defRPr>
            </a:lvl5pPr>
            <a:lvl6pPr indent="-228600" lvl="5" marL="2743200" algn="l">
              <a:lnSpc>
                <a:spcPct val="80000"/>
              </a:lnSpc>
              <a:spcBef>
                <a:spcPts val="0"/>
              </a:spcBef>
              <a:spcAft>
                <a:spcPts val="0"/>
              </a:spcAft>
              <a:buClr>
                <a:srgbClr val="FFFFFF"/>
              </a:buClr>
              <a:buSzPts val="3300"/>
              <a:buFont typeface="Roboto Mono Medium"/>
              <a:buNone/>
              <a:defRPr sz="3300">
                <a:latin typeface="Roboto Mono Medium"/>
                <a:ea typeface="Roboto Mono Medium"/>
                <a:cs typeface="Roboto Mono Medium"/>
                <a:sym typeface="Roboto Mono Medium"/>
              </a:defRPr>
            </a:lvl6pPr>
            <a:lvl7pPr indent="-228600" lvl="6" marL="3200400" algn="l">
              <a:lnSpc>
                <a:spcPct val="80000"/>
              </a:lnSpc>
              <a:spcBef>
                <a:spcPts val="0"/>
              </a:spcBef>
              <a:spcAft>
                <a:spcPts val="0"/>
              </a:spcAft>
              <a:buClr>
                <a:srgbClr val="FFFFFF"/>
              </a:buClr>
              <a:buSzPts val="3300"/>
              <a:buFont typeface="Roboto Mono Medium"/>
              <a:buNone/>
              <a:defRPr sz="3300">
                <a:latin typeface="Roboto Mono Medium"/>
                <a:ea typeface="Roboto Mono Medium"/>
                <a:cs typeface="Roboto Mono Medium"/>
                <a:sym typeface="Roboto Mono Medium"/>
              </a:defRPr>
            </a:lvl7pPr>
            <a:lvl8pPr indent="-228600" lvl="7" marL="3657600" algn="l">
              <a:lnSpc>
                <a:spcPct val="80000"/>
              </a:lnSpc>
              <a:spcBef>
                <a:spcPts val="0"/>
              </a:spcBef>
              <a:spcAft>
                <a:spcPts val="0"/>
              </a:spcAft>
              <a:buClr>
                <a:srgbClr val="FFFFFF"/>
              </a:buClr>
              <a:buSzPts val="3300"/>
              <a:buFont typeface="Roboto Mono Medium"/>
              <a:buNone/>
              <a:defRPr b="0" sz="3300">
                <a:latin typeface="Roboto Mono Medium"/>
                <a:ea typeface="Roboto Mono Medium"/>
                <a:cs typeface="Roboto Mono Medium"/>
                <a:sym typeface="Roboto Mono Medium"/>
              </a:defRPr>
            </a:lvl8pPr>
            <a:lvl9pPr indent="-228600" lvl="8" marL="4114800" algn="l">
              <a:lnSpc>
                <a:spcPct val="80000"/>
              </a:lnSpc>
              <a:spcBef>
                <a:spcPts val="0"/>
              </a:spcBef>
              <a:spcAft>
                <a:spcPts val="0"/>
              </a:spcAft>
              <a:buClr>
                <a:srgbClr val="FFFFFF"/>
              </a:buClr>
              <a:buSzPts val="3300"/>
              <a:buFont typeface="Roboto Mono Medium"/>
              <a:buNone/>
              <a:defRPr b="0" sz="3300">
                <a:latin typeface="Roboto Mono Medium"/>
                <a:ea typeface="Roboto Mono Medium"/>
                <a:cs typeface="Roboto Mono Medium"/>
                <a:sym typeface="Roboto Mono Medium"/>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9. Statement (Dark)">
  <p:cSld name="Divider Red_1_1">
    <p:bg>
      <p:bgPr>
        <a:solidFill>
          <a:schemeClr val="dk2"/>
        </a:solidFill>
      </p:bgPr>
    </p:bg>
    <p:spTree>
      <p:nvGrpSpPr>
        <p:cNvPr id="257" name="Shape 257"/>
        <p:cNvGrpSpPr/>
        <p:nvPr/>
      </p:nvGrpSpPr>
      <p:grpSpPr>
        <a:xfrm>
          <a:off x="0" y="0"/>
          <a:ext cx="0" cy="0"/>
          <a:chOff x="0" y="0"/>
          <a:chExt cx="0" cy="0"/>
        </a:xfrm>
      </p:grpSpPr>
      <p:sp>
        <p:nvSpPr>
          <p:cNvPr id="258" name="Google Shape;258;p31"/>
          <p:cNvSpPr txBox="1"/>
          <p:nvPr>
            <p:ph idx="1" type="subTitle"/>
          </p:nvPr>
        </p:nvSpPr>
        <p:spPr>
          <a:xfrm>
            <a:off x="419825" y="814075"/>
            <a:ext cx="4149300" cy="395700"/>
          </a:xfrm>
          <a:prstGeom prst="rect">
            <a:avLst/>
          </a:prstGeom>
          <a:noFill/>
        </p:spPr>
        <p:txBody>
          <a:bodyPr anchorCtr="0" anchor="t" bIns="0" lIns="0" spcFirstLastPara="1" rIns="0" wrap="square" tIns="0">
            <a:noAutofit/>
          </a:bodyPr>
          <a:lstStyle>
            <a:lvl1pPr lvl="0">
              <a:spcBef>
                <a:spcPts val="500"/>
              </a:spcBef>
              <a:spcAft>
                <a:spcPts val="0"/>
              </a:spcAft>
              <a:buClr>
                <a:schemeClr val="lt1"/>
              </a:buClr>
              <a:buSzPts val="1200"/>
              <a:buFont typeface="Roboto Mono"/>
              <a:buNone/>
              <a:defRPr b="1" sz="1200">
                <a:solidFill>
                  <a:schemeClr val="lt1"/>
                </a:solidFill>
                <a:latin typeface="Roboto Mono"/>
                <a:ea typeface="Roboto Mono"/>
                <a:cs typeface="Roboto Mono"/>
                <a:sym typeface="Roboto Mono"/>
              </a:defRPr>
            </a:lvl1pPr>
            <a:lvl2pPr lvl="1">
              <a:spcBef>
                <a:spcPts val="500"/>
              </a:spcBef>
              <a:spcAft>
                <a:spcPts val="0"/>
              </a:spcAft>
              <a:buClr>
                <a:schemeClr val="lt1"/>
              </a:buClr>
              <a:buSzPts val="1400"/>
              <a:buNone/>
              <a:defRPr sz="1400">
                <a:solidFill>
                  <a:schemeClr val="lt1"/>
                </a:solidFill>
              </a:defRPr>
            </a:lvl2pPr>
            <a:lvl3pPr lvl="2">
              <a:spcBef>
                <a:spcPts val="400"/>
              </a:spcBef>
              <a:spcAft>
                <a:spcPts val="0"/>
              </a:spcAft>
              <a:buClr>
                <a:schemeClr val="lt1"/>
              </a:buClr>
              <a:buSzPts val="1400"/>
              <a:buNone/>
              <a:defRPr sz="1400">
                <a:solidFill>
                  <a:schemeClr val="lt1"/>
                </a:solidFill>
              </a:defRPr>
            </a:lvl3pPr>
            <a:lvl4pPr lvl="3">
              <a:spcBef>
                <a:spcPts val="800"/>
              </a:spcBef>
              <a:spcAft>
                <a:spcPts val="0"/>
              </a:spcAft>
              <a:buClr>
                <a:schemeClr val="lt1"/>
              </a:buClr>
              <a:buSzPts val="1400"/>
              <a:buNone/>
              <a:defRPr sz="1400">
                <a:solidFill>
                  <a:schemeClr val="lt1"/>
                </a:solidFill>
              </a:defRPr>
            </a:lvl4pPr>
            <a:lvl5pPr lvl="4">
              <a:spcBef>
                <a:spcPts val="600"/>
              </a:spcBef>
              <a:spcAft>
                <a:spcPts val="0"/>
              </a:spcAft>
              <a:buClr>
                <a:schemeClr val="lt1"/>
              </a:buClr>
              <a:buSzPts val="1400"/>
              <a:buFont typeface="Inter SemiBold"/>
              <a:buNone/>
              <a:defRPr sz="1400">
                <a:solidFill>
                  <a:schemeClr val="lt1"/>
                </a:solidFill>
                <a:latin typeface="Inter SemiBold"/>
                <a:ea typeface="Inter SemiBold"/>
                <a:cs typeface="Inter SemiBold"/>
                <a:sym typeface="Inter SemiBold"/>
              </a:defRPr>
            </a:lvl5pPr>
            <a:lvl6pPr lvl="5">
              <a:spcBef>
                <a:spcPts val="700"/>
              </a:spcBef>
              <a:spcAft>
                <a:spcPts val="0"/>
              </a:spcAft>
              <a:buClr>
                <a:schemeClr val="lt1"/>
              </a:buClr>
              <a:buSzPts val="1400"/>
              <a:buFont typeface="Inter SemiBold"/>
              <a:buNone/>
              <a:defRPr sz="1400">
                <a:solidFill>
                  <a:schemeClr val="lt1"/>
                </a:solidFill>
                <a:latin typeface="Inter SemiBold"/>
                <a:ea typeface="Inter SemiBold"/>
                <a:cs typeface="Inter SemiBold"/>
                <a:sym typeface="Inter SemiBold"/>
              </a:defRPr>
            </a:lvl6pPr>
            <a:lvl7pPr lvl="6">
              <a:spcBef>
                <a:spcPts val="100"/>
              </a:spcBef>
              <a:spcAft>
                <a:spcPts val="0"/>
              </a:spcAft>
              <a:buClr>
                <a:schemeClr val="lt1"/>
              </a:buClr>
              <a:buSzPts val="1400"/>
              <a:buFont typeface="Inter SemiBold"/>
              <a:buNone/>
              <a:defRPr sz="1400">
                <a:solidFill>
                  <a:schemeClr val="lt1"/>
                </a:solidFill>
                <a:latin typeface="Inter SemiBold"/>
                <a:ea typeface="Inter SemiBold"/>
                <a:cs typeface="Inter SemiBold"/>
                <a:sym typeface="Inter SemiBold"/>
              </a:defRPr>
            </a:lvl7pPr>
            <a:lvl8pPr lvl="7">
              <a:spcBef>
                <a:spcPts val="1200"/>
              </a:spcBef>
              <a:spcAft>
                <a:spcPts val="0"/>
              </a:spcAft>
              <a:buClr>
                <a:schemeClr val="lt1"/>
              </a:buClr>
              <a:buSzPts val="1400"/>
              <a:buFont typeface="Inter"/>
              <a:buNone/>
              <a:defRPr sz="1400">
                <a:solidFill>
                  <a:schemeClr val="lt1"/>
                </a:solidFill>
                <a:latin typeface="Inter"/>
                <a:ea typeface="Inter"/>
                <a:cs typeface="Inter"/>
                <a:sym typeface="Inter"/>
              </a:defRPr>
            </a:lvl8pPr>
            <a:lvl9pPr lvl="8">
              <a:spcBef>
                <a:spcPts val="1200"/>
              </a:spcBef>
              <a:spcAft>
                <a:spcPts val="800"/>
              </a:spcAft>
              <a:buClr>
                <a:schemeClr val="lt1"/>
              </a:buClr>
              <a:buSzPts val="1400"/>
              <a:buFont typeface="Inter"/>
              <a:buNone/>
              <a:defRPr sz="1400">
                <a:solidFill>
                  <a:schemeClr val="lt1"/>
                </a:solidFill>
                <a:latin typeface="Inter"/>
                <a:ea typeface="Inter"/>
                <a:cs typeface="Inter"/>
                <a:sym typeface="Inter"/>
              </a:defRPr>
            </a:lvl9pPr>
          </a:lstStyle>
          <a:p/>
        </p:txBody>
      </p:sp>
      <p:sp>
        <p:nvSpPr>
          <p:cNvPr id="259" name="Google Shape;259;p31"/>
          <p:cNvSpPr txBox="1"/>
          <p:nvPr>
            <p:ph idx="2" type="body"/>
          </p:nvPr>
        </p:nvSpPr>
        <p:spPr>
          <a:xfrm>
            <a:off x="396000" y="1209775"/>
            <a:ext cx="7105800" cy="2495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3300"/>
              <a:buFont typeface="Roboto Mono Medium"/>
              <a:buNone/>
              <a:defRPr i="0" sz="3300" cap="none">
                <a:solidFill>
                  <a:schemeClr val="lt1"/>
                </a:solidFill>
                <a:latin typeface="Roboto Mono Medium"/>
                <a:ea typeface="Roboto Mono Medium"/>
                <a:cs typeface="Roboto Mono Medium"/>
                <a:sym typeface="Roboto Mono Medium"/>
              </a:defRPr>
            </a:lvl1pPr>
            <a:lvl2pPr indent="-228600" lvl="1" marL="914400" algn="l">
              <a:lnSpc>
                <a:spcPct val="80000"/>
              </a:lnSpc>
              <a:spcBef>
                <a:spcPts val="0"/>
              </a:spcBef>
              <a:spcAft>
                <a:spcPts val="0"/>
              </a:spcAft>
              <a:buClr>
                <a:schemeClr val="lt1"/>
              </a:buClr>
              <a:buSzPts val="3300"/>
              <a:buFont typeface="Roboto Mono Medium"/>
              <a:buNone/>
              <a:defRPr i="0" sz="3300" cap="none">
                <a:solidFill>
                  <a:schemeClr val="lt1"/>
                </a:solidFill>
                <a:latin typeface="Roboto Mono Medium"/>
                <a:ea typeface="Roboto Mono Medium"/>
                <a:cs typeface="Roboto Mono Medium"/>
                <a:sym typeface="Roboto Mono Medium"/>
              </a:defRPr>
            </a:lvl2pPr>
            <a:lvl3pPr indent="-228600" lvl="2" marL="1371600" algn="l">
              <a:lnSpc>
                <a:spcPct val="80000"/>
              </a:lnSpc>
              <a:spcBef>
                <a:spcPts val="0"/>
              </a:spcBef>
              <a:spcAft>
                <a:spcPts val="0"/>
              </a:spcAft>
              <a:buClr>
                <a:schemeClr val="lt1"/>
              </a:buClr>
              <a:buSzPts val="3300"/>
              <a:buFont typeface="Roboto Mono Medium"/>
              <a:buNone/>
              <a:defRPr sz="3300">
                <a:solidFill>
                  <a:schemeClr val="lt1"/>
                </a:solidFill>
                <a:latin typeface="Roboto Mono Medium"/>
                <a:ea typeface="Roboto Mono Medium"/>
                <a:cs typeface="Roboto Mono Medium"/>
                <a:sym typeface="Roboto Mono Medium"/>
              </a:defRPr>
            </a:lvl3pPr>
            <a:lvl4pPr indent="-228600" lvl="3" marL="1828800" algn="l">
              <a:lnSpc>
                <a:spcPct val="80000"/>
              </a:lnSpc>
              <a:spcBef>
                <a:spcPts val="0"/>
              </a:spcBef>
              <a:spcAft>
                <a:spcPts val="0"/>
              </a:spcAft>
              <a:buClr>
                <a:schemeClr val="lt1"/>
              </a:buClr>
              <a:buSzPts val="3300"/>
              <a:buFont typeface="Roboto Mono Medium"/>
              <a:buNone/>
              <a:defRPr sz="3300">
                <a:solidFill>
                  <a:schemeClr val="lt1"/>
                </a:solidFill>
                <a:latin typeface="Roboto Mono Medium"/>
                <a:ea typeface="Roboto Mono Medium"/>
                <a:cs typeface="Roboto Mono Medium"/>
                <a:sym typeface="Roboto Mono Medium"/>
              </a:defRPr>
            </a:lvl4pPr>
            <a:lvl5pPr indent="-228600" lvl="4" marL="2286000" algn="l">
              <a:lnSpc>
                <a:spcPct val="80000"/>
              </a:lnSpc>
              <a:spcBef>
                <a:spcPts val="0"/>
              </a:spcBef>
              <a:spcAft>
                <a:spcPts val="0"/>
              </a:spcAft>
              <a:buClr>
                <a:schemeClr val="lt1"/>
              </a:buClr>
              <a:buSzPts val="3300"/>
              <a:buFont typeface="Roboto Mono Medium"/>
              <a:buNone/>
              <a:defRPr sz="3300">
                <a:solidFill>
                  <a:schemeClr val="lt1"/>
                </a:solidFill>
                <a:latin typeface="Roboto Mono Medium"/>
                <a:ea typeface="Roboto Mono Medium"/>
                <a:cs typeface="Roboto Mono Medium"/>
                <a:sym typeface="Roboto Mono Medium"/>
              </a:defRPr>
            </a:lvl5pPr>
            <a:lvl6pPr indent="-228600" lvl="5" marL="2743200" algn="l">
              <a:lnSpc>
                <a:spcPct val="80000"/>
              </a:lnSpc>
              <a:spcBef>
                <a:spcPts val="0"/>
              </a:spcBef>
              <a:spcAft>
                <a:spcPts val="0"/>
              </a:spcAft>
              <a:buClr>
                <a:schemeClr val="lt1"/>
              </a:buClr>
              <a:buSzPts val="3300"/>
              <a:buFont typeface="Roboto Mono Medium"/>
              <a:buNone/>
              <a:defRPr sz="3300">
                <a:solidFill>
                  <a:schemeClr val="lt1"/>
                </a:solidFill>
                <a:latin typeface="Roboto Mono Medium"/>
                <a:ea typeface="Roboto Mono Medium"/>
                <a:cs typeface="Roboto Mono Medium"/>
                <a:sym typeface="Roboto Mono Medium"/>
              </a:defRPr>
            </a:lvl6pPr>
            <a:lvl7pPr indent="-228600" lvl="6" marL="3200400" algn="l">
              <a:lnSpc>
                <a:spcPct val="80000"/>
              </a:lnSpc>
              <a:spcBef>
                <a:spcPts val="0"/>
              </a:spcBef>
              <a:spcAft>
                <a:spcPts val="0"/>
              </a:spcAft>
              <a:buClr>
                <a:schemeClr val="lt1"/>
              </a:buClr>
              <a:buSzPts val="3300"/>
              <a:buFont typeface="Roboto Mono Medium"/>
              <a:buNone/>
              <a:defRPr sz="3300">
                <a:solidFill>
                  <a:schemeClr val="lt1"/>
                </a:solidFill>
                <a:latin typeface="Roboto Mono Medium"/>
                <a:ea typeface="Roboto Mono Medium"/>
                <a:cs typeface="Roboto Mono Medium"/>
                <a:sym typeface="Roboto Mono Medium"/>
              </a:defRPr>
            </a:lvl7pPr>
            <a:lvl8pPr indent="-228600" lvl="7" marL="3657600" algn="l">
              <a:lnSpc>
                <a:spcPct val="80000"/>
              </a:lnSpc>
              <a:spcBef>
                <a:spcPts val="0"/>
              </a:spcBef>
              <a:spcAft>
                <a:spcPts val="0"/>
              </a:spcAft>
              <a:buClr>
                <a:schemeClr val="lt1"/>
              </a:buClr>
              <a:buSzPts val="3300"/>
              <a:buFont typeface="Roboto Mono Medium"/>
              <a:buNone/>
              <a:defRPr b="0" sz="3300">
                <a:solidFill>
                  <a:schemeClr val="lt1"/>
                </a:solidFill>
                <a:latin typeface="Roboto Mono Medium"/>
                <a:ea typeface="Roboto Mono Medium"/>
                <a:cs typeface="Roboto Mono Medium"/>
                <a:sym typeface="Roboto Mono Medium"/>
              </a:defRPr>
            </a:lvl8pPr>
            <a:lvl9pPr indent="-228600" lvl="8" marL="4114800" algn="l">
              <a:lnSpc>
                <a:spcPct val="80000"/>
              </a:lnSpc>
              <a:spcBef>
                <a:spcPts val="0"/>
              </a:spcBef>
              <a:spcAft>
                <a:spcPts val="0"/>
              </a:spcAft>
              <a:buClr>
                <a:schemeClr val="lt1"/>
              </a:buClr>
              <a:buSzPts val="3300"/>
              <a:buFont typeface="Roboto Mono Medium"/>
              <a:buNone/>
              <a:defRPr b="0" sz="3300">
                <a:solidFill>
                  <a:schemeClr val="lt1"/>
                </a:solidFill>
                <a:latin typeface="Roboto Mono Medium"/>
                <a:ea typeface="Roboto Mono Medium"/>
                <a:cs typeface="Roboto Mono Medium"/>
                <a:sym typeface="Roboto Mono Medium"/>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Images Modules (4)">
  <p:cSld name="4 images with description_3">
    <p:spTree>
      <p:nvGrpSpPr>
        <p:cNvPr id="260" name="Shape 260"/>
        <p:cNvGrpSpPr/>
        <p:nvPr/>
      </p:nvGrpSpPr>
      <p:grpSpPr>
        <a:xfrm>
          <a:off x="0" y="0"/>
          <a:ext cx="0" cy="0"/>
          <a:chOff x="0" y="0"/>
          <a:chExt cx="0" cy="0"/>
        </a:xfrm>
      </p:grpSpPr>
      <p:sp>
        <p:nvSpPr>
          <p:cNvPr id="261" name="Google Shape;261;p32"/>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262" name="Google Shape;262;p32"/>
          <p:cNvSpPr/>
          <p:nvPr/>
        </p:nvSpPr>
        <p:spPr>
          <a:xfrm>
            <a:off x="420500" y="1489950"/>
            <a:ext cx="1922100" cy="28362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3" name="Google Shape;263;p32"/>
          <p:cNvSpPr/>
          <p:nvPr>
            <p:ph idx="2" type="pic"/>
          </p:nvPr>
        </p:nvSpPr>
        <p:spPr>
          <a:xfrm>
            <a:off x="419800" y="1078525"/>
            <a:ext cx="1922100" cy="1798500"/>
          </a:xfrm>
          <a:prstGeom prst="round2SameRect">
            <a:avLst>
              <a:gd fmla="val 5881" name="adj1"/>
              <a:gd fmla="val 0" name="adj2"/>
            </a:avLst>
          </a:prstGeom>
          <a:solidFill>
            <a:schemeClr val="lt1"/>
          </a:solidFill>
          <a:ln>
            <a:noFill/>
          </a:ln>
        </p:spPr>
      </p:sp>
      <p:sp>
        <p:nvSpPr>
          <p:cNvPr id="264" name="Google Shape;264;p32"/>
          <p:cNvSpPr txBox="1"/>
          <p:nvPr>
            <p:ph idx="1" type="subTitle"/>
          </p:nvPr>
        </p:nvSpPr>
        <p:spPr>
          <a:xfrm>
            <a:off x="565700" y="3135475"/>
            <a:ext cx="1648200" cy="631800"/>
          </a:xfrm>
          <a:prstGeom prst="rect">
            <a:avLst/>
          </a:prstGeom>
        </p:spPr>
        <p:txBody>
          <a:bodyPr anchorCtr="0" anchor="t" bIns="0" lIns="0" spcFirstLastPara="1" rIns="0" wrap="square" tIns="0">
            <a:noAutofit/>
          </a:bodyPr>
          <a:lstStyle>
            <a:lvl1pPr lvl="0">
              <a:lnSpc>
                <a:spcPct val="90000"/>
              </a:lnSpc>
              <a:spcBef>
                <a:spcPts val="500"/>
              </a:spcBef>
              <a:spcAft>
                <a:spcPts val="0"/>
              </a:spcAft>
              <a:buSzPts val="1600"/>
              <a:buFont typeface="Roboto Mono"/>
              <a:buNone/>
              <a:defRPr b="1" sz="1600">
                <a:latin typeface="Roboto Mono"/>
                <a:ea typeface="Roboto Mono"/>
                <a:cs typeface="Roboto Mono"/>
                <a:sym typeface="Roboto Mono"/>
              </a:defRPr>
            </a:lvl1pPr>
            <a:lvl2pPr lvl="1">
              <a:lnSpc>
                <a:spcPct val="90000"/>
              </a:lnSpc>
              <a:spcBef>
                <a:spcPts val="500"/>
              </a:spcBef>
              <a:spcAft>
                <a:spcPts val="0"/>
              </a:spcAft>
              <a:buSzPts val="800"/>
              <a:buNone/>
              <a:defRPr/>
            </a:lvl2pPr>
            <a:lvl3pPr lvl="2">
              <a:lnSpc>
                <a:spcPct val="90000"/>
              </a:lnSpc>
              <a:spcBef>
                <a:spcPts val="500"/>
              </a:spcBef>
              <a:spcAft>
                <a:spcPts val="0"/>
              </a:spcAft>
              <a:buSzPts val="1500"/>
              <a:buNone/>
              <a:defRPr/>
            </a:lvl3pPr>
            <a:lvl4pPr lvl="3">
              <a:lnSpc>
                <a:spcPct val="90000"/>
              </a:lnSpc>
              <a:spcBef>
                <a:spcPts val="500"/>
              </a:spcBef>
              <a:spcAft>
                <a:spcPts val="0"/>
              </a:spcAft>
              <a:buSzPts val="600"/>
              <a:buNone/>
              <a:defRPr/>
            </a:lvl4pPr>
            <a:lvl5pPr lvl="4">
              <a:lnSpc>
                <a:spcPct val="90000"/>
              </a:lnSpc>
              <a:spcBef>
                <a:spcPts val="500"/>
              </a:spcBef>
              <a:spcAft>
                <a:spcPts val="0"/>
              </a:spcAft>
              <a:buSzPts val="1900"/>
              <a:buNone/>
              <a:defRPr/>
            </a:lvl5pPr>
            <a:lvl6pPr lvl="5">
              <a:lnSpc>
                <a:spcPct val="90000"/>
              </a:lnSpc>
              <a:spcBef>
                <a:spcPts val="500"/>
              </a:spcBef>
              <a:spcAft>
                <a:spcPts val="0"/>
              </a:spcAft>
              <a:buSzPts val="1200"/>
              <a:buNone/>
              <a:defRPr/>
            </a:lvl6pPr>
            <a:lvl7pPr lvl="6">
              <a:lnSpc>
                <a:spcPct val="90000"/>
              </a:lnSpc>
              <a:spcBef>
                <a:spcPts val="500"/>
              </a:spcBef>
              <a:spcAft>
                <a:spcPts val="0"/>
              </a:spcAft>
              <a:buSzPts val="900"/>
              <a:buNone/>
              <a:defRPr/>
            </a:lvl7pPr>
            <a:lvl8pPr lvl="7">
              <a:lnSpc>
                <a:spcPct val="90000"/>
              </a:lnSpc>
              <a:spcBef>
                <a:spcPts val="500"/>
              </a:spcBef>
              <a:spcAft>
                <a:spcPts val="0"/>
              </a:spcAft>
              <a:buSzPts val="1000"/>
              <a:buNone/>
              <a:defRPr/>
            </a:lvl8pPr>
            <a:lvl9pPr lvl="8">
              <a:lnSpc>
                <a:spcPct val="90000"/>
              </a:lnSpc>
              <a:spcBef>
                <a:spcPts val="500"/>
              </a:spcBef>
              <a:spcAft>
                <a:spcPts val="500"/>
              </a:spcAft>
              <a:buSzPts val="2000"/>
              <a:buNone/>
              <a:defRPr/>
            </a:lvl9pPr>
          </a:lstStyle>
          <a:p/>
        </p:txBody>
      </p:sp>
      <p:sp>
        <p:nvSpPr>
          <p:cNvPr id="265" name="Google Shape;265;p32"/>
          <p:cNvSpPr txBox="1"/>
          <p:nvPr>
            <p:ph idx="3" type="body"/>
          </p:nvPr>
        </p:nvSpPr>
        <p:spPr>
          <a:xfrm>
            <a:off x="565700" y="3767275"/>
            <a:ext cx="16482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
        <p:nvSpPr>
          <p:cNvPr id="266" name="Google Shape;266;p32"/>
          <p:cNvSpPr/>
          <p:nvPr/>
        </p:nvSpPr>
        <p:spPr>
          <a:xfrm>
            <a:off x="2544850" y="1489950"/>
            <a:ext cx="1922100" cy="28362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7" name="Google Shape;267;p32"/>
          <p:cNvSpPr/>
          <p:nvPr>
            <p:ph idx="4" type="pic"/>
          </p:nvPr>
        </p:nvSpPr>
        <p:spPr>
          <a:xfrm>
            <a:off x="2544150" y="1078525"/>
            <a:ext cx="1922100" cy="1798500"/>
          </a:xfrm>
          <a:prstGeom prst="round2SameRect">
            <a:avLst>
              <a:gd fmla="val 5881" name="adj1"/>
              <a:gd fmla="val 0" name="adj2"/>
            </a:avLst>
          </a:prstGeom>
          <a:solidFill>
            <a:schemeClr val="lt1"/>
          </a:solidFill>
          <a:ln>
            <a:noFill/>
          </a:ln>
        </p:spPr>
      </p:sp>
      <p:sp>
        <p:nvSpPr>
          <p:cNvPr id="268" name="Google Shape;268;p32"/>
          <p:cNvSpPr txBox="1"/>
          <p:nvPr>
            <p:ph idx="5" type="subTitle"/>
          </p:nvPr>
        </p:nvSpPr>
        <p:spPr>
          <a:xfrm>
            <a:off x="2690050" y="3135475"/>
            <a:ext cx="1648200" cy="631800"/>
          </a:xfrm>
          <a:prstGeom prst="rect">
            <a:avLst/>
          </a:prstGeom>
        </p:spPr>
        <p:txBody>
          <a:bodyPr anchorCtr="0" anchor="t" bIns="0" lIns="0" spcFirstLastPara="1" rIns="0" wrap="square" tIns="0">
            <a:noAutofit/>
          </a:bodyPr>
          <a:lstStyle>
            <a:lvl1pPr lvl="0">
              <a:lnSpc>
                <a:spcPct val="90000"/>
              </a:lnSpc>
              <a:spcBef>
                <a:spcPts val="500"/>
              </a:spcBef>
              <a:spcAft>
                <a:spcPts val="0"/>
              </a:spcAft>
              <a:buSzPts val="1600"/>
              <a:buFont typeface="Roboto Mono"/>
              <a:buNone/>
              <a:defRPr b="1" sz="1600">
                <a:latin typeface="Roboto Mono"/>
                <a:ea typeface="Roboto Mono"/>
                <a:cs typeface="Roboto Mono"/>
                <a:sym typeface="Roboto Mono"/>
              </a:defRPr>
            </a:lvl1pPr>
            <a:lvl2pPr lvl="1">
              <a:lnSpc>
                <a:spcPct val="90000"/>
              </a:lnSpc>
              <a:spcBef>
                <a:spcPts val="500"/>
              </a:spcBef>
              <a:spcAft>
                <a:spcPts val="0"/>
              </a:spcAft>
              <a:buSzPts val="800"/>
              <a:buNone/>
              <a:defRPr/>
            </a:lvl2pPr>
            <a:lvl3pPr lvl="2">
              <a:lnSpc>
                <a:spcPct val="90000"/>
              </a:lnSpc>
              <a:spcBef>
                <a:spcPts val="500"/>
              </a:spcBef>
              <a:spcAft>
                <a:spcPts val="0"/>
              </a:spcAft>
              <a:buSzPts val="1500"/>
              <a:buNone/>
              <a:defRPr/>
            </a:lvl3pPr>
            <a:lvl4pPr lvl="3">
              <a:lnSpc>
                <a:spcPct val="90000"/>
              </a:lnSpc>
              <a:spcBef>
                <a:spcPts val="500"/>
              </a:spcBef>
              <a:spcAft>
                <a:spcPts val="0"/>
              </a:spcAft>
              <a:buSzPts val="600"/>
              <a:buNone/>
              <a:defRPr/>
            </a:lvl4pPr>
            <a:lvl5pPr lvl="4">
              <a:lnSpc>
                <a:spcPct val="90000"/>
              </a:lnSpc>
              <a:spcBef>
                <a:spcPts val="500"/>
              </a:spcBef>
              <a:spcAft>
                <a:spcPts val="0"/>
              </a:spcAft>
              <a:buSzPts val="1900"/>
              <a:buNone/>
              <a:defRPr/>
            </a:lvl5pPr>
            <a:lvl6pPr lvl="5">
              <a:lnSpc>
                <a:spcPct val="90000"/>
              </a:lnSpc>
              <a:spcBef>
                <a:spcPts val="500"/>
              </a:spcBef>
              <a:spcAft>
                <a:spcPts val="0"/>
              </a:spcAft>
              <a:buSzPts val="1200"/>
              <a:buNone/>
              <a:defRPr/>
            </a:lvl6pPr>
            <a:lvl7pPr lvl="6">
              <a:lnSpc>
                <a:spcPct val="90000"/>
              </a:lnSpc>
              <a:spcBef>
                <a:spcPts val="500"/>
              </a:spcBef>
              <a:spcAft>
                <a:spcPts val="0"/>
              </a:spcAft>
              <a:buSzPts val="900"/>
              <a:buNone/>
              <a:defRPr/>
            </a:lvl7pPr>
            <a:lvl8pPr lvl="7">
              <a:lnSpc>
                <a:spcPct val="90000"/>
              </a:lnSpc>
              <a:spcBef>
                <a:spcPts val="500"/>
              </a:spcBef>
              <a:spcAft>
                <a:spcPts val="0"/>
              </a:spcAft>
              <a:buSzPts val="1000"/>
              <a:buNone/>
              <a:defRPr/>
            </a:lvl8pPr>
            <a:lvl9pPr lvl="8">
              <a:lnSpc>
                <a:spcPct val="90000"/>
              </a:lnSpc>
              <a:spcBef>
                <a:spcPts val="500"/>
              </a:spcBef>
              <a:spcAft>
                <a:spcPts val="500"/>
              </a:spcAft>
              <a:buSzPts val="2000"/>
              <a:buNone/>
              <a:defRPr/>
            </a:lvl9pPr>
          </a:lstStyle>
          <a:p/>
        </p:txBody>
      </p:sp>
      <p:sp>
        <p:nvSpPr>
          <p:cNvPr id="269" name="Google Shape;269;p32"/>
          <p:cNvSpPr txBox="1"/>
          <p:nvPr>
            <p:ph idx="6" type="body"/>
          </p:nvPr>
        </p:nvSpPr>
        <p:spPr>
          <a:xfrm>
            <a:off x="2690050" y="3767275"/>
            <a:ext cx="16482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
        <p:nvSpPr>
          <p:cNvPr id="270" name="Google Shape;270;p32"/>
          <p:cNvSpPr/>
          <p:nvPr/>
        </p:nvSpPr>
        <p:spPr>
          <a:xfrm>
            <a:off x="4671075" y="1489950"/>
            <a:ext cx="1922100" cy="28362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1" name="Google Shape;271;p32"/>
          <p:cNvSpPr/>
          <p:nvPr>
            <p:ph idx="7" type="pic"/>
          </p:nvPr>
        </p:nvSpPr>
        <p:spPr>
          <a:xfrm>
            <a:off x="4670375" y="1078525"/>
            <a:ext cx="1922100" cy="1798500"/>
          </a:xfrm>
          <a:prstGeom prst="round2SameRect">
            <a:avLst>
              <a:gd fmla="val 5881" name="adj1"/>
              <a:gd fmla="val 0" name="adj2"/>
            </a:avLst>
          </a:prstGeom>
          <a:solidFill>
            <a:schemeClr val="lt1"/>
          </a:solidFill>
          <a:ln>
            <a:noFill/>
          </a:ln>
        </p:spPr>
      </p:sp>
      <p:sp>
        <p:nvSpPr>
          <p:cNvPr id="272" name="Google Shape;272;p32"/>
          <p:cNvSpPr txBox="1"/>
          <p:nvPr>
            <p:ph idx="8" type="subTitle"/>
          </p:nvPr>
        </p:nvSpPr>
        <p:spPr>
          <a:xfrm>
            <a:off x="4816275" y="3135475"/>
            <a:ext cx="1648200" cy="631800"/>
          </a:xfrm>
          <a:prstGeom prst="rect">
            <a:avLst/>
          </a:prstGeom>
        </p:spPr>
        <p:txBody>
          <a:bodyPr anchorCtr="0" anchor="t" bIns="0" lIns="0" spcFirstLastPara="1" rIns="0" wrap="square" tIns="0">
            <a:noAutofit/>
          </a:bodyPr>
          <a:lstStyle>
            <a:lvl1pPr lvl="0">
              <a:lnSpc>
                <a:spcPct val="90000"/>
              </a:lnSpc>
              <a:spcBef>
                <a:spcPts val="500"/>
              </a:spcBef>
              <a:spcAft>
                <a:spcPts val="0"/>
              </a:spcAft>
              <a:buSzPts val="1600"/>
              <a:buFont typeface="Roboto Mono"/>
              <a:buNone/>
              <a:defRPr b="1" sz="1600">
                <a:latin typeface="Roboto Mono"/>
                <a:ea typeface="Roboto Mono"/>
                <a:cs typeface="Roboto Mono"/>
                <a:sym typeface="Roboto Mono"/>
              </a:defRPr>
            </a:lvl1pPr>
            <a:lvl2pPr lvl="1">
              <a:lnSpc>
                <a:spcPct val="90000"/>
              </a:lnSpc>
              <a:spcBef>
                <a:spcPts val="500"/>
              </a:spcBef>
              <a:spcAft>
                <a:spcPts val="0"/>
              </a:spcAft>
              <a:buSzPts val="800"/>
              <a:buNone/>
              <a:defRPr/>
            </a:lvl2pPr>
            <a:lvl3pPr lvl="2">
              <a:lnSpc>
                <a:spcPct val="90000"/>
              </a:lnSpc>
              <a:spcBef>
                <a:spcPts val="500"/>
              </a:spcBef>
              <a:spcAft>
                <a:spcPts val="0"/>
              </a:spcAft>
              <a:buSzPts val="1500"/>
              <a:buNone/>
              <a:defRPr/>
            </a:lvl3pPr>
            <a:lvl4pPr lvl="3">
              <a:lnSpc>
                <a:spcPct val="90000"/>
              </a:lnSpc>
              <a:spcBef>
                <a:spcPts val="500"/>
              </a:spcBef>
              <a:spcAft>
                <a:spcPts val="0"/>
              </a:spcAft>
              <a:buSzPts val="600"/>
              <a:buNone/>
              <a:defRPr/>
            </a:lvl4pPr>
            <a:lvl5pPr lvl="4">
              <a:lnSpc>
                <a:spcPct val="90000"/>
              </a:lnSpc>
              <a:spcBef>
                <a:spcPts val="500"/>
              </a:spcBef>
              <a:spcAft>
                <a:spcPts val="0"/>
              </a:spcAft>
              <a:buSzPts val="1900"/>
              <a:buNone/>
              <a:defRPr/>
            </a:lvl5pPr>
            <a:lvl6pPr lvl="5">
              <a:lnSpc>
                <a:spcPct val="90000"/>
              </a:lnSpc>
              <a:spcBef>
                <a:spcPts val="500"/>
              </a:spcBef>
              <a:spcAft>
                <a:spcPts val="0"/>
              </a:spcAft>
              <a:buSzPts val="1200"/>
              <a:buNone/>
              <a:defRPr/>
            </a:lvl6pPr>
            <a:lvl7pPr lvl="6">
              <a:lnSpc>
                <a:spcPct val="90000"/>
              </a:lnSpc>
              <a:spcBef>
                <a:spcPts val="500"/>
              </a:spcBef>
              <a:spcAft>
                <a:spcPts val="0"/>
              </a:spcAft>
              <a:buSzPts val="900"/>
              <a:buNone/>
              <a:defRPr/>
            </a:lvl7pPr>
            <a:lvl8pPr lvl="7">
              <a:lnSpc>
                <a:spcPct val="90000"/>
              </a:lnSpc>
              <a:spcBef>
                <a:spcPts val="500"/>
              </a:spcBef>
              <a:spcAft>
                <a:spcPts val="0"/>
              </a:spcAft>
              <a:buSzPts val="1000"/>
              <a:buNone/>
              <a:defRPr/>
            </a:lvl8pPr>
            <a:lvl9pPr lvl="8">
              <a:lnSpc>
                <a:spcPct val="90000"/>
              </a:lnSpc>
              <a:spcBef>
                <a:spcPts val="500"/>
              </a:spcBef>
              <a:spcAft>
                <a:spcPts val="500"/>
              </a:spcAft>
              <a:buSzPts val="2000"/>
              <a:buNone/>
              <a:defRPr/>
            </a:lvl9pPr>
          </a:lstStyle>
          <a:p/>
        </p:txBody>
      </p:sp>
      <p:sp>
        <p:nvSpPr>
          <p:cNvPr id="273" name="Google Shape;273;p32"/>
          <p:cNvSpPr txBox="1"/>
          <p:nvPr>
            <p:ph idx="9" type="body"/>
          </p:nvPr>
        </p:nvSpPr>
        <p:spPr>
          <a:xfrm>
            <a:off x="4847175" y="3767275"/>
            <a:ext cx="16482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
        <p:nvSpPr>
          <p:cNvPr id="274" name="Google Shape;274;p32"/>
          <p:cNvSpPr/>
          <p:nvPr/>
        </p:nvSpPr>
        <p:spPr>
          <a:xfrm>
            <a:off x="6796600" y="1489950"/>
            <a:ext cx="1922100" cy="28362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5" name="Google Shape;275;p32"/>
          <p:cNvSpPr/>
          <p:nvPr>
            <p:ph idx="13" type="pic"/>
          </p:nvPr>
        </p:nvSpPr>
        <p:spPr>
          <a:xfrm>
            <a:off x="6795900" y="1078525"/>
            <a:ext cx="1922100" cy="1798500"/>
          </a:xfrm>
          <a:prstGeom prst="round2SameRect">
            <a:avLst>
              <a:gd fmla="val 5881" name="adj1"/>
              <a:gd fmla="val 0" name="adj2"/>
            </a:avLst>
          </a:prstGeom>
          <a:solidFill>
            <a:schemeClr val="lt1"/>
          </a:solidFill>
          <a:ln>
            <a:noFill/>
          </a:ln>
        </p:spPr>
      </p:sp>
      <p:sp>
        <p:nvSpPr>
          <p:cNvPr id="276" name="Google Shape;276;p32"/>
          <p:cNvSpPr txBox="1"/>
          <p:nvPr>
            <p:ph idx="14" type="subTitle"/>
          </p:nvPr>
        </p:nvSpPr>
        <p:spPr>
          <a:xfrm>
            <a:off x="6941800" y="3135475"/>
            <a:ext cx="1648200" cy="631800"/>
          </a:xfrm>
          <a:prstGeom prst="rect">
            <a:avLst/>
          </a:prstGeom>
        </p:spPr>
        <p:txBody>
          <a:bodyPr anchorCtr="0" anchor="t" bIns="0" lIns="0" spcFirstLastPara="1" rIns="0" wrap="square" tIns="0">
            <a:noAutofit/>
          </a:bodyPr>
          <a:lstStyle>
            <a:lvl1pPr lvl="0">
              <a:lnSpc>
                <a:spcPct val="90000"/>
              </a:lnSpc>
              <a:spcBef>
                <a:spcPts val="500"/>
              </a:spcBef>
              <a:spcAft>
                <a:spcPts val="0"/>
              </a:spcAft>
              <a:buSzPts val="1600"/>
              <a:buFont typeface="Roboto Mono"/>
              <a:buNone/>
              <a:defRPr b="1" sz="1600">
                <a:latin typeface="Roboto Mono"/>
                <a:ea typeface="Roboto Mono"/>
                <a:cs typeface="Roboto Mono"/>
                <a:sym typeface="Roboto Mono"/>
              </a:defRPr>
            </a:lvl1pPr>
            <a:lvl2pPr lvl="1">
              <a:lnSpc>
                <a:spcPct val="90000"/>
              </a:lnSpc>
              <a:spcBef>
                <a:spcPts val="500"/>
              </a:spcBef>
              <a:spcAft>
                <a:spcPts val="0"/>
              </a:spcAft>
              <a:buSzPts val="800"/>
              <a:buNone/>
              <a:defRPr/>
            </a:lvl2pPr>
            <a:lvl3pPr lvl="2">
              <a:lnSpc>
                <a:spcPct val="90000"/>
              </a:lnSpc>
              <a:spcBef>
                <a:spcPts val="500"/>
              </a:spcBef>
              <a:spcAft>
                <a:spcPts val="0"/>
              </a:spcAft>
              <a:buSzPts val="1500"/>
              <a:buNone/>
              <a:defRPr/>
            </a:lvl3pPr>
            <a:lvl4pPr lvl="3">
              <a:lnSpc>
                <a:spcPct val="90000"/>
              </a:lnSpc>
              <a:spcBef>
                <a:spcPts val="500"/>
              </a:spcBef>
              <a:spcAft>
                <a:spcPts val="0"/>
              </a:spcAft>
              <a:buSzPts val="600"/>
              <a:buNone/>
              <a:defRPr/>
            </a:lvl4pPr>
            <a:lvl5pPr lvl="4">
              <a:lnSpc>
                <a:spcPct val="90000"/>
              </a:lnSpc>
              <a:spcBef>
                <a:spcPts val="500"/>
              </a:spcBef>
              <a:spcAft>
                <a:spcPts val="0"/>
              </a:spcAft>
              <a:buSzPts val="1900"/>
              <a:buNone/>
              <a:defRPr/>
            </a:lvl5pPr>
            <a:lvl6pPr lvl="5">
              <a:lnSpc>
                <a:spcPct val="90000"/>
              </a:lnSpc>
              <a:spcBef>
                <a:spcPts val="500"/>
              </a:spcBef>
              <a:spcAft>
                <a:spcPts val="0"/>
              </a:spcAft>
              <a:buSzPts val="1200"/>
              <a:buNone/>
              <a:defRPr/>
            </a:lvl6pPr>
            <a:lvl7pPr lvl="6">
              <a:lnSpc>
                <a:spcPct val="90000"/>
              </a:lnSpc>
              <a:spcBef>
                <a:spcPts val="500"/>
              </a:spcBef>
              <a:spcAft>
                <a:spcPts val="0"/>
              </a:spcAft>
              <a:buSzPts val="900"/>
              <a:buNone/>
              <a:defRPr/>
            </a:lvl7pPr>
            <a:lvl8pPr lvl="7">
              <a:lnSpc>
                <a:spcPct val="90000"/>
              </a:lnSpc>
              <a:spcBef>
                <a:spcPts val="500"/>
              </a:spcBef>
              <a:spcAft>
                <a:spcPts val="0"/>
              </a:spcAft>
              <a:buSzPts val="1000"/>
              <a:buNone/>
              <a:defRPr/>
            </a:lvl8pPr>
            <a:lvl9pPr lvl="8">
              <a:lnSpc>
                <a:spcPct val="90000"/>
              </a:lnSpc>
              <a:spcBef>
                <a:spcPts val="500"/>
              </a:spcBef>
              <a:spcAft>
                <a:spcPts val="500"/>
              </a:spcAft>
              <a:buSzPts val="2000"/>
              <a:buNone/>
              <a:defRPr/>
            </a:lvl9pPr>
          </a:lstStyle>
          <a:p/>
        </p:txBody>
      </p:sp>
      <p:sp>
        <p:nvSpPr>
          <p:cNvPr id="277" name="Google Shape;277;p32"/>
          <p:cNvSpPr txBox="1"/>
          <p:nvPr>
            <p:ph idx="15" type="body"/>
          </p:nvPr>
        </p:nvSpPr>
        <p:spPr>
          <a:xfrm>
            <a:off x="6941800" y="3767275"/>
            <a:ext cx="16482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Title + Framed Image (Right)">
  <p:cSld name="L Side panel + 2/3 module_1">
    <p:bg>
      <p:bgPr>
        <a:solidFill>
          <a:schemeClr val="lt2"/>
        </a:solidFill>
      </p:bgPr>
    </p:bg>
    <p:spTree>
      <p:nvGrpSpPr>
        <p:cNvPr id="278" name="Shape 278"/>
        <p:cNvGrpSpPr/>
        <p:nvPr/>
      </p:nvGrpSpPr>
      <p:grpSpPr>
        <a:xfrm>
          <a:off x="0" y="0"/>
          <a:ext cx="0" cy="0"/>
          <a:chOff x="0" y="0"/>
          <a:chExt cx="0" cy="0"/>
        </a:xfrm>
      </p:grpSpPr>
      <p:sp>
        <p:nvSpPr>
          <p:cNvPr id="279" name="Google Shape;279;p33"/>
          <p:cNvSpPr/>
          <p:nvPr>
            <p:ph idx="2" type="pic"/>
          </p:nvPr>
        </p:nvSpPr>
        <p:spPr>
          <a:xfrm>
            <a:off x="3255350" y="421050"/>
            <a:ext cx="5461200" cy="3916500"/>
          </a:xfrm>
          <a:prstGeom prst="roundRect">
            <a:avLst>
              <a:gd fmla="val 2034" name="adj"/>
            </a:avLst>
          </a:prstGeom>
          <a:noFill/>
          <a:ln>
            <a:noFill/>
          </a:ln>
        </p:spPr>
      </p:sp>
      <p:sp>
        <p:nvSpPr>
          <p:cNvPr id="280" name="Google Shape;280;p33"/>
          <p:cNvSpPr txBox="1"/>
          <p:nvPr>
            <p:ph type="title"/>
          </p:nvPr>
        </p:nvSpPr>
        <p:spPr>
          <a:xfrm>
            <a:off x="419800" y="417748"/>
            <a:ext cx="26280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281" name="Google Shape;281;p33"/>
          <p:cNvSpPr txBox="1"/>
          <p:nvPr>
            <p:ph idx="1" type="body"/>
          </p:nvPr>
        </p:nvSpPr>
        <p:spPr>
          <a:xfrm>
            <a:off x="419800" y="1158500"/>
            <a:ext cx="26280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itle + Framed Image (Left)">
  <p:cSld name="L Side panel + 2/3 module_1_1_1_1">
    <p:bg>
      <p:bgPr>
        <a:solidFill>
          <a:schemeClr val="lt2"/>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419850" y="421050"/>
            <a:ext cx="4047600" cy="3916500"/>
          </a:xfrm>
          <a:prstGeom prst="roundRect">
            <a:avLst>
              <a:gd fmla="val 2034" name="adj"/>
            </a:avLst>
          </a:prstGeom>
          <a:noFill/>
          <a:ln>
            <a:noFill/>
          </a:ln>
        </p:spPr>
      </p:sp>
      <p:sp>
        <p:nvSpPr>
          <p:cNvPr id="284" name="Google Shape;284;p34"/>
          <p:cNvSpPr txBox="1"/>
          <p:nvPr>
            <p:ph type="title"/>
          </p:nvPr>
        </p:nvSpPr>
        <p:spPr>
          <a:xfrm>
            <a:off x="4669725" y="425875"/>
            <a:ext cx="2832000" cy="73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285" name="Google Shape;285;p34"/>
          <p:cNvSpPr txBox="1"/>
          <p:nvPr>
            <p:ph idx="1" type="body"/>
          </p:nvPr>
        </p:nvSpPr>
        <p:spPr>
          <a:xfrm>
            <a:off x="4669725" y="1158500"/>
            <a:ext cx="3337500" cy="31671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Clr>
                <a:schemeClr val="dk1"/>
              </a:buClr>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Clr>
                <a:schemeClr val="dk1"/>
              </a:buClr>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Clr>
                <a:schemeClr val="dk1"/>
              </a:buClr>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Clr>
                <a:schemeClr val="dk1"/>
              </a:buClr>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Clr>
                <a:schemeClr val="dk1"/>
              </a:buClr>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Narrow Columns (3) + Wide Column">
  <p:cSld name="4 columns_2">
    <p:spTree>
      <p:nvGrpSpPr>
        <p:cNvPr id="286" name="Shape 286"/>
        <p:cNvGrpSpPr/>
        <p:nvPr/>
      </p:nvGrpSpPr>
      <p:grpSpPr>
        <a:xfrm>
          <a:off x="0" y="0"/>
          <a:ext cx="0" cy="0"/>
          <a:chOff x="0" y="0"/>
          <a:chExt cx="0" cy="0"/>
        </a:xfrm>
      </p:grpSpPr>
      <p:sp>
        <p:nvSpPr>
          <p:cNvPr id="287" name="Google Shape;287;p35"/>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288" name="Google Shape;288;p35"/>
          <p:cNvSpPr txBox="1"/>
          <p:nvPr>
            <p:ph idx="1" type="body"/>
          </p:nvPr>
        </p:nvSpPr>
        <p:spPr>
          <a:xfrm>
            <a:off x="419800" y="1202975"/>
            <a:ext cx="14841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
        <p:nvSpPr>
          <p:cNvPr id="289" name="Google Shape;289;p35"/>
          <p:cNvSpPr txBox="1"/>
          <p:nvPr>
            <p:ph idx="2" type="body"/>
          </p:nvPr>
        </p:nvSpPr>
        <p:spPr>
          <a:xfrm>
            <a:off x="6085728" y="1202975"/>
            <a:ext cx="26298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
        <p:nvSpPr>
          <p:cNvPr id="290" name="Google Shape;290;p35"/>
          <p:cNvSpPr txBox="1"/>
          <p:nvPr>
            <p:ph idx="3" type="body"/>
          </p:nvPr>
        </p:nvSpPr>
        <p:spPr>
          <a:xfrm>
            <a:off x="2155638" y="1202975"/>
            <a:ext cx="14841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
        <p:nvSpPr>
          <p:cNvPr id="291" name="Google Shape;291;p35"/>
          <p:cNvSpPr txBox="1"/>
          <p:nvPr>
            <p:ph idx="4" type="body"/>
          </p:nvPr>
        </p:nvSpPr>
        <p:spPr>
          <a:xfrm>
            <a:off x="3891475" y="1202975"/>
            <a:ext cx="1484100" cy="3275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600"/>
              <a:buNone/>
              <a:defRPr/>
            </a:lvl2pPr>
            <a:lvl3pPr indent="-228600" lvl="2" marL="1371600" algn="l">
              <a:lnSpc>
                <a:spcPct val="110000"/>
              </a:lnSpc>
              <a:spcBef>
                <a:spcPts val="500"/>
              </a:spcBef>
              <a:spcAft>
                <a:spcPts val="0"/>
              </a:spcAft>
              <a:buClr>
                <a:schemeClr val="dk1"/>
              </a:buClr>
              <a:buSzPts val="700"/>
              <a:buNone/>
              <a:defRPr/>
            </a:lvl3pPr>
            <a:lvl4pPr indent="-228600" lvl="3" marL="1828800" algn="l">
              <a:lnSpc>
                <a:spcPct val="110000"/>
              </a:lnSpc>
              <a:spcBef>
                <a:spcPts val="500"/>
              </a:spcBef>
              <a:spcAft>
                <a:spcPts val="0"/>
              </a:spcAft>
              <a:buSzPts val="600"/>
              <a:buNone/>
              <a:defRPr/>
            </a:lvl4pPr>
            <a:lvl5pPr indent="-228600" lvl="4" marL="2286000" algn="l">
              <a:lnSpc>
                <a:spcPct val="110000"/>
              </a:lnSpc>
              <a:spcBef>
                <a:spcPts val="500"/>
              </a:spcBef>
              <a:spcAft>
                <a:spcPts val="0"/>
              </a:spcAft>
              <a:buSzPts val="800"/>
              <a:buNone/>
              <a:defRPr/>
            </a:lvl5pPr>
            <a:lvl6pPr indent="-228600" lvl="5" marL="2743200" algn="l">
              <a:lnSpc>
                <a:spcPct val="110000"/>
              </a:lnSpc>
              <a:spcBef>
                <a:spcPts val="500"/>
              </a:spcBef>
              <a:spcAft>
                <a:spcPts val="0"/>
              </a:spcAft>
              <a:buClr>
                <a:schemeClr val="dk1"/>
              </a:buClr>
              <a:buSzPts val="900"/>
              <a:buNone/>
              <a:defRPr/>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a:lvl8pPr>
            <a:lvl9pPr indent="-228600" lvl="8" marL="4114800" algn="l">
              <a:lnSpc>
                <a:spcPct val="110000"/>
              </a:lnSpc>
              <a:spcBef>
                <a:spcPts val="500"/>
              </a:spcBef>
              <a:spcAft>
                <a:spcPts val="500"/>
              </a:spcAft>
              <a:buClr>
                <a:schemeClr val="dk1"/>
              </a:buClr>
              <a:buSzPts val="9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Small Image Modules (3)">
  <p:cSld name="4 images with description_1_2_1">
    <p:spTree>
      <p:nvGrpSpPr>
        <p:cNvPr id="292" name="Shape 292"/>
        <p:cNvGrpSpPr/>
        <p:nvPr/>
      </p:nvGrpSpPr>
      <p:grpSpPr>
        <a:xfrm>
          <a:off x="0" y="0"/>
          <a:ext cx="0" cy="0"/>
          <a:chOff x="0" y="0"/>
          <a:chExt cx="0" cy="0"/>
        </a:xfrm>
      </p:grpSpPr>
      <p:sp>
        <p:nvSpPr>
          <p:cNvPr id="293" name="Google Shape;293;p36"/>
          <p:cNvSpPr/>
          <p:nvPr/>
        </p:nvSpPr>
        <p:spPr>
          <a:xfrm>
            <a:off x="6086525" y="1078525"/>
            <a:ext cx="2628600" cy="32475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4" name="Google Shape;294;p36"/>
          <p:cNvSpPr/>
          <p:nvPr>
            <p:ph idx="2" type="pic"/>
          </p:nvPr>
        </p:nvSpPr>
        <p:spPr>
          <a:xfrm>
            <a:off x="6085825" y="1078525"/>
            <a:ext cx="2628600" cy="1573200"/>
          </a:xfrm>
          <a:prstGeom prst="round2SameRect">
            <a:avLst>
              <a:gd fmla="val 7755" name="adj1"/>
              <a:gd fmla="val 0" name="adj2"/>
            </a:avLst>
          </a:prstGeom>
          <a:solidFill>
            <a:schemeClr val="lt1"/>
          </a:solidFill>
          <a:ln>
            <a:noFill/>
          </a:ln>
        </p:spPr>
      </p:sp>
      <p:sp>
        <p:nvSpPr>
          <p:cNvPr id="295" name="Google Shape;295;p36"/>
          <p:cNvSpPr/>
          <p:nvPr/>
        </p:nvSpPr>
        <p:spPr>
          <a:xfrm>
            <a:off x="3257625" y="1078525"/>
            <a:ext cx="2628600" cy="32475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6" name="Google Shape;296;p36"/>
          <p:cNvSpPr/>
          <p:nvPr>
            <p:ph idx="3" type="pic"/>
          </p:nvPr>
        </p:nvSpPr>
        <p:spPr>
          <a:xfrm>
            <a:off x="3256925" y="1078525"/>
            <a:ext cx="2628600" cy="1573200"/>
          </a:xfrm>
          <a:prstGeom prst="round2SameRect">
            <a:avLst>
              <a:gd fmla="val 7755" name="adj1"/>
              <a:gd fmla="val 0" name="adj2"/>
            </a:avLst>
          </a:prstGeom>
          <a:solidFill>
            <a:schemeClr val="lt1"/>
          </a:solidFill>
          <a:ln>
            <a:noFill/>
          </a:ln>
        </p:spPr>
      </p:sp>
      <p:sp>
        <p:nvSpPr>
          <p:cNvPr id="297" name="Google Shape;297;p36"/>
          <p:cNvSpPr/>
          <p:nvPr/>
        </p:nvSpPr>
        <p:spPr>
          <a:xfrm>
            <a:off x="420500" y="1078525"/>
            <a:ext cx="2628600" cy="3247500"/>
          </a:xfrm>
          <a:prstGeom prst="roundRect">
            <a:avLst>
              <a:gd fmla="val 404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8" name="Google Shape;298;p36"/>
          <p:cNvSpPr/>
          <p:nvPr>
            <p:ph idx="4" type="pic"/>
          </p:nvPr>
        </p:nvSpPr>
        <p:spPr>
          <a:xfrm>
            <a:off x="419800" y="1078525"/>
            <a:ext cx="2628600" cy="1573200"/>
          </a:xfrm>
          <a:prstGeom prst="round2SameRect">
            <a:avLst>
              <a:gd fmla="val 7755" name="adj1"/>
              <a:gd fmla="val 0" name="adj2"/>
            </a:avLst>
          </a:prstGeom>
          <a:solidFill>
            <a:schemeClr val="lt1"/>
          </a:solidFill>
          <a:ln>
            <a:noFill/>
          </a:ln>
        </p:spPr>
      </p:sp>
      <p:sp>
        <p:nvSpPr>
          <p:cNvPr id="299" name="Google Shape;299;p36"/>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300" name="Google Shape;300;p36"/>
          <p:cNvSpPr txBox="1"/>
          <p:nvPr>
            <p:ph idx="1" type="subTitle"/>
          </p:nvPr>
        </p:nvSpPr>
        <p:spPr>
          <a:xfrm>
            <a:off x="608600" y="2877050"/>
            <a:ext cx="2226300" cy="631800"/>
          </a:xfrm>
          <a:prstGeom prst="rect">
            <a:avLst/>
          </a:prstGeom>
        </p:spPr>
        <p:txBody>
          <a:bodyPr anchorCtr="0" anchor="t" bIns="0" lIns="0" spcFirstLastPara="1" rIns="0" wrap="square" tIns="0">
            <a:noAutofit/>
          </a:bodyPr>
          <a:lstStyle>
            <a:lvl1pPr lvl="0">
              <a:spcBef>
                <a:spcPts val="500"/>
              </a:spcBef>
              <a:spcAft>
                <a:spcPts val="0"/>
              </a:spcAft>
              <a:buSzPts val="1600"/>
              <a:buFont typeface="Roboto Mono"/>
              <a:buNone/>
              <a:defRPr b="1" sz="1600">
                <a:latin typeface="Roboto Mono"/>
                <a:ea typeface="Roboto Mono"/>
                <a:cs typeface="Roboto Mono"/>
                <a:sym typeface="Roboto Mono"/>
              </a:defRPr>
            </a:lvl1pPr>
            <a:lvl2pPr lvl="1">
              <a:spcBef>
                <a:spcPts val="500"/>
              </a:spcBef>
              <a:spcAft>
                <a:spcPts val="0"/>
              </a:spcAft>
              <a:buSzPts val="800"/>
              <a:buNone/>
              <a:defRPr/>
            </a:lvl2pPr>
            <a:lvl3pPr lvl="2">
              <a:spcBef>
                <a:spcPts val="400"/>
              </a:spcBef>
              <a:spcAft>
                <a:spcPts val="0"/>
              </a:spcAft>
              <a:buSzPts val="1500"/>
              <a:buNone/>
              <a:defRPr/>
            </a:lvl3pPr>
            <a:lvl4pPr lvl="3">
              <a:spcBef>
                <a:spcPts val="800"/>
              </a:spcBef>
              <a:spcAft>
                <a:spcPts val="0"/>
              </a:spcAft>
              <a:buSzPts val="600"/>
              <a:buNone/>
              <a:defRPr/>
            </a:lvl4pPr>
            <a:lvl5pPr lvl="4">
              <a:spcBef>
                <a:spcPts val="600"/>
              </a:spcBef>
              <a:spcAft>
                <a:spcPts val="0"/>
              </a:spcAft>
              <a:buSzPts val="1900"/>
              <a:buNone/>
              <a:defRPr/>
            </a:lvl5pPr>
            <a:lvl6pPr lvl="5">
              <a:spcBef>
                <a:spcPts val="700"/>
              </a:spcBef>
              <a:spcAft>
                <a:spcPts val="0"/>
              </a:spcAft>
              <a:buSzPts val="1200"/>
              <a:buNone/>
              <a:defRPr/>
            </a:lvl6pPr>
            <a:lvl7pPr lvl="6">
              <a:spcBef>
                <a:spcPts val="100"/>
              </a:spcBef>
              <a:spcAft>
                <a:spcPts val="0"/>
              </a:spcAft>
              <a:buSzPts val="900"/>
              <a:buNone/>
              <a:defRPr/>
            </a:lvl7pPr>
            <a:lvl8pPr lvl="7">
              <a:spcBef>
                <a:spcPts val="1200"/>
              </a:spcBef>
              <a:spcAft>
                <a:spcPts val="0"/>
              </a:spcAft>
              <a:buSzPts val="1000"/>
              <a:buNone/>
              <a:defRPr/>
            </a:lvl8pPr>
            <a:lvl9pPr lvl="8">
              <a:spcBef>
                <a:spcPts val="1200"/>
              </a:spcBef>
              <a:spcAft>
                <a:spcPts val="800"/>
              </a:spcAft>
              <a:buSzPts val="2000"/>
              <a:buNone/>
              <a:defRPr/>
            </a:lvl9pPr>
          </a:lstStyle>
          <a:p/>
        </p:txBody>
      </p:sp>
      <p:sp>
        <p:nvSpPr>
          <p:cNvPr id="301" name="Google Shape;301;p36"/>
          <p:cNvSpPr txBox="1"/>
          <p:nvPr>
            <p:ph idx="5" type="body"/>
          </p:nvPr>
        </p:nvSpPr>
        <p:spPr>
          <a:xfrm>
            <a:off x="608600" y="3636875"/>
            <a:ext cx="22725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
        <p:nvSpPr>
          <p:cNvPr id="302" name="Google Shape;302;p36"/>
          <p:cNvSpPr txBox="1"/>
          <p:nvPr>
            <p:ph idx="6" type="subTitle"/>
          </p:nvPr>
        </p:nvSpPr>
        <p:spPr>
          <a:xfrm>
            <a:off x="3443375" y="2877050"/>
            <a:ext cx="2226300" cy="631800"/>
          </a:xfrm>
          <a:prstGeom prst="rect">
            <a:avLst/>
          </a:prstGeom>
        </p:spPr>
        <p:txBody>
          <a:bodyPr anchorCtr="0" anchor="t" bIns="0" lIns="0" spcFirstLastPara="1" rIns="0" wrap="square" tIns="0">
            <a:noAutofit/>
          </a:bodyPr>
          <a:lstStyle>
            <a:lvl1pPr lvl="0">
              <a:spcBef>
                <a:spcPts val="500"/>
              </a:spcBef>
              <a:spcAft>
                <a:spcPts val="0"/>
              </a:spcAft>
              <a:buSzPts val="1600"/>
              <a:buFont typeface="Roboto Mono"/>
              <a:buNone/>
              <a:defRPr b="1" sz="1600">
                <a:latin typeface="Roboto Mono"/>
                <a:ea typeface="Roboto Mono"/>
                <a:cs typeface="Roboto Mono"/>
                <a:sym typeface="Roboto Mono"/>
              </a:defRPr>
            </a:lvl1pPr>
            <a:lvl2pPr lvl="1">
              <a:spcBef>
                <a:spcPts val="500"/>
              </a:spcBef>
              <a:spcAft>
                <a:spcPts val="0"/>
              </a:spcAft>
              <a:buSzPts val="800"/>
              <a:buNone/>
              <a:defRPr/>
            </a:lvl2pPr>
            <a:lvl3pPr lvl="2">
              <a:spcBef>
                <a:spcPts val="400"/>
              </a:spcBef>
              <a:spcAft>
                <a:spcPts val="0"/>
              </a:spcAft>
              <a:buSzPts val="1500"/>
              <a:buNone/>
              <a:defRPr/>
            </a:lvl3pPr>
            <a:lvl4pPr lvl="3">
              <a:spcBef>
                <a:spcPts val="800"/>
              </a:spcBef>
              <a:spcAft>
                <a:spcPts val="0"/>
              </a:spcAft>
              <a:buSzPts val="600"/>
              <a:buNone/>
              <a:defRPr/>
            </a:lvl4pPr>
            <a:lvl5pPr lvl="4">
              <a:spcBef>
                <a:spcPts val="600"/>
              </a:spcBef>
              <a:spcAft>
                <a:spcPts val="0"/>
              </a:spcAft>
              <a:buSzPts val="1900"/>
              <a:buNone/>
              <a:defRPr/>
            </a:lvl5pPr>
            <a:lvl6pPr lvl="5">
              <a:spcBef>
                <a:spcPts val="700"/>
              </a:spcBef>
              <a:spcAft>
                <a:spcPts val="0"/>
              </a:spcAft>
              <a:buSzPts val="1200"/>
              <a:buNone/>
              <a:defRPr/>
            </a:lvl6pPr>
            <a:lvl7pPr lvl="6">
              <a:spcBef>
                <a:spcPts val="100"/>
              </a:spcBef>
              <a:spcAft>
                <a:spcPts val="0"/>
              </a:spcAft>
              <a:buSzPts val="900"/>
              <a:buNone/>
              <a:defRPr/>
            </a:lvl7pPr>
            <a:lvl8pPr lvl="7">
              <a:spcBef>
                <a:spcPts val="1200"/>
              </a:spcBef>
              <a:spcAft>
                <a:spcPts val="0"/>
              </a:spcAft>
              <a:buSzPts val="1000"/>
              <a:buNone/>
              <a:defRPr/>
            </a:lvl8pPr>
            <a:lvl9pPr lvl="8">
              <a:spcBef>
                <a:spcPts val="1200"/>
              </a:spcBef>
              <a:spcAft>
                <a:spcPts val="800"/>
              </a:spcAft>
              <a:buSzPts val="2000"/>
              <a:buNone/>
              <a:defRPr/>
            </a:lvl9pPr>
          </a:lstStyle>
          <a:p/>
        </p:txBody>
      </p:sp>
      <p:sp>
        <p:nvSpPr>
          <p:cNvPr id="303" name="Google Shape;303;p36"/>
          <p:cNvSpPr txBox="1"/>
          <p:nvPr>
            <p:ph idx="7" type="body"/>
          </p:nvPr>
        </p:nvSpPr>
        <p:spPr>
          <a:xfrm>
            <a:off x="3443375" y="3636875"/>
            <a:ext cx="22725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
        <p:nvSpPr>
          <p:cNvPr id="304" name="Google Shape;304;p36"/>
          <p:cNvSpPr txBox="1"/>
          <p:nvPr>
            <p:ph idx="8" type="subTitle"/>
          </p:nvPr>
        </p:nvSpPr>
        <p:spPr>
          <a:xfrm>
            <a:off x="6283600" y="2877050"/>
            <a:ext cx="2226300" cy="631800"/>
          </a:xfrm>
          <a:prstGeom prst="rect">
            <a:avLst/>
          </a:prstGeom>
        </p:spPr>
        <p:txBody>
          <a:bodyPr anchorCtr="0" anchor="t" bIns="0" lIns="0" spcFirstLastPara="1" rIns="0" wrap="square" tIns="0">
            <a:noAutofit/>
          </a:bodyPr>
          <a:lstStyle>
            <a:lvl1pPr lvl="0">
              <a:spcBef>
                <a:spcPts val="500"/>
              </a:spcBef>
              <a:spcAft>
                <a:spcPts val="0"/>
              </a:spcAft>
              <a:buSzPts val="1600"/>
              <a:buFont typeface="Roboto Mono"/>
              <a:buNone/>
              <a:defRPr b="1" sz="1600">
                <a:latin typeface="Roboto Mono"/>
                <a:ea typeface="Roboto Mono"/>
                <a:cs typeface="Roboto Mono"/>
                <a:sym typeface="Roboto Mono"/>
              </a:defRPr>
            </a:lvl1pPr>
            <a:lvl2pPr lvl="1">
              <a:spcBef>
                <a:spcPts val="500"/>
              </a:spcBef>
              <a:spcAft>
                <a:spcPts val="0"/>
              </a:spcAft>
              <a:buSzPts val="800"/>
              <a:buNone/>
              <a:defRPr/>
            </a:lvl2pPr>
            <a:lvl3pPr lvl="2">
              <a:spcBef>
                <a:spcPts val="400"/>
              </a:spcBef>
              <a:spcAft>
                <a:spcPts val="0"/>
              </a:spcAft>
              <a:buSzPts val="1500"/>
              <a:buNone/>
              <a:defRPr/>
            </a:lvl3pPr>
            <a:lvl4pPr lvl="3">
              <a:spcBef>
                <a:spcPts val="800"/>
              </a:spcBef>
              <a:spcAft>
                <a:spcPts val="0"/>
              </a:spcAft>
              <a:buSzPts val="600"/>
              <a:buNone/>
              <a:defRPr/>
            </a:lvl4pPr>
            <a:lvl5pPr lvl="4">
              <a:spcBef>
                <a:spcPts val="600"/>
              </a:spcBef>
              <a:spcAft>
                <a:spcPts val="0"/>
              </a:spcAft>
              <a:buSzPts val="1900"/>
              <a:buNone/>
              <a:defRPr/>
            </a:lvl5pPr>
            <a:lvl6pPr lvl="5">
              <a:spcBef>
                <a:spcPts val="700"/>
              </a:spcBef>
              <a:spcAft>
                <a:spcPts val="0"/>
              </a:spcAft>
              <a:buSzPts val="1200"/>
              <a:buNone/>
              <a:defRPr/>
            </a:lvl6pPr>
            <a:lvl7pPr lvl="6">
              <a:spcBef>
                <a:spcPts val="100"/>
              </a:spcBef>
              <a:spcAft>
                <a:spcPts val="0"/>
              </a:spcAft>
              <a:buSzPts val="900"/>
              <a:buNone/>
              <a:defRPr/>
            </a:lvl7pPr>
            <a:lvl8pPr lvl="7">
              <a:spcBef>
                <a:spcPts val="1200"/>
              </a:spcBef>
              <a:spcAft>
                <a:spcPts val="0"/>
              </a:spcAft>
              <a:buSzPts val="1000"/>
              <a:buNone/>
              <a:defRPr/>
            </a:lvl8pPr>
            <a:lvl9pPr lvl="8">
              <a:spcBef>
                <a:spcPts val="1200"/>
              </a:spcBef>
              <a:spcAft>
                <a:spcPts val="800"/>
              </a:spcAft>
              <a:buSzPts val="2000"/>
              <a:buNone/>
              <a:defRPr/>
            </a:lvl9pPr>
          </a:lstStyle>
          <a:p/>
        </p:txBody>
      </p:sp>
      <p:sp>
        <p:nvSpPr>
          <p:cNvPr id="305" name="Google Shape;305;p36"/>
          <p:cNvSpPr txBox="1"/>
          <p:nvPr>
            <p:ph idx="9" type="body"/>
          </p:nvPr>
        </p:nvSpPr>
        <p:spPr>
          <a:xfrm>
            <a:off x="6278150" y="3636875"/>
            <a:ext cx="2277900" cy="448800"/>
          </a:xfrm>
          <a:prstGeom prst="rect">
            <a:avLst/>
          </a:prstGeom>
        </p:spPr>
        <p:txBody>
          <a:bodyPr anchorCtr="0" anchor="t" bIns="91425" lIns="0" spcFirstLastPara="1" rIns="0" wrap="square" tIns="0">
            <a:noAutofit/>
          </a:bodyPr>
          <a:lstStyle>
            <a:lvl1pPr indent="-228600" lvl="0" marL="457200">
              <a:spcBef>
                <a:spcPts val="500"/>
              </a:spcBef>
              <a:spcAft>
                <a:spcPts val="0"/>
              </a:spcAft>
              <a:buSzPts val="1100"/>
              <a:buNone/>
              <a:defRPr/>
            </a:lvl1pPr>
            <a:lvl2pPr indent="-228600" lvl="1" marL="914400">
              <a:spcBef>
                <a:spcPts val="500"/>
              </a:spcBef>
              <a:spcAft>
                <a:spcPts val="0"/>
              </a:spcAft>
              <a:buSzPts val="800"/>
              <a:buNone/>
              <a:defRPr/>
            </a:lvl2pPr>
            <a:lvl3pPr indent="-228600" lvl="2" marL="1371600">
              <a:spcBef>
                <a:spcPts val="400"/>
              </a:spcBef>
              <a:spcAft>
                <a:spcPts val="0"/>
              </a:spcAft>
              <a:buSzPts val="1500"/>
              <a:buNone/>
              <a:defRPr/>
            </a:lvl3pPr>
            <a:lvl4pPr indent="-228600" lvl="3" marL="1828800">
              <a:spcBef>
                <a:spcPts val="800"/>
              </a:spcBef>
              <a:spcAft>
                <a:spcPts val="0"/>
              </a:spcAft>
              <a:buSzPts val="600"/>
              <a:buNone/>
              <a:defRPr/>
            </a:lvl4pPr>
            <a:lvl5pPr indent="-228600" lvl="4" marL="2286000">
              <a:spcBef>
                <a:spcPts val="600"/>
              </a:spcBef>
              <a:spcAft>
                <a:spcPts val="0"/>
              </a:spcAft>
              <a:buSzPts val="1900"/>
              <a:buNone/>
              <a:defRPr/>
            </a:lvl5pPr>
            <a:lvl6pPr indent="-228600" lvl="5" marL="2743200">
              <a:spcBef>
                <a:spcPts val="700"/>
              </a:spcBef>
              <a:spcAft>
                <a:spcPts val="0"/>
              </a:spcAft>
              <a:buSzPts val="1200"/>
              <a:buNone/>
              <a:defRPr/>
            </a:lvl6pPr>
            <a:lvl7pPr indent="-228600" lvl="6" marL="3200400">
              <a:spcBef>
                <a:spcPts val="100"/>
              </a:spcBef>
              <a:spcAft>
                <a:spcPts val="0"/>
              </a:spcAft>
              <a:buSzPts val="900"/>
              <a:buNone/>
              <a:defRPr/>
            </a:lvl7pPr>
            <a:lvl8pPr indent="-228600" lvl="7" marL="3657600">
              <a:spcBef>
                <a:spcPts val="1200"/>
              </a:spcBef>
              <a:spcAft>
                <a:spcPts val="0"/>
              </a:spcAft>
              <a:buSzPts val="1000"/>
              <a:buNone/>
              <a:defRPr/>
            </a:lvl8pPr>
            <a:lvl9pPr indent="-228600" lvl="8" marL="4114800">
              <a:spcBef>
                <a:spcPts val="1200"/>
              </a:spcBef>
              <a:spcAft>
                <a:spcPts val="800"/>
              </a:spcAft>
              <a:buSzPts val="20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Divider with Image (Light)">
  <p:cSld name="CUSTOM_1">
    <p:spTree>
      <p:nvGrpSpPr>
        <p:cNvPr id="306" name="Shape 306"/>
        <p:cNvGrpSpPr/>
        <p:nvPr/>
      </p:nvGrpSpPr>
      <p:grpSpPr>
        <a:xfrm>
          <a:off x="0" y="0"/>
          <a:ext cx="0" cy="0"/>
          <a:chOff x="0" y="0"/>
          <a:chExt cx="0" cy="0"/>
        </a:xfrm>
      </p:grpSpPr>
      <p:sp>
        <p:nvSpPr>
          <p:cNvPr id="307" name="Google Shape;307;p37"/>
          <p:cNvSpPr/>
          <p:nvPr>
            <p:ph idx="2" type="pic"/>
          </p:nvPr>
        </p:nvSpPr>
        <p:spPr>
          <a:xfrm>
            <a:off x="3255350" y="417750"/>
            <a:ext cx="5461200" cy="3919800"/>
          </a:xfrm>
          <a:prstGeom prst="roundRect">
            <a:avLst>
              <a:gd fmla="val 2034" name="adj"/>
            </a:avLst>
          </a:prstGeom>
          <a:noFill/>
          <a:ln>
            <a:noFill/>
          </a:ln>
        </p:spPr>
      </p:sp>
      <p:sp>
        <p:nvSpPr>
          <p:cNvPr id="308" name="Google Shape;308;p37"/>
          <p:cNvSpPr txBox="1"/>
          <p:nvPr>
            <p:ph type="title"/>
          </p:nvPr>
        </p:nvSpPr>
        <p:spPr>
          <a:xfrm>
            <a:off x="419800" y="417754"/>
            <a:ext cx="2628000" cy="1499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sz="2400"/>
            </a:lvl1pPr>
            <a:lvl2pPr lvl="1" algn="l">
              <a:lnSpc>
                <a:spcPct val="80000"/>
              </a:lnSpc>
              <a:spcBef>
                <a:spcPts val="0"/>
              </a:spcBef>
              <a:spcAft>
                <a:spcPts val="0"/>
              </a:spcAft>
              <a:buClr>
                <a:srgbClr val="000000"/>
              </a:buClr>
              <a:buSzPts val="2400"/>
              <a:buNone/>
              <a:defRPr sz="2400"/>
            </a:lvl2pPr>
            <a:lvl3pPr lvl="2" algn="l">
              <a:lnSpc>
                <a:spcPct val="80000"/>
              </a:lnSpc>
              <a:spcBef>
                <a:spcPts val="0"/>
              </a:spcBef>
              <a:spcAft>
                <a:spcPts val="0"/>
              </a:spcAft>
              <a:buClr>
                <a:srgbClr val="000000"/>
              </a:buClr>
              <a:buSzPts val="2400"/>
              <a:buNone/>
              <a:defRPr sz="2400"/>
            </a:lvl3pPr>
            <a:lvl4pPr lvl="3" algn="l">
              <a:lnSpc>
                <a:spcPct val="80000"/>
              </a:lnSpc>
              <a:spcBef>
                <a:spcPts val="0"/>
              </a:spcBef>
              <a:spcAft>
                <a:spcPts val="0"/>
              </a:spcAft>
              <a:buClr>
                <a:srgbClr val="000000"/>
              </a:buClr>
              <a:buSzPts val="2400"/>
              <a:buNone/>
              <a:defRPr sz="2400"/>
            </a:lvl4pPr>
            <a:lvl5pPr lvl="4" algn="l">
              <a:lnSpc>
                <a:spcPct val="80000"/>
              </a:lnSpc>
              <a:spcBef>
                <a:spcPts val="0"/>
              </a:spcBef>
              <a:spcAft>
                <a:spcPts val="0"/>
              </a:spcAft>
              <a:buClr>
                <a:srgbClr val="000000"/>
              </a:buClr>
              <a:buSzPts val="2400"/>
              <a:buNone/>
              <a:defRPr sz="2400"/>
            </a:lvl5pPr>
            <a:lvl6pPr lvl="5" algn="l">
              <a:lnSpc>
                <a:spcPct val="80000"/>
              </a:lnSpc>
              <a:spcBef>
                <a:spcPts val="0"/>
              </a:spcBef>
              <a:spcAft>
                <a:spcPts val="0"/>
              </a:spcAft>
              <a:buClr>
                <a:srgbClr val="000000"/>
              </a:buClr>
              <a:buSzPts val="2400"/>
              <a:buNone/>
              <a:defRPr sz="2400"/>
            </a:lvl6pPr>
            <a:lvl7pPr lvl="6" algn="l">
              <a:lnSpc>
                <a:spcPct val="80000"/>
              </a:lnSpc>
              <a:spcBef>
                <a:spcPts val="0"/>
              </a:spcBef>
              <a:spcAft>
                <a:spcPts val="0"/>
              </a:spcAft>
              <a:buClr>
                <a:srgbClr val="000000"/>
              </a:buClr>
              <a:buSzPts val="2400"/>
              <a:buNone/>
              <a:defRPr sz="2400"/>
            </a:lvl7pPr>
            <a:lvl8pPr lvl="7" algn="l">
              <a:lnSpc>
                <a:spcPct val="80000"/>
              </a:lnSpc>
              <a:spcBef>
                <a:spcPts val="0"/>
              </a:spcBef>
              <a:spcAft>
                <a:spcPts val="0"/>
              </a:spcAft>
              <a:buClr>
                <a:srgbClr val="000000"/>
              </a:buClr>
              <a:buSzPts val="2400"/>
              <a:buNone/>
              <a:defRPr sz="2400"/>
            </a:lvl8pPr>
            <a:lvl9pPr lvl="8" algn="l">
              <a:lnSpc>
                <a:spcPct val="80000"/>
              </a:lnSpc>
              <a:spcBef>
                <a:spcPts val="0"/>
              </a:spcBef>
              <a:spcAft>
                <a:spcPts val="0"/>
              </a:spcAft>
              <a:buClr>
                <a:srgbClr val="000000"/>
              </a:buClr>
              <a:buSzPts val="2400"/>
              <a:buNone/>
              <a:defRPr sz="24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Divider with Image (Dark)">
  <p:cSld name="CUSTOM_1_1">
    <p:bg>
      <p:bgPr>
        <a:solidFill>
          <a:schemeClr val="dk2"/>
        </a:solidFill>
      </p:bgPr>
    </p:bg>
    <p:spTree>
      <p:nvGrpSpPr>
        <p:cNvPr id="309" name="Shape 309"/>
        <p:cNvGrpSpPr/>
        <p:nvPr/>
      </p:nvGrpSpPr>
      <p:grpSpPr>
        <a:xfrm>
          <a:off x="0" y="0"/>
          <a:ext cx="0" cy="0"/>
          <a:chOff x="0" y="0"/>
          <a:chExt cx="0" cy="0"/>
        </a:xfrm>
      </p:grpSpPr>
      <p:sp>
        <p:nvSpPr>
          <p:cNvPr id="310" name="Google Shape;310;p38"/>
          <p:cNvSpPr/>
          <p:nvPr>
            <p:ph idx="2" type="pic"/>
          </p:nvPr>
        </p:nvSpPr>
        <p:spPr>
          <a:xfrm>
            <a:off x="3255350" y="417750"/>
            <a:ext cx="5461200" cy="3919800"/>
          </a:xfrm>
          <a:prstGeom prst="roundRect">
            <a:avLst>
              <a:gd fmla="val 2034" name="adj"/>
            </a:avLst>
          </a:prstGeom>
          <a:noFill/>
          <a:ln>
            <a:noFill/>
          </a:ln>
        </p:spPr>
      </p:sp>
      <p:sp>
        <p:nvSpPr>
          <p:cNvPr id="311" name="Google Shape;311;p38"/>
          <p:cNvSpPr txBox="1"/>
          <p:nvPr>
            <p:ph type="title"/>
          </p:nvPr>
        </p:nvSpPr>
        <p:spPr>
          <a:xfrm>
            <a:off x="419800" y="417754"/>
            <a:ext cx="2628000" cy="1499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80000"/>
              </a:lnSpc>
              <a:spcBef>
                <a:spcPts val="0"/>
              </a:spcBef>
              <a:spcAft>
                <a:spcPts val="0"/>
              </a:spcAft>
              <a:buClr>
                <a:srgbClr val="000000"/>
              </a:buClr>
              <a:buSzPts val="2400"/>
              <a:buNone/>
              <a:defRPr sz="2400"/>
            </a:lvl2pPr>
            <a:lvl3pPr lvl="2" algn="l">
              <a:lnSpc>
                <a:spcPct val="80000"/>
              </a:lnSpc>
              <a:spcBef>
                <a:spcPts val="0"/>
              </a:spcBef>
              <a:spcAft>
                <a:spcPts val="0"/>
              </a:spcAft>
              <a:buClr>
                <a:srgbClr val="000000"/>
              </a:buClr>
              <a:buSzPts val="2400"/>
              <a:buNone/>
              <a:defRPr sz="2400"/>
            </a:lvl3pPr>
            <a:lvl4pPr lvl="3" algn="l">
              <a:lnSpc>
                <a:spcPct val="80000"/>
              </a:lnSpc>
              <a:spcBef>
                <a:spcPts val="0"/>
              </a:spcBef>
              <a:spcAft>
                <a:spcPts val="0"/>
              </a:spcAft>
              <a:buClr>
                <a:srgbClr val="000000"/>
              </a:buClr>
              <a:buSzPts val="2400"/>
              <a:buNone/>
              <a:defRPr sz="2400"/>
            </a:lvl4pPr>
            <a:lvl5pPr lvl="4" algn="l">
              <a:lnSpc>
                <a:spcPct val="80000"/>
              </a:lnSpc>
              <a:spcBef>
                <a:spcPts val="0"/>
              </a:spcBef>
              <a:spcAft>
                <a:spcPts val="0"/>
              </a:spcAft>
              <a:buClr>
                <a:srgbClr val="000000"/>
              </a:buClr>
              <a:buSzPts val="2400"/>
              <a:buNone/>
              <a:defRPr sz="2400"/>
            </a:lvl5pPr>
            <a:lvl6pPr lvl="5" algn="l">
              <a:lnSpc>
                <a:spcPct val="80000"/>
              </a:lnSpc>
              <a:spcBef>
                <a:spcPts val="0"/>
              </a:spcBef>
              <a:spcAft>
                <a:spcPts val="0"/>
              </a:spcAft>
              <a:buClr>
                <a:srgbClr val="000000"/>
              </a:buClr>
              <a:buSzPts val="2400"/>
              <a:buNone/>
              <a:defRPr sz="2400"/>
            </a:lvl6pPr>
            <a:lvl7pPr lvl="6" algn="l">
              <a:lnSpc>
                <a:spcPct val="80000"/>
              </a:lnSpc>
              <a:spcBef>
                <a:spcPts val="0"/>
              </a:spcBef>
              <a:spcAft>
                <a:spcPts val="0"/>
              </a:spcAft>
              <a:buClr>
                <a:srgbClr val="000000"/>
              </a:buClr>
              <a:buSzPts val="2400"/>
              <a:buNone/>
              <a:defRPr sz="2400"/>
            </a:lvl7pPr>
            <a:lvl8pPr lvl="7" algn="l">
              <a:lnSpc>
                <a:spcPct val="80000"/>
              </a:lnSpc>
              <a:spcBef>
                <a:spcPts val="0"/>
              </a:spcBef>
              <a:spcAft>
                <a:spcPts val="0"/>
              </a:spcAft>
              <a:buClr>
                <a:srgbClr val="000000"/>
              </a:buClr>
              <a:buSzPts val="2400"/>
              <a:buNone/>
              <a:defRPr sz="2400"/>
            </a:lvl8pPr>
            <a:lvl9pPr lvl="8" algn="l">
              <a:lnSpc>
                <a:spcPct val="80000"/>
              </a:lnSpc>
              <a:spcBef>
                <a:spcPts val="0"/>
              </a:spcBef>
              <a:spcAft>
                <a:spcPts val="0"/>
              </a:spcAft>
              <a:buClr>
                <a:srgbClr val="000000"/>
              </a:buClr>
              <a:buSzPts val="2400"/>
              <a:buNone/>
              <a:defRPr sz="24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Text Modules (4) + Large Module">
  <p:cSld name="L Side panel + 2/3 module_2_1">
    <p:bg>
      <p:bgPr>
        <a:solidFill>
          <a:schemeClr val="lt2"/>
        </a:solidFill>
      </p:bgPr>
    </p:bg>
    <p:spTree>
      <p:nvGrpSpPr>
        <p:cNvPr id="312" name="Shape 312"/>
        <p:cNvGrpSpPr/>
        <p:nvPr/>
      </p:nvGrpSpPr>
      <p:grpSpPr>
        <a:xfrm>
          <a:off x="0" y="0"/>
          <a:ext cx="0" cy="0"/>
          <a:chOff x="0" y="0"/>
          <a:chExt cx="0" cy="0"/>
        </a:xfrm>
      </p:grpSpPr>
      <p:sp>
        <p:nvSpPr>
          <p:cNvPr id="313" name="Google Shape;313;p39"/>
          <p:cNvSpPr/>
          <p:nvPr/>
        </p:nvSpPr>
        <p:spPr>
          <a:xfrm>
            <a:off x="427200" y="1653300"/>
            <a:ext cx="2619900" cy="528900"/>
          </a:xfrm>
          <a:prstGeom prst="roundRect">
            <a:avLst>
              <a:gd fmla="val 16667" name="adj"/>
            </a:avLst>
          </a:prstGeom>
          <a:solidFill>
            <a:schemeClr val="lt1"/>
          </a:solidFill>
          <a:ln>
            <a:noFill/>
          </a:ln>
        </p:spPr>
        <p:txBody>
          <a:bodyPr anchorCtr="0" anchor="ctr" bIns="0" lIns="182875" spcFirstLastPara="1" rIns="91425" wrap="square" tIns="0">
            <a:noAutofit/>
          </a:bodyPr>
          <a:lstStyle/>
          <a:p>
            <a:pPr indent="0" lvl="0" marL="0" rtl="0" algn="l">
              <a:lnSpc>
                <a:spcPct val="110000"/>
              </a:lnSpc>
              <a:spcBef>
                <a:spcPts val="500"/>
              </a:spcBef>
              <a:spcAft>
                <a:spcPts val="500"/>
              </a:spcAft>
              <a:buNone/>
            </a:pPr>
            <a:r>
              <a:t/>
            </a:r>
            <a:endParaRPr b="1">
              <a:solidFill>
                <a:srgbClr val="FFFFFF"/>
              </a:solidFill>
              <a:latin typeface="Roboto Mono"/>
              <a:ea typeface="Roboto Mono"/>
              <a:cs typeface="Roboto Mono"/>
              <a:sym typeface="Roboto Mono"/>
            </a:endParaRPr>
          </a:p>
        </p:txBody>
      </p:sp>
      <p:sp>
        <p:nvSpPr>
          <p:cNvPr id="314" name="Google Shape;314;p39"/>
          <p:cNvSpPr/>
          <p:nvPr/>
        </p:nvSpPr>
        <p:spPr>
          <a:xfrm>
            <a:off x="427200" y="3796993"/>
            <a:ext cx="2619900" cy="528900"/>
          </a:xfrm>
          <a:prstGeom prst="roundRect">
            <a:avLst>
              <a:gd fmla="val 16667" name="adj"/>
            </a:avLst>
          </a:prstGeom>
          <a:solidFill>
            <a:srgbClr val="FFFFFF"/>
          </a:solidFill>
          <a:ln>
            <a:noFill/>
          </a:ln>
        </p:spPr>
        <p:txBody>
          <a:bodyPr anchorCtr="0" anchor="ctr" bIns="0" lIns="182875" spcFirstLastPara="1" rIns="91425" wrap="square" tIns="0">
            <a:noAutofit/>
          </a:bodyPr>
          <a:lstStyle/>
          <a:p>
            <a:pPr indent="0" lvl="0" marL="0" rtl="0" algn="l">
              <a:lnSpc>
                <a:spcPct val="110000"/>
              </a:lnSpc>
              <a:spcBef>
                <a:spcPts val="500"/>
              </a:spcBef>
              <a:spcAft>
                <a:spcPts val="500"/>
              </a:spcAft>
              <a:buNone/>
            </a:pPr>
            <a:r>
              <a:t/>
            </a:r>
            <a:endParaRPr b="1">
              <a:solidFill>
                <a:srgbClr val="272832"/>
              </a:solidFill>
              <a:latin typeface="Roboto Mono"/>
              <a:ea typeface="Roboto Mono"/>
              <a:cs typeface="Roboto Mono"/>
              <a:sym typeface="Roboto Mono"/>
            </a:endParaRPr>
          </a:p>
        </p:txBody>
      </p:sp>
      <p:sp>
        <p:nvSpPr>
          <p:cNvPr id="315" name="Google Shape;315;p39"/>
          <p:cNvSpPr/>
          <p:nvPr/>
        </p:nvSpPr>
        <p:spPr>
          <a:xfrm>
            <a:off x="427200" y="3082429"/>
            <a:ext cx="2619900" cy="528900"/>
          </a:xfrm>
          <a:prstGeom prst="roundRect">
            <a:avLst>
              <a:gd fmla="val 16667" name="adj"/>
            </a:avLst>
          </a:prstGeom>
          <a:solidFill>
            <a:srgbClr val="FFFFFF"/>
          </a:solidFill>
          <a:ln>
            <a:noFill/>
          </a:ln>
        </p:spPr>
        <p:txBody>
          <a:bodyPr anchorCtr="0" anchor="ctr" bIns="0" lIns="182875" spcFirstLastPara="1" rIns="91425" wrap="square" tIns="0">
            <a:noAutofit/>
          </a:bodyPr>
          <a:lstStyle/>
          <a:p>
            <a:pPr indent="0" lvl="0" marL="0" rtl="0" algn="l">
              <a:lnSpc>
                <a:spcPct val="110000"/>
              </a:lnSpc>
              <a:spcBef>
                <a:spcPts val="500"/>
              </a:spcBef>
              <a:spcAft>
                <a:spcPts val="500"/>
              </a:spcAft>
              <a:buNone/>
            </a:pPr>
            <a:r>
              <a:t/>
            </a:r>
            <a:endParaRPr b="1">
              <a:solidFill>
                <a:srgbClr val="272832"/>
              </a:solidFill>
              <a:latin typeface="Roboto Mono"/>
              <a:ea typeface="Roboto Mono"/>
              <a:cs typeface="Roboto Mono"/>
              <a:sym typeface="Roboto Mono"/>
            </a:endParaRPr>
          </a:p>
        </p:txBody>
      </p:sp>
      <p:sp>
        <p:nvSpPr>
          <p:cNvPr id="316" name="Google Shape;316;p39"/>
          <p:cNvSpPr/>
          <p:nvPr/>
        </p:nvSpPr>
        <p:spPr>
          <a:xfrm>
            <a:off x="427200" y="2367864"/>
            <a:ext cx="2619900" cy="528900"/>
          </a:xfrm>
          <a:prstGeom prst="roundRect">
            <a:avLst>
              <a:gd fmla="val 16667" name="adj"/>
            </a:avLst>
          </a:prstGeom>
          <a:solidFill>
            <a:srgbClr val="FFFFFF"/>
          </a:solidFill>
          <a:ln>
            <a:noFill/>
          </a:ln>
        </p:spPr>
        <p:txBody>
          <a:bodyPr anchorCtr="0" anchor="ctr" bIns="0" lIns="182875" spcFirstLastPara="1" rIns="91425" wrap="square" tIns="0">
            <a:noAutofit/>
          </a:bodyPr>
          <a:lstStyle/>
          <a:p>
            <a:pPr indent="0" lvl="0" marL="0" rtl="0" algn="l">
              <a:lnSpc>
                <a:spcPct val="110000"/>
              </a:lnSpc>
              <a:spcBef>
                <a:spcPts val="500"/>
              </a:spcBef>
              <a:spcAft>
                <a:spcPts val="500"/>
              </a:spcAft>
              <a:buNone/>
            </a:pPr>
            <a:r>
              <a:t/>
            </a:r>
            <a:endParaRPr b="1">
              <a:solidFill>
                <a:srgbClr val="272832"/>
              </a:solidFill>
              <a:latin typeface="Roboto Mono"/>
              <a:ea typeface="Roboto Mono"/>
              <a:cs typeface="Roboto Mono"/>
              <a:sym typeface="Roboto Mono"/>
            </a:endParaRPr>
          </a:p>
        </p:txBody>
      </p:sp>
      <p:sp>
        <p:nvSpPr>
          <p:cNvPr id="317" name="Google Shape;317;p39"/>
          <p:cNvSpPr txBox="1"/>
          <p:nvPr>
            <p:ph type="title"/>
          </p:nvPr>
        </p:nvSpPr>
        <p:spPr>
          <a:xfrm>
            <a:off x="419800" y="425877"/>
            <a:ext cx="4584900" cy="92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318" name="Google Shape;318;p39"/>
          <p:cNvSpPr/>
          <p:nvPr/>
        </p:nvSpPr>
        <p:spPr>
          <a:xfrm>
            <a:off x="3254325" y="1658100"/>
            <a:ext cx="5461200" cy="2676300"/>
          </a:xfrm>
          <a:prstGeom prst="roundRect">
            <a:avLst>
              <a:gd fmla="val 2881"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19" name="Google Shape;319;p39"/>
          <p:cNvSpPr txBox="1"/>
          <p:nvPr>
            <p:ph idx="2" type="title"/>
          </p:nvPr>
        </p:nvSpPr>
        <p:spPr>
          <a:xfrm>
            <a:off x="595650" y="1810950"/>
            <a:ext cx="2264700" cy="2136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400"/>
              <a:buFont typeface="Roboto Mono Medium"/>
              <a:buNone/>
              <a:defRPr b="0" sz="1300">
                <a:latin typeface="Roboto Mono Medium"/>
                <a:ea typeface="Roboto Mono Medium"/>
                <a:cs typeface="Roboto Mono Medium"/>
                <a:sym typeface="Roboto Mono Medium"/>
              </a:defRPr>
            </a:lvl1pPr>
            <a:lvl2pPr lvl="1"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2pPr>
            <a:lvl3pPr lvl="2"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3pPr>
            <a:lvl4pPr lvl="3"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4pPr>
            <a:lvl5pPr lvl="4"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5pPr>
            <a:lvl6pPr lvl="5"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6pPr>
            <a:lvl7pPr lvl="6"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7pPr>
            <a:lvl8pPr lvl="7"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8pPr>
            <a:lvl9pPr lvl="8"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9pPr>
          </a:lstStyle>
          <a:p/>
        </p:txBody>
      </p:sp>
      <p:sp>
        <p:nvSpPr>
          <p:cNvPr id="320" name="Google Shape;320;p39"/>
          <p:cNvSpPr txBox="1"/>
          <p:nvPr>
            <p:ph idx="3" type="title"/>
          </p:nvPr>
        </p:nvSpPr>
        <p:spPr>
          <a:xfrm>
            <a:off x="595650" y="2525513"/>
            <a:ext cx="2264700" cy="2136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400"/>
              <a:buFont typeface="Roboto Mono Medium"/>
              <a:buNone/>
              <a:defRPr b="0" sz="1300">
                <a:latin typeface="Roboto Mono Medium"/>
                <a:ea typeface="Roboto Mono Medium"/>
                <a:cs typeface="Roboto Mono Medium"/>
                <a:sym typeface="Roboto Mono Medium"/>
              </a:defRPr>
            </a:lvl1pPr>
            <a:lvl2pPr lvl="1"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2pPr>
            <a:lvl3pPr lvl="2"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3pPr>
            <a:lvl4pPr lvl="3"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4pPr>
            <a:lvl5pPr lvl="4"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5pPr>
            <a:lvl6pPr lvl="5"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6pPr>
            <a:lvl7pPr lvl="6"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7pPr>
            <a:lvl8pPr lvl="7"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8pPr>
            <a:lvl9pPr lvl="8"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9pPr>
          </a:lstStyle>
          <a:p/>
        </p:txBody>
      </p:sp>
      <p:sp>
        <p:nvSpPr>
          <p:cNvPr id="321" name="Google Shape;321;p39"/>
          <p:cNvSpPr txBox="1"/>
          <p:nvPr>
            <p:ph idx="4" type="title"/>
          </p:nvPr>
        </p:nvSpPr>
        <p:spPr>
          <a:xfrm>
            <a:off x="595650" y="3240075"/>
            <a:ext cx="2264700" cy="2136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400"/>
              <a:buFont typeface="Roboto Mono Medium"/>
              <a:buNone/>
              <a:defRPr b="0" sz="1300">
                <a:latin typeface="Roboto Mono Medium"/>
                <a:ea typeface="Roboto Mono Medium"/>
                <a:cs typeface="Roboto Mono Medium"/>
                <a:sym typeface="Roboto Mono Medium"/>
              </a:defRPr>
            </a:lvl1pPr>
            <a:lvl2pPr lvl="1"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2pPr>
            <a:lvl3pPr lvl="2"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3pPr>
            <a:lvl4pPr lvl="3"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4pPr>
            <a:lvl5pPr lvl="4"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5pPr>
            <a:lvl6pPr lvl="5"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6pPr>
            <a:lvl7pPr lvl="6"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7pPr>
            <a:lvl8pPr lvl="7"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8pPr>
            <a:lvl9pPr lvl="8"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9pPr>
          </a:lstStyle>
          <a:p/>
        </p:txBody>
      </p:sp>
      <p:sp>
        <p:nvSpPr>
          <p:cNvPr id="322" name="Google Shape;322;p39"/>
          <p:cNvSpPr txBox="1"/>
          <p:nvPr>
            <p:ph idx="5" type="title"/>
          </p:nvPr>
        </p:nvSpPr>
        <p:spPr>
          <a:xfrm>
            <a:off x="595650" y="3954625"/>
            <a:ext cx="2264700" cy="2136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400"/>
              <a:buFont typeface="Roboto Mono Medium"/>
              <a:buNone/>
              <a:defRPr b="0" sz="1300">
                <a:latin typeface="Roboto Mono Medium"/>
                <a:ea typeface="Roboto Mono Medium"/>
                <a:cs typeface="Roboto Mono Medium"/>
                <a:sym typeface="Roboto Mono Medium"/>
              </a:defRPr>
            </a:lvl1pPr>
            <a:lvl2pPr lvl="1"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2pPr>
            <a:lvl3pPr lvl="2"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3pPr>
            <a:lvl4pPr lvl="3"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4pPr>
            <a:lvl5pPr lvl="4"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5pPr>
            <a:lvl6pPr lvl="5"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6pPr>
            <a:lvl7pPr lvl="6"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7pPr>
            <a:lvl8pPr lvl="7"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8pPr>
            <a:lvl9pPr lvl="8" rtl="0" algn="l">
              <a:lnSpc>
                <a:spcPct val="80000"/>
              </a:lnSpc>
              <a:spcBef>
                <a:spcPts val="0"/>
              </a:spcBef>
              <a:spcAft>
                <a:spcPts val="0"/>
              </a:spcAft>
              <a:buSzPts val="400"/>
              <a:buFont typeface="Roboto Mono Medium"/>
              <a:buNone/>
              <a:defRPr b="0" sz="2900">
                <a:latin typeface="Roboto Mono Medium"/>
                <a:ea typeface="Roboto Mono Medium"/>
                <a:cs typeface="Roboto Mono Medium"/>
                <a:sym typeface="Roboto Mono Medium"/>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 Space + Large Module">
  <p:cSld name="L Side panel + 2/3 module_2_1_2">
    <p:bg>
      <p:bgPr>
        <a:solidFill>
          <a:schemeClr val="lt2"/>
        </a:solidFill>
      </p:bgPr>
    </p:bg>
    <p:spTree>
      <p:nvGrpSpPr>
        <p:cNvPr id="323" name="Shape 323"/>
        <p:cNvGrpSpPr/>
        <p:nvPr/>
      </p:nvGrpSpPr>
      <p:grpSpPr>
        <a:xfrm>
          <a:off x="0" y="0"/>
          <a:ext cx="0" cy="0"/>
          <a:chOff x="0" y="0"/>
          <a:chExt cx="0" cy="0"/>
        </a:xfrm>
      </p:grpSpPr>
      <p:sp>
        <p:nvSpPr>
          <p:cNvPr id="324" name="Google Shape;324;p40"/>
          <p:cNvSpPr txBox="1"/>
          <p:nvPr>
            <p:ph type="title"/>
          </p:nvPr>
        </p:nvSpPr>
        <p:spPr>
          <a:xfrm>
            <a:off x="419800" y="425877"/>
            <a:ext cx="4584900" cy="92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325" name="Google Shape;325;p40"/>
          <p:cNvSpPr/>
          <p:nvPr/>
        </p:nvSpPr>
        <p:spPr>
          <a:xfrm>
            <a:off x="3254325" y="1658100"/>
            <a:ext cx="5461200" cy="2676300"/>
          </a:xfrm>
          <a:prstGeom prst="roundRect">
            <a:avLst>
              <a:gd fmla="val 2881"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Text Modules (9) + Space">
  <p:cSld name="L Side panel + 2/3 module_2_1_1">
    <p:bg>
      <p:bgPr>
        <a:solidFill>
          <a:schemeClr val="lt2"/>
        </a:solidFill>
      </p:bgPr>
    </p:bg>
    <p:spTree>
      <p:nvGrpSpPr>
        <p:cNvPr id="326" name="Shape 326"/>
        <p:cNvGrpSpPr/>
        <p:nvPr/>
      </p:nvGrpSpPr>
      <p:grpSpPr>
        <a:xfrm>
          <a:off x="0" y="0"/>
          <a:ext cx="0" cy="0"/>
          <a:chOff x="0" y="0"/>
          <a:chExt cx="0" cy="0"/>
        </a:xfrm>
      </p:grpSpPr>
      <p:sp>
        <p:nvSpPr>
          <p:cNvPr id="327" name="Google Shape;327;p41"/>
          <p:cNvSpPr txBox="1"/>
          <p:nvPr>
            <p:ph type="title"/>
          </p:nvPr>
        </p:nvSpPr>
        <p:spPr>
          <a:xfrm>
            <a:off x="419800" y="425876"/>
            <a:ext cx="4584900" cy="272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328" name="Google Shape;328;p41"/>
          <p:cNvSpPr/>
          <p:nvPr>
            <p:ph idx="1" type="body"/>
          </p:nvPr>
        </p:nvSpPr>
        <p:spPr>
          <a:xfrm>
            <a:off x="419825" y="820075"/>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29" name="Google Shape;329;p41"/>
          <p:cNvSpPr txBox="1"/>
          <p:nvPr>
            <p:ph idx="2" type="title"/>
          </p:nvPr>
        </p:nvSpPr>
        <p:spPr>
          <a:xfrm>
            <a:off x="575350" y="1116175"/>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30" name="Google Shape;330;p41"/>
          <p:cNvSpPr/>
          <p:nvPr>
            <p:ph idx="3" type="body"/>
          </p:nvPr>
        </p:nvSpPr>
        <p:spPr>
          <a:xfrm>
            <a:off x="419825" y="2059875"/>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31" name="Google Shape;331;p41"/>
          <p:cNvSpPr txBox="1"/>
          <p:nvPr>
            <p:ph idx="4" type="title"/>
          </p:nvPr>
        </p:nvSpPr>
        <p:spPr>
          <a:xfrm>
            <a:off x="575350" y="2355975"/>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32" name="Google Shape;332;p41"/>
          <p:cNvSpPr/>
          <p:nvPr>
            <p:ph idx="5" type="body"/>
          </p:nvPr>
        </p:nvSpPr>
        <p:spPr>
          <a:xfrm>
            <a:off x="419825" y="3293300"/>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33" name="Google Shape;333;p41"/>
          <p:cNvSpPr txBox="1"/>
          <p:nvPr>
            <p:ph idx="6" type="title"/>
          </p:nvPr>
        </p:nvSpPr>
        <p:spPr>
          <a:xfrm>
            <a:off x="575350" y="3589400"/>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34" name="Google Shape;334;p41"/>
          <p:cNvSpPr/>
          <p:nvPr>
            <p:ph idx="7" type="body"/>
          </p:nvPr>
        </p:nvSpPr>
        <p:spPr>
          <a:xfrm>
            <a:off x="2544150" y="820075"/>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35" name="Google Shape;335;p41"/>
          <p:cNvSpPr txBox="1"/>
          <p:nvPr>
            <p:ph idx="8" type="title"/>
          </p:nvPr>
        </p:nvSpPr>
        <p:spPr>
          <a:xfrm>
            <a:off x="2699675" y="1116175"/>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36" name="Google Shape;336;p41"/>
          <p:cNvSpPr/>
          <p:nvPr>
            <p:ph idx="9" type="body"/>
          </p:nvPr>
        </p:nvSpPr>
        <p:spPr>
          <a:xfrm>
            <a:off x="2544150" y="2059875"/>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37" name="Google Shape;337;p41"/>
          <p:cNvSpPr txBox="1"/>
          <p:nvPr>
            <p:ph idx="13" type="title"/>
          </p:nvPr>
        </p:nvSpPr>
        <p:spPr>
          <a:xfrm>
            <a:off x="2699675" y="2355975"/>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38" name="Google Shape;338;p41"/>
          <p:cNvSpPr/>
          <p:nvPr>
            <p:ph idx="14" type="body"/>
          </p:nvPr>
        </p:nvSpPr>
        <p:spPr>
          <a:xfrm>
            <a:off x="2544150" y="3293300"/>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39" name="Google Shape;339;p41"/>
          <p:cNvSpPr txBox="1"/>
          <p:nvPr>
            <p:ph idx="15" type="title"/>
          </p:nvPr>
        </p:nvSpPr>
        <p:spPr>
          <a:xfrm>
            <a:off x="2699675" y="3589400"/>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40" name="Google Shape;340;p41"/>
          <p:cNvSpPr/>
          <p:nvPr>
            <p:ph idx="16" type="body"/>
          </p:nvPr>
        </p:nvSpPr>
        <p:spPr>
          <a:xfrm>
            <a:off x="4668475" y="820075"/>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41" name="Google Shape;341;p41"/>
          <p:cNvSpPr txBox="1"/>
          <p:nvPr>
            <p:ph idx="17" type="title"/>
          </p:nvPr>
        </p:nvSpPr>
        <p:spPr>
          <a:xfrm>
            <a:off x="4824000" y="1116175"/>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42" name="Google Shape;342;p41"/>
          <p:cNvSpPr/>
          <p:nvPr>
            <p:ph idx="18" type="body"/>
          </p:nvPr>
        </p:nvSpPr>
        <p:spPr>
          <a:xfrm>
            <a:off x="4668475" y="2059875"/>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43" name="Google Shape;343;p41"/>
          <p:cNvSpPr txBox="1"/>
          <p:nvPr>
            <p:ph idx="19" type="title"/>
          </p:nvPr>
        </p:nvSpPr>
        <p:spPr>
          <a:xfrm>
            <a:off x="4824000" y="2355975"/>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44" name="Google Shape;344;p41"/>
          <p:cNvSpPr/>
          <p:nvPr>
            <p:ph idx="20" type="body"/>
          </p:nvPr>
        </p:nvSpPr>
        <p:spPr>
          <a:xfrm>
            <a:off x="4668475" y="3293300"/>
            <a:ext cx="1922100" cy="1032600"/>
          </a:xfrm>
          <a:prstGeom prst="roundRect">
            <a:avLst>
              <a:gd fmla="val 10956" name="adj"/>
            </a:avLst>
          </a:prstGeom>
          <a:solidFill>
            <a:schemeClr val="lt1"/>
          </a:solidFill>
          <a:ln>
            <a:noFill/>
          </a:ln>
        </p:spPr>
        <p:txBody>
          <a:bodyPr anchorCtr="0" anchor="t" bIns="0" lIns="146300" spcFirstLastPara="1" rIns="146300" wrap="square" tIns="594350">
            <a:noAutofit/>
          </a:bodyPr>
          <a:lstStyle>
            <a:lvl1pPr indent="-228600" lvl="0" marL="457200" algn="l">
              <a:lnSpc>
                <a:spcPct val="100000"/>
              </a:lnSpc>
              <a:spcBef>
                <a:spcPts val="0"/>
              </a:spcBef>
              <a:spcAft>
                <a:spcPts val="0"/>
              </a:spcAft>
              <a:buClr>
                <a:schemeClr val="accent4"/>
              </a:buClr>
              <a:buSzPts val="800"/>
              <a:buFont typeface="Inter"/>
              <a:buNone/>
              <a:defRPr sz="800">
                <a:solidFill>
                  <a:schemeClr val="accent4"/>
                </a:solidFill>
              </a:defRPr>
            </a:lvl1pPr>
            <a:lvl2pPr indent="-228600" lvl="1" marL="914400" algn="l">
              <a:lnSpc>
                <a:spcPct val="100000"/>
              </a:lnSpc>
              <a:spcBef>
                <a:spcPts val="0"/>
              </a:spcBef>
              <a:spcAft>
                <a:spcPts val="0"/>
              </a:spcAft>
              <a:buClr>
                <a:schemeClr val="accent4"/>
              </a:buClr>
              <a:buSzPts val="800"/>
              <a:buFont typeface="Inter"/>
              <a:buNone/>
              <a:defRPr sz="800">
                <a:solidFill>
                  <a:schemeClr val="accent4"/>
                </a:solidFill>
              </a:defRPr>
            </a:lvl2pPr>
            <a:lvl3pPr indent="-228600" lvl="2" marL="1371600" algn="l">
              <a:lnSpc>
                <a:spcPct val="100000"/>
              </a:lnSpc>
              <a:spcBef>
                <a:spcPts val="0"/>
              </a:spcBef>
              <a:spcAft>
                <a:spcPts val="0"/>
              </a:spcAft>
              <a:buClr>
                <a:schemeClr val="accent4"/>
              </a:buClr>
              <a:buSzPts val="800"/>
              <a:buFont typeface="Inter"/>
              <a:buNone/>
              <a:defRPr sz="800">
                <a:solidFill>
                  <a:schemeClr val="accent4"/>
                </a:solidFill>
              </a:defRPr>
            </a:lvl3pPr>
            <a:lvl4pPr indent="-228600" lvl="3" marL="1828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4pPr>
            <a:lvl5pPr indent="-228600" lvl="4" marL="22860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5pPr>
            <a:lvl6pPr indent="-228600" lvl="5" marL="27432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6pPr>
            <a:lvl7pPr indent="-228600" lvl="6" marL="32004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7pPr>
            <a:lvl8pPr indent="-228600" lvl="7" marL="36576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8pPr>
            <a:lvl9pPr indent="-228600" lvl="8" marL="4114800" algn="l">
              <a:lnSpc>
                <a:spcPct val="100000"/>
              </a:lnSpc>
              <a:spcBef>
                <a:spcPts val="0"/>
              </a:spcBef>
              <a:spcAft>
                <a:spcPts val="0"/>
              </a:spcAft>
              <a:buClr>
                <a:schemeClr val="accent4"/>
              </a:buClr>
              <a:buSzPts val="800"/>
              <a:buFont typeface="Inter"/>
              <a:buNone/>
              <a:defRPr sz="800">
                <a:solidFill>
                  <a:schemeClr val="accent4"/>
                </a:solidFill>
                <a:latin typeface="Inter"/>
                <a:ea typeface="Inter"/>
                <a:cs typeface="Inter"/>
                <a:sym typeface="Inter"/>
              </a:defRPr>
            </a:lvl9pPr>
          </a:lstStyle>
          <a:p/>
        </p:txBody>
      </p:sp>
      <p:sp>
        <p:nvSpPr>
          <p:cNvPr id="345" name="Google Shape;345;p41"/>
          <p:cNvSpPr txBox="1"/>
          <p:nvPr>
            <p:ph idx="21" type="title"/>
          </p:nvPr>
        </p:nvSpPr>
        <p:spPr>
          <a:xfrm>
            <a:off x="4824000" y="3589400"/>
            <a:ext cx="1569000" cy="348900"/>
          </a:xfrm>
          <a:prstGeom prst="rect">
            <a:avLst/>
          </a:prstGeom>
        </p:spPr>
        <p:txBody>
          <a:bodyPr anchorCtr="0" anchor="t" bIns="0" lIns="0"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Font typeface="Roboto Mono"/>
              <a:buNone/>
              <a:defRPr sz="1600">
                <a:latin typeface="Roboto Mono"/>
                <a:ea typeface="Roboto Mono"/>
                <a:cs typeface="Roboto Mono"/>
                <a:sym typeface="Roboto Mono"/>
              </a:defRPr>
            </a:lvl2pPr>
            <a:lvl3pPr lvl="2">
              <a:spcBef>
                <a:spcPts val="0"/>
              </a:spcBef>
              <a:spcAft>
                <a:spcPts val="0"/>
              </a:spcAft>
              <a:buSzPts val="1600"/>
              <a:buFont typeface="Roboto Mono"/>
              <a:buNone/>
              <a:defRPr sz="1600">
                <a:latin typeface="Roboto Mono"/>
                <a:ea typeface="Roboto Mono"/>
                <a:cs typeface="Roboto Mono"/>
                <a:sym typeface="Roboto Mono"/>
              </a:defRPr>
            </a:lvl3pPr>
            <a:lvl4pPr lvl="3">
              <a:spcBef>
                <a:spcPts val="0"/>
              </a:spcBef>
              <a:spcAft>
                <a:spcPts val="0"/>
              </a:spcAft>
              <a:buSzPts val="1600"/>
              <a:buFont typeface="Roboto Mono"/>
              <a:buNone/>
              <a:defRPr sz="1600">
                <a:latin typeface="Roboto Mono"/>
                <a:ea typeface="Roboto Mono"/>
                <a:cs typeface="Roboto Mono"/>
                <a:sym typeface="Roboto Mono"/>
              </a:defRPr>
            </a:lvl4pPr>
            <a:lvl5pPr lvl="4">
              <a:spcBef>
                <a:spcPts val="0"/>
              </a:spcBef>
              <a:spcAft>
                <a:spcPts val="0"/>
              </a:spcAft>
              <a:buSzPts val="1600"/>
              <a:buFont typeface="Roboto Mono"/>
              <a:buNone/>
              <a:defRPr sz="1600">
                <a:latin typeface="Roboto Mono"/>
                <a:ea typeface="Roboto Mono"/>
                <a:cs typeface="Roboto Mono"/>
                <a:sym typeface="Roboto Mono"/>
              </a:defRPr>
            </a:lvl5pPr>
            <a:lvl6pPr lvl="5">
              <a:spcBef>
                <a:spcPts val="0"/>
              </a:spcBef>
              <a:spcAft>
                <a:spcPts val="0"/>
              </a:spcAft>
              <a:buSzPts val="1600"/>
              <a:buFont typeface="Roboto Mono"/>
              <a:buNone/>
              <a:defRPr sz="1600">
                <a:latin typeface="Roboto Mono"/>
                <a:ea typeface="Roboto Mono"/>
                <a:cs typeface="Roboto Mono"/>
                <a:sym typeface="Roboto Mono"/>
              </a:defRPr>
            </a:lvl6pPr>
            <a:lvl7pPr lvl="6">
              <a:spcBef>
                <a:spcPts val="0"/>
              </a:spcBef>
              <a:spcAft>
                <a:spcPts val="0"/>
              </a:spcAft>
              <a:buSzPts val="1600"/>
              <a:buFont typeface="Roboto Mono"/>
              <a:buNone/>
              <a:defRPr sz="1600">
                <a:latin typeface="Roboto Mono"/>
                <a:ea typeface="Roboto Mono"/>
                <a:cs typeface="Roboto Mono"/>
                <a:sym typeface="Roboto Mono"/>
              </a:defRPr>
            </a:lvl7pPr>
            <a:lvl8pPr lvl="7">
              <a:spcBef>
                <a:spcPts val="0"/>
              </a:spcBef>
              <a:spcAft>
                <a:spcPts val="0"/>
              </a:spcAft>
              <a:buSzPts val="1600"/>
              <a:buFont typeface="Roboto Mono"/>
              <a:buNone/>
              <a:defRPr sz="1600">
                <a:latin typeface="Roboto Mono"/>
                <a:ea typeface="Roboto Mono"/>
                <a:cs typeface="Roboto Mono"/>
                <a:sym typeface="Roboto Mono"/>
              </a:defRPr>
            </a:lvl8pPr>
            <a:lvl9pPr lvl="8">
              <a:spcBef>
                <a:spcPts val="0"/>
              </a:spcBef>
              <a:spcAft>
                <a:spcPts val="0"/>
              </a:spcAft>
              <a:buSzPts val="1600"/>
              <a:buFont typeface="Roboto Mono"/>
              <a:buNone/>
              <a:defRPr sz="1600">
                <a:latin typeface="Roboto Mono"/>
                <a:ea typeface="Roboto Mono"/>
                <a:cs typeface="Roboto Mono"/>
                <a:sym typeface="Roboto Mono"/>
              </a:defRPr>
            </a:lvl9pPr>
          </a:lstStyle>
          <a:p/>
        </p:txBody>
      </p:sp>
      <p:sp>
        <p:nvSpPr>
          <p:cNvPr id="346" name="Google Shape;346;p41"/>
          <p:cNvSpPr txBox="1"/>
          <p:nvPr>
            <p:ph idx="12" type="sldNum"/>
          </p:nvPr>
        </p:nvSpPr>
        <p:spPr>
          <a:xfrm>
            <a:off x="388850" y="4643277"/>
            <a:ext cx="182400" cy="96300"/>
          </a:xfrm>
          <a:prstGeom prst="rect">
            <a:avLst/>
          </a:prstGeom>
          <a:noFill/>
          <a:ln>
            <a:noFill/>
          </a:ln>
        </p:spPr>
        <p:txBody>
          <a:bodyPr anchorCtr="0" anchor="t" bIns="91425" lIns="91425" spcFirstLastPara="1" rIns="91425" wrap="square" tIns="91425">
            <a:no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ide Content Modules (4)">
  <p:cSld name="CUSTOM_1_1_1">
    <p:spTree>
      <p:nvGrpSpPr>
        <p:cNvPr id="347" name="Shape 347"/>
        <p:cNvGrpSpPr/>
        <p:nvPr/>
      </p:nvGrpSpPr>
      <p:grpSpPr>
        <a:xfrm>
          <a:off x="0" y="0"/>
          <a:ext cx="0" cy="0"/>
          <a:chOff x="0" y="0"/>
          <a:chExt cx="0" cy="0"/>
        </a:xfrm>
      </p:grpSpPr>
      <p:sp>
        <p:nvSpPr>
          <p:cNvPr id="348" name="Google Shape;348;p42"/>
          <p:cNvSpPr/>
          <p:nvPr>
            <p:ph idx="1" type="body"/>
          </p:nvPr>
        </p:nvSpPr>
        <p:spPr>
          <a:xfrm>
            <a:off x="6085725" y="425875"/>
            <a:ext cx="2629800" cy="1844700"/>
          </a:xfrm>
          <a:prstGeom prst="roundRect">
            <a:avLst>
              <a:gd fmla="val 4268" name="adj"/>
            </a:avLst>
          </a:prstGeom>
          <a:solidFill>
            <a:schemeClr val="lt1"/>
          </a:solidFill>
          <a:ln>
            <a:noFill/>
          </a:ln>
        </p:spPr>
        <p:txBody>
          <a:bodyPr anchorCtr="0" anchor="t" bIns="144000" lIns="144000" spcFirstLastPara="1" rIns="108000" wrap="square" tIns="43200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349" name="Google Shape;349;p42"/>
          <p:cNvSpPr/>
          <p:nvPr>
            <p:ph idx="2" type="body"/>
          </p:nvPr>
        </p:nvSpPr>
        <p:spPr>
          <a:xfrm>
            <a:off x="6085725" y="2481150"/>
            <a:ext cx="2629800" cy="1844700"/>
          </a:xfrm>
          <a:prstGeom prst="roundRect">
            <a:avLst>
              <a:gd fmla="val 4268" name="adj"/>
            </a:avLst>
          </a:prstGeom>
          <a:solidFill>
            <a:schemeClr val="lt1"/>
          </a:solidFill>
          <a:ln>
            <a:noFill/>
          </a:ln>
        </p:spPr>
        <p:txBody>
          <a:bodyPr anchorCtr="0" anchor="t" bIns="144000" lIns="144000" spcFirstLastPara="1" rIns="108000" wrap="square" tIns="43200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350" name="Google Shape;350;p42"/>
          <p:cNvSpPr txBox="1"/>
          <p:nvPr>
            <p:ph type="title"/>
          </p:nvPr>
        </p:nvSpPr>
        <p:spPr>
          <a:xfrm>
            <a:off x="419801" y="425875"/>
            <a:ext cx="2629800" cy="1010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351" name="Google Shape;351;p42"/>
          <p:cNvSpPr txBox="1"/>
          <p:nvPr>
            <p:ph idx="3" type="body"/>
          </p:nvPr>
        </p:nvSpPr>
        <p:spPr>
          <a:xfrm>
            <a:off x="6256975" y="565675"/>
            <a:ext cx="2277900" cy="29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352" name="Google Shape;352;p42"/>
          <p:cNvSpPr txBox="1"/>
          <p:nvPr>
            <p:ph idx="4" type="body"/>
          </p:nvPr>
        </p:nvSpPr>
        <p:spPr>
          <a:xfrm>
            <a:off x="6256975" y="2620950"/>
            <a:ext cx="2277900" cy="29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353" name="Google Shape;353;p42"/>
          <p:cNvSpPr/>
          <p:nvPr>
            <p:ph idx="5" type="body"/>
          </p:nvPr>
        </p:nvSpPr>
        <p:spPr>
          <a:xfrm>
            <a:off x="3254325" y="425875"/>
            <a:ext cx="2629800" cy="1844700"/>
          </a:xfrm>
          <a:prstGeom prst="roundRect">
            <a:avLst>
              <a:gd fmla="val 4268" name="adj"/>
            </a:avLst>
          </a:prstGeom>
          <a:solidFill>
            <a:schemeClr val="lt1"/>
          </a:solidFill>
          <a:ln>
            <a:noFill/>
          </a:ln>
        </p:spPr>
        <p:txBody>
          <a:bodyPr anchorCtr="0" anchor="t" bIns="144000" lIns="144000" spcFirstLastPara="1" rIns="108000" wrap="square" tIns="43200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354" name="Google Shape;354;p42"/>
          <p:cNvSpPr/>
          <p:nvPr>
            <p:ph idx="6" type="body"/>
          </p:nvPr>
        </p:nvSpPr>
        <p:spPr>
          <a:xfrm>
            <a:off x="3254325" y="2481150"/>
            <a:ext cx="2629800" cy="1844700"/>
          </a:xfrm>
          <a:prstGeom prst="roundRect">
            <a:avLst>
              <a:gd fmla="val 4268" name="adj"/>
            </a:avLst>
          </a:prstGeom>
          <a:solidFill>
            <a:schemeClr val="lt1"/>
          </a:solidFill>
          <a:ln>
            <a:noFill/>
          </a:ln>
        </p:spPr>
        <p:txBody>
          <a:bodyPr anchorCtr="0" anchor="t" bIns="144000" lIns="144000" spcFirstLastPara="1" rIns="108000" wrap="square" tIns="432000">
            <a:noAutofit/>
          </a:bodyPr>
          <a:lstStyle>
            <a:lvl1pPr indent="-228600" lvl="0" marL="457200" algn="l">
              <a:lnSpc>
                <a:spcPct val="110000"/>
              </a:lnSpc>
              <a:spcBef>
                <a:spcPts val="0"/>
              </a:spcBef>
              <a:spcAft>
                <a:spcPts val="0"/>
              </a:spcAft>
              <a:buSzPts val="900"/>
              <a:buFont typeface="Inter"/>
              <a:buNone/>
              <a:defRPr/>
            </a:lvl1pPr>
            <a:lvl2pPr indent="-228600" lvl="1" marL="914400" algn="l">
              <a:lnSpc>
                <a:spcPct val="110000"/>
              </a:lnSpc>
              <a:spcBef>
                <a:spcPts val="0"/>
              </a:spcBef>
              <a:spcAft>
                <a:spcPts val="0"/>
              </a:spcAft>
              <a:buSzPts val="900"/>
              <a:buFont typeface="Inter"/>
              <a:buNone/>
              <a:defRPr sz="900"/>
            </a:lvl2pPr>
            <a:lvl3pPr indent="-228600" lvl="2" marL="1371600" algn="l">
              <a:lnSpc>
                <a:spcPct val="110000"/>
              </a:lnSpc>
              <a:spcBef>
                <a:spcPts val="0"/>
              </a:spcBef>
              <a:spcAft>
                <a:spcPts val="0"/>
              </a:spcAft>
              <a:buSzPts val="900"/>
              <a:buFont typeface="Inter"/>
              <a:buNone/>
              <a:defRPr sz="900"/>
            </a:lvl3pPr>
            <a:lvl4pPr indent="-228600" lvl="3" marL="1828800" algn="l">
              <a:lnSpc>
                <a:spcPct val="110000"/>
              </a:lnSpc>
              <a:spcBef>
                <a:spcPts val="0"/>
              </a:spcBef>
              <a:spcAft>
                <a:spcPts val="0"/>
              </a:spcAft>
              <a:buSzPts val="900"/>
              <a:buFont typeface="Inter"/>
              <a:buNone/>
              <a:defRPr sz="900">
                <a:latin typeface="Inter"/>
                <a:ea typeface="Inter"/>
                <a:cs typeface="Inter"/>
                <a:sym typeface="Inter"/>
              </a:defRPr>
            </a:lvl4pPr>
            <a:lvl5pPr indent="-228600" lvl="4" marL="2286000" algn="l">
              <a:lnSpc>
                <a:spcPct val="110000"/>
              </a:lnSpc>
              <a:spcBef>
                <a:spcPts val="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0"/>
              </a:spcBef>
              <a:spcAft>
                <a:spcPts val="0"/>
              </a:spcAft>
              <a:buSzPts val="900"/>
              <a:buFont typeface="Inter"/>
              <a:buNone/>
              <a:defRPr sz="900">
                <a:latin typeface="Inter"/>
                <a:ea typeface="Inter"/>
                <a:cs typeface="Inter"/>
                <a:sym typeface="Inter"/>
              </a:defRPr>
            </a:lvl6pPr>
            <a:lvl7pPr indent="-228600" lvl="6" marL="3200400" algn="l">
              <a:lnSpc>
                <a:spcPct val="110000"/>
              </a:lnSpc>
              <a:spcBef>
                <a:spcPts val="0"/>
              </a:spcBef>
              <a:spcAft>
                <a:spcPts val="0"/>
              </a:spcAft>
              <a:buSzPts val="900"/>
              <a:buFont typeface="Inter"/>
              <a:buNone/>
              <a:defRPr>
                <a:latin typeface="Inter"/>
                <a:ea typeface="Inter"/>
                <a:cs typeface="Inter"/>
                <a:sym typeface="Inter"/>
              </a:defRPr>
            </a:lvl7pPr>
            <a:lvl8pPr indent="-228600" lvl="7" marL="3657600" algn="l">
              <a:lnSpc>
                <a:spcPct val="110000"/>
              </a:lnSpc>
              <a:spcBef>
                <a:spcPts val="0"/>
              </a:spcBef>
              <a:spcAft>
                <a:spcPts val="0"/>
              </a:spcAft>
              <a:buSzPts val="900"/>
              <a:buFont typeface="Inter"/>
              <a:buNone/>
              <a:defRPr sz="900">
                <a:latin typeface="Inter"/>
                <a:ea typeface="Inter"/>
                <a:cs typeface="Inter"/>
                <a:sym typeface="Inter"/>
              </a:defRPr>
            </a:lvl8pPr>
            <a:lvl9pPr indent="-228600" lvl="8" marL="4114800" algn="l">
              <a:lnSpc>
                <a:spcPct val="110000"/>
              </a:lnSpc>
              <a:spcBef>
                <a:spcPts val="0"/>
              </a:spcBef>
              <a:spcAft>
                <a:spcPts val="0"/>
              </a:spcAft>
              <a:buSzPts val="900"/>
              <a:buFont typeface="Inter"/>
              <a:buNone/>
              <a:defRPr sz="900">
                <a:latin typeface="Inter"/>
                <a:ea typeface="Inter"/>
                <a:cs typeface="Inter"/>
                <a:sym typeface="Inter"/>
              </a:defRPr>
            </a:lvl9pPr>
          </a:lstStyle>
          <a:p/>
        </p:txBody>
      </p:sp>
      <p:sp>
        <p:nvSpPr>
          <p:cNvPr id="355" name="Google Shape;355;p42"/>
          <p:cNvSpPr txBox="1"/>
          <p:nvPr>
            <p:ph idx="7" type="body"/>
          </p:nvPr>
        </p:nvSpPr>
        <p:spPr>
          <a:xfrm>
            <a:off x="3425575" y="565675"/>
            <a:ext cx="2277900" cy="29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356" name="Google Shape;356;p42"/>
          <p:cNvSpPr txBox="1"/>
          <p:nvPr>
            <p:ph idx="8" type="body"/>
          </p:nvPr>
        </p:nvSpPr>
        <p:spPr>
          <a:xfrm>
            <a:off x="3425575" y="2620950"/>
            <a:ext cx="2277900" cy="29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Blue Module + Content Modules (2)">
  <p:cSld name="CUSTOM_1_1_1_2">
    <p:spTree>
      <p:nvGrpSpPr>
        <p:cNvPr id="357" name="Shape 357"/>
        <p:cNvGrpSpPr/>
        <p:nvPr/>
      </p:nvGrpSpPr>
      <p:grpSpPr>
        <a:xfrm>
          <a:off x="0" y="0"/>
          <a:ext cx="0" cy="0"/>
          <a:chOff x="0" y="0"/>
          <a:chExt cx="0" cy="0"/>
        </a:xfrm>
      </p:grpSpPr>
      <p:sp>
        <p:nvSpPr>
          <p:cNvPr id="358" name="Google Shape;358;p43"/>
          <p:cNvSpPr/>
          <p:nvPr>
            <p:ph idx="1" type="body"/>
          </p:nvPr>
        </p:nvSpPr>
        <p:spPr>
          <a:xfrm>
            <a:off x="6085725" y="425875"/>
            <a:ext cx="2629800" cy="3900000"/>
          </a:xfrm>
          <a:prstGeom prst="roundRect">
            <a:avLst>
              <a:gd fmla="val 4268" name="adj"/>
            </a:avLst>
          </a:prstGeom>
          <a:solidFill>
            <a:schemeClr val="lt1"/>
          </a:solidFill>
          <a:ln>
            <a:noFill/>
          </a:ln>
        </p:spPr>
        <p:txBody>
          <a:bodyPr anchorCtr="0" anchor="t" bIns="182875" lIns="182875" spcFirstLastPara="1" rIns="182875" wrap="square" tIns="246875">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359" name="Google Shape;359;p43"/>
          <p:cNvSpPr/>
          <p:nvPr>
            <p:ph idx="2" type="body"/>
          </p:nvPr>
        </p:nvSpPr>
        <p:spPr>
          <a:xfrm>
            <a:off x="3254325" y="425875"/>
            <a:ext cx="2629800" cy="3900000"/>
          </a:xfrm>
          <a:prstGeom prst="roundRect">
            <a:avLst>
              <a:gd fmla="val 4268" name="adj"/>
            </a:avLst>
          </a:prstGeom>
          <a:solidFill>
            <a:schemeClr val="lt1"/>
          </a:solidFill>
          <a:ln>
            <a:noFill/>
          </a:ln>
        </p:spPr>
        <p:txBody>
          <a:bodyPr anchorCtr="0" anchor="t" bIns="182875" lIns="182875" spcFirstLastPara="1" rIns="182875" wrap="square" tIns="246875">
            <a:noAutofit/>
          </a:bodyPr>
          <a:lstStyle>
            <a:lvl1pPr indent="-228600" lvl="0" marL="457200" algn="l">
              <a:lnSpc>
                <a:spcPct val="110000"/>
              </a:lnSpc>
              <a:spcBef>
                <a:spcPts val="0"/>
              </a:spcBef>
              <a:spcAft>
                <a:spcPts val="0"/>
              </a:spcAft>
              <a:buSzPts val="1400"/>
              <a:buFont typeface="Inter"/>
              <a:buNone/>
              <a:defRPr sz="1400"/>
            </a:lvl1pPr>
            <a:lvl2pPr indent="-228600" lvl="1" marL="914400" algn="l">
              <a:lnSpc>
                <a:spcPct val="110000"/>
              </a:lnSpc>
              <a:spcBef>
                <a:spcPts val="0"/>
              </a:spcBef>
              <a:spcAft>
                <a:spcPts val="0"/>
              </a:spcAft>
              <a:buSzPts val="1400"/>
              <a:buFont typeface="Inter"/>
              <a:buNone/>
              <a:defRPr sz="1400"/>
            </a:lvl2pPr>
            <a:lvl3pPr indent="-228600" lvl="2" marL="1371600" algn="l">
              <a:lnSpc>
                <a:spcPct val="110000"/>
              </a:lnSpc>
              <a:spcBef>
                <a:spcPts val="0"/>
              </a:spcBef>
              <a:spcAft>
                <a:spcPts val="0"/>
              </a:spcAft>
              <a:buSzPts val="1400"/>
              <a:buFont typeface="Inter"/>
              <a:buNone/>
              <a:defRPr sz="1400"/>
            </a:lvl3pPr>
            <a:lvl4pPr indent="-228600" lvl="3" marL="1828800" algn="l">
              <a:lnSpc>
                <a:spcPct val="110000"/>
              </a:lnSpc>
              <a:spcBef>
                <a:spcPts val="0"/>
              </a:spcBef>
              <a:spcAft>
                <a:spcPts val="0"/>
              </a:spcAft>
              <a:buSzPts val="1400"/>
              <a:buFont typeface="Inter"/>
              <a:buNone/>
              <a:defRPr sz="1400">
                <a:latin typeface="Inter"/>
                <a:ea typeface="Inter"/>
                <a:cs typeface="Inter"/>
                <a:sym typeface="Inter"/>
              </a:defRPr>
            </a:lvl4pPr>
            <a:lvl5pPr indent="-228600" lvl="4" marL="2286000" algn="l">
              <a:lnSpc>
                <a:spcPct val="110000"/>
              </a:lnSpc>
              <a:spcBef>
                <a:spcPts val="0"/>
              </a:spcBef>
              <a:spcAft>
                <a:spcPts val="0"/>
              </a:spcAft>
              <a:buSzPts val="1400"/>
              <a:buFont typeface="Inter"/>
              <a:buNone/>
              <a:defRPr sz="1400">
                <a:latin typeface="Inter"/>
                <a:ea typeface="Inter"/>
                <a:cs typeface="Inter"/>
                <a:sym typeface="Inter"/>
              </a:defRPr>
            </a:lvl5pPr>
            <a:lvl6pPr indent="-228600" lvl="5" marL="2743200" algn="l">
              <a:lnSpc>
                <a:spcPct val="110000"/>
              </a:lnSpc>
              <a:spcBef>
                <a:spcPts val="0"/>
              </a:spcBef>
              <a:spcAft>
                <a:spcPts val="0"/>
              </a:spcAft>
              <a:buSzPts val="1400"/>
              <a:buFont typeface="Inter"/>
              <a:buNone/>
              <a:defRPr sz="1400">
                <a:latin typeface="Inter"/>
                <a:ea typeface="Inter"/>
                <a:cs typeface="Inter"/>
                <a:sym typeface="Inter"/>
              </a:defRPr>
            </a:lvl6pPr>
            <a:lvl7pPr indent="-228600" lvl="6" marL="3200400" algn="l">
              <a:lnSpc>
                <a:spcPct val="110000"/>
              </a:lnSpc>
              <a:spcBef>
                <a:spcPts val="0"/>
              </a:spcBef>
              <a:spcAft>
                <a:spcPts val="0"/>
              </a:spcAft>
              <a:buSzPts val="1400"/>
              <a:buFont typeface="Inter"/>
              <a:buNone/>
              <a:defRPr sz="1400">
                <a:latin typeface="Inter"/>
                <a:ea typeface="Inter"/>
                <a:cs typeface="Inter"/>
                <a:sym typeface="Inter"/>
              </a:defRPr>
            </a:lvl7pPr>
            <a:lvl8pPr indent="-228600" lvl="7" marL="3657600" algn="l">
              <a:lnSpc>
                <a:spcPct val="110000"/>
              </a:lnSpc>
              <a:spcBef>
                <a:spcPts val="0"/>
              </a:spcBef>
              <a:spcAft>
                <a:spcPts val="0"/>
              </a:spcAft>
              <a:buSzPts val="1400"/>
              <a:buFont typeface="Inter"/>
              <a:buNone/>
              <a:defRPr sz="1400">
                <a:latin typeface="Inter"/>
                <a:ea typeface="Inter"/>
                <a:cs typeface="Inter"/>
                <a:sym typeface="Inter"/>
              </a:defRPr>
            </a:lvl8pPr>
            <a:lvl9pPr indent="-228600" lvl="8" marL="4114800" algn="l">
              <a:lnSpc>
                <a:spcPct val="110000"/>
              </a:lnSpc>
              <a:spcBef>
                <a:spcPts val="0"/>
              </a:spcBef>
              <a:spcAft>
                <a:spcPts val="0"/>
              </a:spcAft>
              <a:buSzPts val="1400"/>
              <a:buFont typeface="Inter"/>
              <a:buNone/>
              <a:defRPr sz="1400">
                <a:latin typeface="Inter"/>
                <a:ea typeface="Inter"/>
                <a:cs typeface="Inter"/>
                <a:sym typeface="Inter"/>
              </a:defRPr>
            </a:lvl9pPr>
          </a:lstStyle>
          <a:p/>
        </p:txBody>
      </p:sp>
      <p:sp>
        <p:nvSpPr>
          <p:cNvPr id="360" name="Google Shape;360;p43"/>
          <p:cNvSpPr/>
          <p:nvPr/>
        </p:nvSpPr>
        <p:spPr>
          <a:xfrm>
            <a:off x="419825" y="425875"/>
            <a:ext cx="2629800" cy="1343700"/>
          </a:xfrm>
          <a:prstGeom prst="roundRect">
            <a:avLst>
              <a:gd fmla="val 4268" name="adj"/>
            </a:avLst>
          </a:prstGeom>
          <a:solidFill>
            <a:srgbClr val="1869FF"/>
          </a:solidFill>
          <a:ln>
            <a:noFill/>
          </a:ln>
        </p:spPr>
        <p:txBody>
          <a:bodyPr anchorCtr="0" anchor="t" bIns="91425" lIns="182875" spcFirstLastPara="1" rIns="182875" wrap="square" tIns="182875">
            <a:noAutofit/>
          </a:bodyPr>
          <a:lstStyle/>
          <a:p>
            <a:pPr indent="0" lvl="0" marL="0" rtl="0" algn="l">
              <a:lnSpc>
                <a:spcPct val="110000"/>
              </a:lnSpc>
              <a:spcBef>
                <a:spcPts val="0"/>
              </a:spcBef>
              <a:spcAft>
                <a:spcPts val="0"/>
              </a:spcAft>
              <a:buNone/>
            </a:pPr>
            <a:r>
              <a:t/>
            </a:r>
            <a:endParaRPr b="1" sz="1700">
              <a:solidFill>
                <a:srgbClr val="FFFFFF"/>
              </a:solidFill>
              <a:latin typeface="Roboto Mono"/>
              <a:ea typeface="Roboto Mono"/>
              <a:cs typeface="Roboto Mono"/>
              <a:sym typeface="Roboto Mono"/>
            </a:endParaRPr>
          </a:p>
        </p:txBody>
      </p:sp>
      <p:sp>
        <p:nvSpPr>
          <p:cNvPr id="361" name="Google Shape;361;p43"/>
          <p:cNvSpPr txBox="1"/>
          <p:nvPr>
            <p:ph type="title"/>
          </p:nvPr>
        </p:nvSpPr>
        <p:spPr>
          <a:xfrm>
            <a:off x="572201" y="592375"/>
            <a:ext cx="2629800" cy="1010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700"/>
              <a:buNone/>
              <a:defRPr>
                <a:solidFill>
                  <a:schemeClr val="lt1"/>
                </a:solidFill>
              </a:defRPr>
            </a:lvl1pPr>
            <a:lvl2pPr lvl="1" algn="l">
              <a:lnSpc>
                <a:spcPct val="80000"/>
              </a:lnSpc>
              <a:spcBef>
                <a:spcPts val="0"/>
              </a:spcBef>
              <a:spcAft>
                <a:spcPts val="0"/>
              </a:spcAft>
              <a:buClr>
                <a:schemeClr val="lt1"/>
              </a:buClr>
              <a:buSzPts val="700"/>
              <a:buNone/>
              <a:defRPr>
                <a:solidFill>
                  <a:schemeClr val="lt1"/>
                </a:solidFill>
              </a:defRPr>
            </a:lvl2pPr>
            <a:lvl3pPr lvl="2" algn="l">
              <a:lnSpc>
                <a:spcPct val="80000"/>
              </a:lnSpc>
              <a:spcBef>
                <a:spcPts val="0"/>
              </a:spcBef>
              <a:spcAft>
                <a:spcPts val="0"/>
              </a:spcAft>
              <a:buClr>
                <a:schemeClr val="lt1"/>
              </a:buClr>
              <a:buSzPts val="700"/>
              <a:buNone/>
              <a:defRPr>
                <a:solidFill>
                  <a:schemeClr val="lt1"/>
                </a:solidFill>
              </a:defRPr>
            </a:lvl3pPr>
            <a:lvl4pPr lvl="3" algn="l">
              <a:lnSpc>
                <a:spcPct val="80000"/>
              </a:lnSpc>
              <a:spcBef>
                <a:spcPts val="0"/>
              </a:spcBef>
              <a:spcAft>
                <a:spcPts val="0"/>
              </a:spcAft>
              <a:buClr>
                <a:schemeClr val="lt1"/>
              </a:buClr>
              <a:buSzPts val="700"/>
              <a:buNone/>
              <a:defRPr>
                <a:solidFill>
                  <a:schemeClr val="lt1"/>
                </a:solidFill>
              </a:defRPr>
            </a:lvl4pPr>
            <a:lvl5pPr lvl="4" algn="l">
              <a:lnSpc>
                <a:spcPct val="80000"/>
              </a:lnSpc>
              <a:spcBef>
                <a:spcPts val="0"/>
              </a:spcBef>
              <a:spcAft>
                <a:spcPts val="0"/>
              </a:spcAft>
              <a:buClr>
                <a:schemeClr val="lt1"/>
              </a:buClr>
              <a:buSzPts val="700"/>
              <a:buNone/>
              <a:defRPr>
                <a:solidFill>
                  <a:schemeClr val="lt1"/>
                </a:solidFill>
              </a:defRPr>
            </a:lvl5pPr>
            <a:lvl6pPr lvl="5" algn="l">
              <a:lnSpc>
                <a:spcPct val="80000"/>
              </a:lnSpc>
              <a:spcBef>
                <a:spcPts val="0"/>
              </a:spcBef>
              <a:spcAft>
                <a:spcPts val="0"/>
              </a:spcAft>
              <a:buClr>
                <a:schemeClr val="lt1"/>
              </a:buClr>
              <a:buSzPts val="700"/>
              <a:buNone/>
              <a:defRPr>
                <a:solidFill>
                  <a:schemeClr val="lt1"/>
                </a:solidFill>
              </a:defRPr>
            </a:lvl6pPr>
            <a:lvl7pPr lvl="6" algn="l">
              <a:lnSpc>
                <a:spcPct val="80000"/>
              </a:lnSpc>
              <a:spcBef>
                <a:spcPts val="0"/>
              </a:spcBef>
              <a:spcAft>
                <a:spcPts val="0"/>
              </a:spcAft>
              <a:buClr>
                <a:schemeClr val="lt1"/>
              </a:buClr>
              <a:buSzPts val="700"/>
              <a:buNone/>
              <a:defRPr>
                <a:solidFill>
                  <a:schemeClr val="lt1"/>
                </a:solidFill>
              </a:defRPr>
            </a:lvl7pPr>
            <a:lvl8pPr lvl="7" algn="l">
              <a:lnSpc>
                <a:spcPct val="80000"/>
              </a:lnSpc>
              <a:spcBef>
                <a:spcPts val="0"/>
              </a:spcBef>
              <a:spcAft>
                <a:spcPts val="0"/>
              </a:spcAft>
              <a:buClr>
                <a:schemeClr val="lt1"/>
              </a:buClr>
              <a:buSzPts val="700"/>
              <a:buNone/>
              <a:defRPr>
                <a:solidFill>
                  <a:schemeClr val="lt1"/>
                </a:solidFill>
              </a:defRPr>
            </a:lvl8pPr>
            <a:lvl9pPr lvl="8" algn="l">
              <a:lnSpc>
                <a:spcPct val="80000"/>
              </a:lnSpc>
              <a:spcBef>
                <a:spcPts val="0"/>
              </a:spcBef>
              <a:spcAft>
                <a:spcPts val="0"/>
              </a:spcAft>
              <a:buClr>
                <a:schemeClr val="lt1"/>
              </a:buClr>
              <a:buSzPts val="700"/>
              <a:buNone/>
              <a:defRPr>
                <a:solidFill>
                  <a:schemeClr val="lt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Blue Module + Content Modules (Misc)">
  <p:cSld name="CUSTOM_1_1_1_2_1">
    <p:spTree>
      <p:nvGrpSpPr>
        <p:cNvPr id="362" name="Shape 362"/>
        <p:cNvGrpSpPr/>
        <p:nvPr/>
      </p:nvGrpSpPr>
      <p:grpSpPr>
        <a:xfrm>
          <a:off x="0" y="0"/>
          <a:ext cx="0" cy="0"/>
          <a:chOff x="0" y="0"/>
          <a:chExt cx="0" cy="0"/>
        </a:xfrm>
      </p:grpSpPr>
      <p:sp>
        <p:nvSpPr>
          <p:cNvPr id="363" name="Google Shape;363;p44"/>
          <p:cNvSpPr/>
          <p:nvPr/>
        </p:nvSpPr>
        <p:spPr>
          <a:xfrm>
            <a:off x="419825" y="425875"/>
            <a:ext cx="3072300" cy="1343700"/>
          </a:xfrm>
          <a:prstGeom prst="roundRect">
            <a:avLst>
              <a:gd fmla="val 4268" name="adj"/>
            </a:avLst>
          </a:prstGeom>
          <a:solidFill>
            <a:srgbClr val="1869FF"/>
          </a:solidFill>
          <a:ln>
            <a:noFill/>
          </a:ln>
        </p:spPr>
        <p:txBody>
          <a:bodyPr anchorCtr="0" anchor="t" bIns="91425" lIns="182875" spcFirstLastPara="1" rIns="182875" wrap="square" tIns="182875">
            <a:noAutofit/>
          </a:bodyPr>
          <a:lstStyle/>
          <a:p>
            <a:pPr indent="0" lvl="0" marL="0" rtl="0" algn="l">
              <a:lnSpc>
                <a:spcPct val="110000"/>
              </a:lnSpc>
              <a:spcBef>
                <a:spcPts val="0"/>
              </a:spcBef>
              <a:spcAft>
                <a:spcPts val="0"/>
              </a:spcAft>
              <a:buNone/>
            </a:pPr>
            <a:r>
              <a:t/>
            </a:r>
            <a:endParaRPr b="1" sz="1700">
              <a:solidFill>
                <a:srgbClr val="FFFFFF"/>
              </a:solidFill>
              <a:latin typeface="Roboto Mono"/>
              <a:ea typeface="Roboto Mono"/>
              <a:cs typeface="Roboto Mono"/>
              <a:sym typeface="Roboto Mono"/>
            </a:endParaRPr>
          </a:p>
        </p:txBody>
      </p:sp>
      <p:sp>
        <p:nvSpPr>
          <p:cNvPr id="364" name="Google Shape;364;p44"/>
          <p:cNvSpPr txBox="1"/>
          <p:nvPr>
            <p:ph type="title"/>
          </p:nvPr>
        </p:nvSpPr>
        <p:spPr>
          <a:xfrm>
            <a:off x="572201" y="592375"/>
            <a:ext cx="2629800" cy="1010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100"/>
              <a:buNone/>
              <a:defRPr sz="2000">
                <a:solidFill>
                  <a:schemeClr val="lt1"/>
                </a:solidFill>
              </a:defRPr>
            </a:lvl1pPr>
            <a:lvl2pPr lvl="1" algn="l">
              <a:lnSpc>
                <a:spcPct val="80000"/>
              </a:lnSpc>
              <a:spcBef>
                <a:spcPts val="0"/>
              </a:spcBef>
              <a:spcAft>
                <a:spcPts val="0"/>
              </a:spcAft>
              <a:buClr>
                <a:schemeClr val="lt1"/>
              </a:buClr>
              <a:buSzPts val="1100"/>
              <a:buNone/>
              <a:defRPr sz="3600">
                <a:solidFill>
                  <a:schemeClr val="lt1"/>
                </a:solidFill>
              </a:defRPr>
            </a:lvl2pPr>
            <a:lvl3pPr lvl="2" algn="l">
              <a:lnSpc>
                <a:spcPct val="80000"/>
              </a:lnSpc>
              <a:spcBef>
                <a:spcPts val="0"/>
              </a:spcBef>
              <a:spcAft>
                <a:spcPts val="0"/>
              </a:spcAft>
              <a:buClr>
                <a:schemeClr val="lt1"/>
              </a:buClr>
              <a:buSzPts val="1100"/>
              <a:buNone/>
              <a:defRPr sz="3600">
                <a:solidFill>
                  <a:schemeClr val="lt1"/>
                </a:solidFill>
              </a:defRPr>
            </a:lvl3pPr>
            <a:lvl4pPr lvl="3" algn="l">
              <a:lnSpc>
                <a:spcPct val="80000"/>
              </a:lnSpc>
              <a:spcBef>
                <a:spcPts val="0"/>
              </a:spcBef>
              <a:spcAft>
                <a:spcPts val="0"/>
              </a:spcAft>
              <a:buClr>
                <a:schemeClr val="lt1"/>
              </a:buClr>
              <a:buSzPts val="1100"/>
              <a:buNone/>
              <a:defRPr sz="3600">
                <a:solidFill>
                  <a:schemeClr val="lt1"/>
                </a:solidFill>
              </a:defRPr>
            </a:lvl4pPr>
            <a:lvl5pPr lvl="4" algn="l">
              <a:lnSpc>
                <a:spcPct val="80000"/>
              </a:lnSpc>
              <a:spcBef>
                <a:spcPts val="0"/>
              </a:spcBef>
              <a:spcAft>
                <a:spcPts val="0"/>
              </a:spcAft>
              <a:buClr>
                <a:schemeClr val="lt1"/>
              </a:buClr>
              <a:buSzPts val="1100"/>
              <a:buNone/>
              <a:defRPr sz="3600">
                <a:solidFill>
                  <a:schemeClr val="lt1"/>
                </a:solidFill>
              </a:defRPr>
            </a:lvl5pPr>
            <a:lvl6pPr lvl="5" algn="l">
              <a:lnSpc>
                <a:spcPct val="80000"/>
              </a:lnSpc>
              <a:spcBef>
                <a:spcPts val="0"/>
              </a:spcBef>
              <a:spcAft>
                <a:spcPts val="0"/>
              </a:spcAft>
              <a:buClr>
                <a:schemeClr val="lt1"/>
              </a:buClr>
              <a:buSzPts val="1100"/>
              <a:buNone/>
              <a:defRPr sz="3600">
                <a:solidFill>
                  <a:schemeClr val="lt1"/>
                </a:solidFill>
              </a:defRPr>
            </a:lvl6pPr>
            <a:lvl7pPr lvl="6" algn="l">
              <a:lnSpc>
                <a:spcPct val="80000"/>
              </a:lnSpc>
              <a:spcBef>
                <a:spcPts val="0"/>
              </a:spcBef>
              <a:spcAft>
                <a:spcPts val="0"/>
              </a:spcAft>
              <a:buClr>
                <a:schemeClr val="lt1"/>
              </a:buClr>
              <a:buSzPts val="1100"/>
              <a:buNone/>
              <a:defRPr sz="3600">
                <a:solidFill>
                  <a:schemeClr val="lt1"/>
                </a:solidFill>
              </a:defRPr>
            </a:lvl7pPr>
            <a:lvl8pPr lvl="7" algn="l">
              <a:lnSpc>
                <a:spcPct val="80000"/>
              </a:lnSpc>
              <a:spcBef>
                <a:spcPts val="0"/>
              </a:spcBef>
              <a:spcAft>
                <a:spcPts val="0"/>
              </a:spcAft>
              <a:buClr>
                <a:schemeClr val="lt1"/>
              </a:buClr>
              <a:buSzPts val="1100"/>
              <a:buNone/>
              <a:defRPr sz="3600">
                <a:solidFill>
                  <a:schemeClr val="lt1"/>
                </a:solidFill>
              </a:defRPr>
            </a:lvl8pPr>
            <a:lvl9pPr lvl="8" algn="l">
              <a:lnSpc>
                <a:spcPct val="80000"/>
              </a:lnSpc>
              <a:spcBef>
                <a:spcPts val="0"/>
              </a:spcBef>
              <a:spcAft>
                <a:spcPts val="0"/>
              </a:spcAft>
              <a:buClr>
                <a:schemeClr val="lt1"/>
              </a:buClr>
              <a:buSzPts val="1100"/>
              <a:buNone/>
              <a:defRPr sz="3600">
                <a:solidFill>
                  <a:schemeClr val="lt1"/>
                </a:solidFill>
              </a:defRPr>
            </a:lvl9pPr>
          </a:lstStyle>
          <a:p/>
        </p:txBody>
      </p:sp>
      <p:sp>
        <p:nvSpPr>
          <p:cNvPr id="365" name="Google Shape;365;p44"/>
          <p:cNvSpPr/>
          <p:nvPr/>
        </p:nvSpPr>
        <p:spPr>
          <a:xfrm>
            <a:off x="3753175" y="404575"/>
            <a:ext cx="4962300" cy="3921300"/>
          </a:xfrm>
          <a:prstGeom prst="roundRect">
            <a:avLst>
              <a:gd fmla="val 297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6" name="Google Shape;366;p44"/>
          <p:cNvSpPr/>
          <p:nvPr/>
        </p:nvSpPr>
        <p:spPr>
          <a:xfrm>
            <a:off x="419825" y="2026400"/>
            <a:ext cx="3072300" cy="2299500"/>
          </a:xfrm>
          <a:prstGeom prst="roundRect">
            <a:avLst>
              <a:gd fmla="val 297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7" name="Google Shape;367;p44"/>
          <p:cNvSpPr txBox="1"/>
          <p:nvPr>
            <p:ph idx="2" type="title"/>
          </p:nvPr>
        </p:nvSpPr>
        <p:spPr>
          <a:xfrm>
            <a:off x="641075" y="2266650"/>
            <a:ext cx="2629800" cy="18192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accent1"/>
              </a:buClr>
              <a:buSzPts val="900"/>
              <a:buNone/>
              <a:defRPr sz="1800">
                <a:solidFill>
                  <a:schemeClr val="accent1"/>
                </a:solidFill>
              </a:defRPr>
            </a:lvl1pPr>
            <a:lvl2pPr lvl="1" rtl="0" algn="ctr">
              <a:lnSpc>
                <a:spcPct val="80000"/>
              </a:lnSpc>
              <a:spcBef>
                <a:spcPts val="0"/>
              </a:spcBef>
              <a:spcAft>
                <a:spcPts val="0"/>
              </a:spcAft>
              <a:buClr>
                <a:schemeClr val="accent1"/>
              </a:buClr>
              <a:buSzPts val="1000"/>
              <a:buNone/>
              <a:defRPr sz="3500">
                <a:solidFill>
                  <a:schemeClr val="accent1"/>
                </a:solidFill>
              </a:defRPr>
            </a:lvl2pPr>
            <a:lvl3pPr lvl="2" rtl="0" algn="ctr">
              <a:lnSpc>
                <a:spcPct val="80000"/>
              </a:lnSpc>
              <a:spcBef>
                <a:spcPts val="0"/>
              </a:spcBef>
              <a:spcAft>
                <a:spcPts val="0"/>
              </a:spcAft>
              <a:buClr>
                <a:schemeClr val="accent1"/>
              </a:buClr>
              <a:buSzPts val="1000"/>
              <a:buNone/>
              <a:defRPr sz="3500">
                <a:solidFill>
                  <a:schemeClr val="accent1"/>
                </a:solidFill>
              </a:defRPr>
            </a:lvl3pPr>
            <a:lvl4pPr lvl="3" rtl="0" algn="ctr">
              <a:lnSpc>
                <a:spcPct val="80000"/>
              </a:lnSpc>
              <a:spcBef>
                <a:spcPts val="0"/>
              </a:spcBef>
              <a:spcAft>
                <a:spcPts val="0"/>
              </a:spcAft>
              <a:buClr>
                <a:schemeClr val="accent1"/>
              </a:buClr>
              <a:buSzPts val="1000"/>
              <a:buNone/>
              <a:defRPr sz="3500">
                <a:solidFill>
                  <a:schemeClr val="accent1"/>
                </a:solidFill>
              </a:defRPr>
            </a:lvl4pPr>
            <a:lvl5pPr lvl="4" rtl="0" algn="ctr">
              <a:lnSpc>
                <a:spcPct val="80000"/>
              </a:lnSpc>
              <a:spcBef>
                <a:spcPts val="0"/>
              </a:spcBef>
              <a:spcAft>
                <a:spcPts val="0"/>
              </a:spcAft>
              <a:buClr>
                <a:schemeClr val="accent1"/>
              </a:buClr>
              <a:buSzPts val="1000"/>
              <a:buNone/>
              <a:defRPr sz="3500">
                <a:solidFill>
                  <a:schemeClr val="accent1"/>
                </a:solidFill>
              </a:defRPr>
            </a:lvl5pPr>
            <a:lvl6pPr lvl="5" rtl="0" algn="ctr">
              <a:lnSpc>
                <a:spcPct val="80000"/>
              </a:lnSpc>
              <a:spcBef>
                <a:spcPts val="0"/>
              </a:spcBef>
              <a:spcAft>
                <a:spcPts val="0"/>
              </a:spcAft>
              <a:buClr>
                <a:schemeClr val="accent1"/>
              </a:buClr>
              <a:buSzPts val="1000"/>
              <a:buNone/>
              <a:defRPr sz="3500">
                <a:solidFill>
                  <a:schemeClr val="accent1"/>
                </a:solidFill>
              </a:defRPr>
            </a:lvl6pPr>
            <a:lvl7pPr lvl="6" rtl="0" algn="ctr">
              <a:lnSpc>
                <a:spcPct val="80000"/>
              </a:lnSpc>
              <a:spcBef>
                <a:spcPts val="0"/>
              </a:spcBef>
              <a:spcAft>
                <a:spcPts val="0"/>
              </a:spcAft>
              <a:buClr>
                <a:schemeClr val="accent1"/>
              </a:buClr>
              <a:buSzPts val="1000"/>
              <a:buNone/>
              <a:defRPr sz="3500">
                <a:solidFill>
                  <a:schemeClr val="accent1"/>
                </a:solidFill>
              </a:defRPr>
            </a:lvl7pPr>
            <a:lvl8pPr lvl="7" rtl="0" algn="ctr">
              <a:lnSpc>
                <a:spcPct val="80000"/>
              </a:lnSpc>
              <a:spcBef>
                <a:spcPts val="0"/>
              </a:spcBef>
              <a:spcAft>
                <a:spcPts val="0"/>
              </a:spcAft>
              <a:buClr>
                <a:schemeClr val="accent1"/>
              </a:buClr>
              <a:buSzPts val="1000"/>
              <a:buNone/>
              <a:defRPr sz="3500">
                <a:solidFill>
                  <a:schemeClr val="accent1"/>
                </a:solidFill>
              </a:defRPr>
            </a:lvl8pPr>
            <a:lvl9pPr lvl="8" rtl="0" algn="ctr">
              <a:lnSpc>
                <a:spcPct val="80000"/>
              </a:lnSpc>
              <a:spcBef>
                <a:spcPts val="0"/>
              </a:spcBef>
              <a:spcAft>
                <a:spcPts val="0"/>
              </a:spcAft>
              <a:buClr>
                <a:schemeClr val="accent1"/>
              </a:buClr>
              <a:buSzPts val="1000"/>
              <a:buNone/>
              <a:defRPr sz="3500">
                <a:solidFill>
                  <a:schemeClr val="accen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 Content Modules (3)">
  <p:cSld name="3 modules contrast">
    <p:bg>
      <p:bgPr>
        <a:solidFill>
          <a:schemeClr val="lt2"/>
        </a:solidFill>
      </p:bgPr>
    </p:bg>
    <p:spTree>
      <p:nvGrpSpPr>
        <p:cNvPr id="368" name="Shape 368"/>
        <p:cNvGrpSpPr/>
        <p:nvPr/>
      </p:nvGrpSpPr>
      <p:grpSpPr>
        <a:xfrm>
          <a:off x="0" y="0"/>
          <a:ext cx="0" cy="0"/>
          <a:chOff x="0" y="0"/>
          <a:chExt cx="0" cy="0"/>
        </a:xfrm>
      </p:grpSpPr>
      <p:sp>
        <p:nvSpPr>
          <p:cNvPr id="369" name="Google Shape;369;p45"/>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370" name="Google Shape;370;p45"/>
          <p:cNvSpPr/>
          <p:nvPr/>
        </p:nvSpPr>
        <p:spPr>
          <a:xfrm>
            <a:off x="419800" y="820075"/>
            <a:ext cx="2617500" cy="3505800"/>
          </a:xfrm>
          <a:prstGeom prst="roundRect">
            <a:avLst>
              <a:gd fmla="val 493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71" name="Google Shape;371;p45"/>
          <p:cNvSpPr txBox="1"/>
          <p:nvPr>
            <p:ph idx="1" type="body"/>
          </p:nvPr>
        </p:nvSpPr>
        <p:spPr>
          <a:xfrm>
            <a:off x="597325" y="1745525"/>
            <a:ext cx="22422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1000"/>
              <a:buNone/>
              <a:defRPr sz="1000"/>
            </a:lvl1pPr>
            <a:lvl2pPr indent="-228600" lvl="1" marL="914400">
              <a:lnSpc>
                <a:spcPct val="110000"/>
              </a:lnSpc>
              <a:spcBef>
                <a:spcPts val="0"/>
              </a:spcBef>
              <a:spcAft>
                <a:spcPts val="0"/>
              </a:spcAft>
              <a:buSzPts val="1000"/>
              <a:buNone/>
              <a:defRPr sz="1000"/>
            </a:lvl2pPr>
            <a:lvl3pPr indent="-228600" lvl="2" marL="1371600">
              <a:lnSpc>
                <a:spcPct val="110000"/>
              </a:lnSpc>
              <a:spcBef>
                <a:spcPts val="0"/>
              </a:spcBef>
              <a:spcAft>
                <a:spcPts val="0"/>
              </a:spcAft>
              <a:buSzPts val="1000"/>
              <a:buNone/>
              <a:defRPr sz="1000"/>
            </a:lvl3pPr>
            <a:lvl4pPr indent="-228600" lvl="3" marL="1828800">
              <a:lnSpc>
                <a:spcPct val="110000"/>
              </a:lnSpc>
              <a:spcBef>
                <a:spcPts val="0"/>
              </a:spcBef>
              <a:spcAft>
                <a:spcPts val="0"/>
              </a:spcAft>
              <a:buSzPts val="1000"/>
              <a:buNone/>
              <a:defRPr sz="1000"/>
            </a:lvl4pPr>
            <a:lvl5pPr indent="-228600" lvl="4" marL="2286000">
              <a:lnSpc>
                <a:spcPct val="110000"/>
              </a:lnSpc>
              <a:spcBef>
                <a:spcPts val="0"/>
              </a:spcBef>
              <a:spcAft>
                <a:spcPts val="0"/>
              </a:spcAft>
              <a:buSzPts val="1000"/>
              <a:buFont typeface="Inter"/>
              <a:buNone/>
              <a:defRPr sz="1000">
                <a:latin typeface="Inter SemiBold"/>
                <a:ea typeface="Inter SemiBold"/>
                <a:cs typeface="Inter SemiBold"/>
                <a:sym typeface="Inter SemiBold"/>
              </a:defRPr>
            </a:lvl5pPr>
            <a:lvl6pPr indent="-228600" lvl="5" marL="2743200">
              <a:lnSpc>
                <a:spcPct val="110000"/>
              </a:lnSpc>
              <a:spcBef>
                <a:spcPts val="0"/>
              </a:spcBef>
              <a:spcAft>
                <a:spcPts val="0"/>
              </a:spcAft>
              <a:buSzPts val="1000"/>
              <a:buFont typeface="Inter SemiBold"/>
              <a:buNone/>
              <a:defRPr sz="1000">
                <a:latin typeface="Inter SemiBold"/>
                <a:ea typeface="Inter SemiBold"/>
                <a:cs typeface="Inter SemiBold"/>
                <a:sym typeface="Inter SemiBold"/>
              </a:defRPr>
            </a:lvl6pPr>
            <a:lvl7pPr indent="-228600" lvl="6" marL="3200400">
              <a:lnSpc>
                <a:spcPct val="110000"/>
              </a:lnSpc>
              <a:spcBef>
                <a:spcPts val="0"/>
              </a:spcBef>
              <a:spcAft>
                <a:spcPts val="0"/>
              </a:spcAft>
              <a:buSzPts val="1000"/>
              <a:buFont typeface="Inter"/>
              <a:buNone/>
              <a:defRPr sz="1000">
                <a:latin typeface="Inter SemiBold"/>
                <a:ea typeface="Inter SemiBold"/>
                <a:cs typeface="Inter SemiBold"/>
                <a:sym typeface="Inter SemiBold"/>
              </a:defRPr>
            </a:lvl7pPr>
            <a:lvl8pPr indent="-228600" lvl="7" marL="3657600">
              <a:lnSpc>
                <a:spcPct val="110000"/>
              </a:lnSpc>
              <a:spcBef>
                <a:spcPts val="0"/>
              </a:spcBef>
              <a:spcAft>
                <a:spcPts val="0"/>
              </a:spcAft>
              <a:buSzPts val="1000"/>
              <a:buFont typeface="Inter"/>
              <a:buNone/>
              <a:defRPr>
                <a:latin typeface="Inter"/>
                <a:ea typeface="Inter"/>
                <a:cs typeface="Inter"/>
                <a:sym typeface="Inter"/>
              </a:defRPr>
            </a:lvl8pPr>
            <a:lvl9pPr indent="-228600" lvl="8" marL="4114800">
              <a:lnSpc>
                <a:spcPct val="110000"/>
              </a:lnSpc>
              <a:spcBef>
                <a:spcPts val="0"/>
              </a:spcBef>
              <a:spcAft>
                <a:spcPts val="0"/>
              </a:spcAft>
              <a:buSzPts val="1000"/>
              <a:buFont typeface="Inter"/>
              <a:buNone/>
              <a:defRPr sz="1000">
                <a:latin typeface="Inter"/>
                <a:ea typeface="Inter"/>
                <a:cs typeface="Inter"/>
                <a:sym typeface="Inter"/>
              </a:defRPr>
            </a:lvl9pPr>
          </a:lstStyle>
          <a:p/>
        </p:txBody>
      </p:sp>
      <p:sp>
        <p:nvSpPr>
          <p:cNvPr id="372" name="Google Shape;372;p45"/>
          <p:cNvSpPr txBox="1"/>
          <p:nvPr>
            <p:ph idx="2" type="title"/>
          </p:nvPr>
        </p:nvSpPr>
        <p:spPr>
          <a:xfrm>
            <a:off x="597325" y="990900"/>
            <a:ext cx="22269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
        <p:nvSpPr>
          <p:cNvPr id="373" name="Google Shape;373;p45"/>
          <p:cNvSpPr/>
          <p:nvPr/>
        </p:nvSpPr>
        <p:spPr>
          <a:xfrm>
            <a:off x="3260475" y="820075"/>
            <a:ext cx="2617500" cy="3505800"/>
          </a:xfrm>
          <a:prstGeom prst="roundRect">
            <a:avLst>
              <a:gd fmla="val 493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74" name="Google Shape;374;p45"/>
          <p:cNvSpPr txBox="1"/>
          <p:nvPr>
            <p:ph idx="3" type="body"/>
          </p:nvPr>
        </p:nvSpPr>
        <p:spPr>
          <a:xfrm>
            <a:off x="3438000" y="1745525"/>
            <a:ext cx="22422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1000"/>
              <a:buNone/>
              <a:defRPr sz="1000"/>
            </a:lvl1pPr>
            <a:lvl2pPr indent="-228600" lvl="1" marL="914400">
              <a:lnSpc>
                <a:spcPct val="110000"/>
              </a:lnSpc>
              <a:spcBef>
                <a:spcPts val="0"/>
              </a:spcBef>
              <a:spcAft>
                <a:spcPts val="0"/>
              </a:spcAft>
              <a:buSzPts val="1000"/>
              <a:buNone/>
              <a:defRPr sz="1000"/>
            </a:lvl2pPr>
            <a:lvl3pPr indent="-228600" lvl="2" marL="1371600">
              <a:lnSpc>
                <a:spcPct val="110000"/>
              </a:lnSpc>
              <a:spcBef>
                <a:spcPts val="0"/>
              </a:spcBef>
              <a:spcAft>
                <a:spcPts val="0"/>
              </a:spcAft>
              <a:buSzPts val="1000"/>
              <a:buNone/>
              <a:defRPr sz="1000"/>
            </a:lvl3pPr>
            <a:lvl4pPr indent="-228600" lvl="3" marL="1828800">
              <a:lnSpc>
                <a:spcPct val="110000"/>
              </a:lnSpc>
              <a:spcBef>
                <a:spcPts val="0"/>
              </a:spcBef>
              <a:spcAft>
                <a:spcPts val="0"/>
              </a:spcAft>
              <a:buSzPts val="1000"/>
              <a:buNone/>
              <a:defRPr sz="1000"/>
            </a:lvl4pPr>
            <a:lvl5pPr indent="-228600" lvl="4" marL="2286000">
              <a:lnSpc>
                <a:spcPct val="110000"/>
              </a:lnSpc>
              <a:spcBef>
                <a:spcPts val="0"/>
              </a:spcBef>
              <a:spcAft>
                <a:spcPts val="0"/>
              </a:spcAft>
              <a:buSzPts val="1000"/>
              <a:buFont typeface="Inter"/>
              <a:buNone/>
              <a:defRPr sz="1000">
                <a:latin typeface="Inter SemiBold"/>
                <a:ea typeface="Inter SemiBold"/>
                <a:cs typeface="Inter SemiBold"/>
                <a:sym typeface="Inter SemiBold"/>
              </a:defRPr>
            </a:lvl5pPr>
            <a:lvl6pPr indent="-228600" lvl="5" marL="2743200">
              <a:lnSpc>
                <a:spcPct val="110000"/>
              </a:lnSpc>
              <a:spcBef>
                <a:spcPts val="0"/>
              </a:spcBef>
              <a:spcAft>
                <a:spcPts val="0"/>
              </a:spcAft>
              <a:buSzPts val="1000"/>
              <a:buFont typeface="Inter SemiBold"/>
              <a:buNone/>
              <a:defRPr sz="1000">
                <a:latin typeface="Inter SemiBold"/>
                <a:ea typeface="Inter SemiBold"/>
                <a:cs typeface="Inter SemiBold"/>
                <a:sym typeface="Inter SemiBold"/>
              </a:defRPr>
            </a:lvl6pPr>
            <a:lvl7pPr indent="-228600" lvl="6" marL="3200400">
              <a:lnSpc>
                <a:spcPct val="110000"/>
              </a:lnSpc>
              <a:spcBef>
                <a:spcPts val="0"/>
              </a:spcBef>
              <a:spcAft>
                <a:spcPts val="0"/>
              </a:spcAft>
              <a:buSzPts val="1000"/>
              <a:buFont typeface="Inter"/>
              <a:buNone/>
              <a:defRPr sz="1000">
                <a:latin typeface="Inter SemiBold"/>
                <a:ea typeface="Inter SemiBold"/>
                <a:cs typeface="Inter SemiBold"/>
                <a:sym typeface="Inter SemiBold"/>
              </a:defRPr>
            </a:lvl7pPr>
            <a:lvl8pPr indent="-228600" lvl="7" marL="3657600">
              <a:lnSpc>
                <a:spcPct val="110000"/>
              </a:lnSpc>
              <a:spcBef>
                <a:spcPts val="0"/>
              </a:spcBef>
              <a:spcAft>
                <a:spcPts val="0"/>
              </a:spcAft>
              <a:buSzPts val="1000"/>
              <a:buFont typeface="Inter"/>
              <a:buNone/>
              <a:defRPr>
                <a:latin typeface="Inter"/>
                <a:ea typeface="Inter"/>
                <a:cs typeface="Inter"/>
                <a:sym typeface="Inter"/>
              </a:defRPr>
            </a:lvl8pPr>
            <a:lvl9pPr indent="-228600" lvl="8" marL="4114800">
              <a:lnSpc>
                <a:spcPct val="110000"/>
              </a:lnSpc>
              <a:spcBef>
                <a:spcPts val="0"/>
              </a:spcBef>
              <a:spcAft>
                <a:spcPts val="0"/>
              </a:spcAft>
              <a:buSzPts val="1000"/>
              <a:buFont typeface="Inter"/>
              <a:buNone/>
              <a:defRPr sz="1000">
                <a:latin typeface="Inter"/>
                <a:ea typeface="Inter"/>
                <a:cs typeface="Inter"/>
                <a:sym typeface="Inter"/>
              </a:defRPr>
            </a:lvl9pPr>
          </a:lstStyle>
          <a:p/>
        </p:txBody>
      </p:sp>
      <p:sp>
        <p:nvSpPr>
          <p:cNvPr id="375" name="Google Shape;375;p45"/>
          <p:cNvSpPr txBox="1"/>
          <p:nvPr>
            <p:ph idx="4" type="title"/>
          </p:nvPr>
        </p:nvSpPr>
        <p:spPr>
          <a:xfrm>
            <a:off x="3438000" y="990900"/>
            <a:ext cx="22269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
        <p:nvSpPr>
          <p:cNvPr id="376" name="Google Shape;376;p45"/>
          <p:cNvSpPr/>
          <p:nvPr/>
        </p:nvSpPr>
        <p:spPr>
          <a:xfrm>
            <a:off x="6085725" y="820075"/>
            <a:ext cx="2617500" cy="3505800"/>
          </a:xfrm>
          <a:prstGeom prst="roundRect">
            <a:avLst>
              <a:gd fmla="val 493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77" name="Google Shape;377;p45"/>
          <p:cNvSpPr txBox="1"/>
          <p:nvPr>
            <p:ph idx="5" type="body"/>
          </p:nvPr>
        </p:nvSpPr>
        <p:spPr>
          <a:xfrm>
            <a:off x="6263250" y="1745525"/>
            <a:ext cx="2242200" cy="2333400"/>
          </a:xfrm>
          <a:prstGeom prst="rect">
            <a:avLst/>
          </a:prstGeom>
          <a:noFill/>
          <a:ln>
            <a:noFill/>
          </a:ln>
        </p:spPr>
        <p:txBody>
          <a:bodyPr anchorCtr="0" anchor="t" bIns="0" lIns="0" spcFirstLastPara="1" rIns="0" wrap="square" tIns="0">
            <a:noAutofit/>
          </a:bodyPr>
          <a:lstStyle>
            <a:lvl1pPr indent="-228600" lvl="0" marL="457200">
              <a:lnSpc>
                <a:spcPct val="110000"/>
              </a:lnSpc>
              <a:spcBef>
                <a:spcPts val="0"/>
              </a:spcBef>
              <a:spcAft>
                <a:spcPts val="0"/>
              </a:spcAft>
              <a:buSzPts val="1000"/>
              <a:buNone/>
              <a:defRPr sz="1000"/>
            </a:lvl1pPr>
            <a:lvl2pPr indent="-228600" lvl="1" marL="914400">
              <a:lnSpc>
                <a:spcPct val="110000"/>
              </a:lnSpc>
              <a:spcBef>
                <a:spcPts val="0"/>
              </a:spcBef>
              <a:spcAft>
                <a:spcPts val="0"/>
              </a:spcAft>
              <a:buSzPts val="1000"/>
              <a:buNone/>
              <a:defRPr sz="1000"/>
            </a:lvl2pPr>
            <a:lvl3pPr indent="-228600" lvl="2" marL="1371600">
              <a:lnSpc>
                <a:spcPct val="110000"/>
              </a:lnSpc>
              <a:spcBef>
                <a:spcPts val="0"/>
              </a:spcBef>
              <a:spcAft>
                <a:spcPts val="0"/>
              </a:spcAft>
              <a:buSzPts val="1000"/>
              <a:buNone/>
              <a:defRPr sz="1000"/>
            </a:lvl3pPr>
            <a:lvl4pPr indent="-228600" lvl="3" marL="1828800">
              <a:lnSpc>
                <a:spcPct val="110000"/>
              </a:lnSpc>
              <a:spcBef>
                <a:spcPts val="0"/>
              </a:spcBef>
              <a:spcAft>
                <a:spcPts val="0"/>
              </a:spcAft>
              <a:buSzPts val="1000"/>
              <a:buNone/>
              <a:defRPr sz="1000"/>
            </a:lvl4pPr>
            <a:lvl5pPr indent="-228600" lvl="4" marL="2286000">
              <a:lnSpc>
                <a:spcPct val="110000"/>
              </a:lnSpc>
              <a:spcBef>
                <a:spcPts val="0"/>
              </a:spcBef>
              <a:spcAft>
                <a:spcPts val="0"/>
              </a:spcAft>
              <a:buSzPts val="1000"/>
              <a:buFont typeface="Inter"/>
              <a:buNone/>
              <a:defRPr sz="1000">
                <a:latin typeface="Inter SemiBold"/>
                <a:ea typeface="Inter SemiBold"/>
                <a:cs typeface="Inter SemiBold"/>
                <a:sym typeface="Inter SemiBold"/>
              </a:defRPr>
            </a:lvl5pPr>
            <a:lvl6pPr indent="-228600" lvl="5" marL="2743200">
              <a:lnSpc>
                <a:spcPct val="110000"/>
              </a:lnSpc>
              <a:spcBef>
                <a:spcPts val="0"/>
              </a:spcBef>
              <a:spcAft>
                <a:spcPts val="0"/>
              </a:spcAft>
              <a:buSzPts val="1000"/>
              <a:buFont typeface="Inter SemiBold"/>
              <a:buNone/>
              <a:defRPr sz="1000">
                <a:latin typeface="Inter SemiBold"/>
                <a:ea typeface="Inter SemiBold"/>
                <a:cs typeface="Inter SemiBold"/>
                <a:sym typeface="Inter SemiBold"/>
              </a:defRPr>
            </a:lvl6pPr>
            <a:lvl7pPr indent="-228600" lvl="6" marL="3200400">
              <a:lnSpc>
                <a:spcPct val="110000"/>
              </a:lnSpc>
              <a:spcBef>
                <a:spcPts val="0"/>
              </a:spcBef>
              <a:spcAft>
                <a:spcPts val="0"/>
              </a:spcAft>
              <a:buSzPts val="1000"/>
              <a:buFont typeface="Inter"/>
              <a:buNone/>
              <a:defRPr sz="1000">
                <a:latin typeface="Inter SemiBold"/>
                <a:ea typeface="Inter SemiBold"/>
                <a:cs typeface="Inter SemiBold"/>
                <a:sym typeface="Inter SemiBold"/>
              </a:defRPr>
            </a:lvl7pPr>
            <a:lvl8pPr indent="-228600" lvl="7" marL="3657600">
              <a:lnSpc>
                <a:spcPct val="110000"/>
              </a:lnSpc>
              <a:spcBef>
                <a:spcPts val="0"/>
              </a:spcBef>
              <a:spcAft>
                <a:spcPts val="0"/>
              </a:spcAft>
              <a:buSzPts val="1000"/>
              <a:buFont typeface="Inter"/>
              <a:buNone/>
              <a:defRPr>
                <a:latin typeface="Inter"/>
                <a:ea typeface="Inter"/>
                <a:cs typeface="Inter"/>
                <a:sym typeface="Inter"/>
              </a:defRPr>
            </a:lvl8pPr>
            <a:lvl9pPr indent="-228600" lvl="8" marL="4114800">
              <a:lnSpc>
                <a:spcPct val="110000"/>
              </a:lnSpc>
              <a:spcBef>
                <a:spcPts val="0"/>
              </a:spcBef>
              <a:spcAft>
                <a:spcPts val="0"/>
              </a:spcAft>
              <a:buSzPts val="1000"/>
              <a:buFont typeface="Inter"/>
              <a:buNone/>
              <a:defRPr sz="1000">
                <a:latin typeface="Inter"/>
                <a:ea typeface="Inter"/>
                <a:cs typeface="Inter"/>
                <a:sym typeface="Inter"/>
              </a:defRPr>
            </a:lvl9pPr>
          </a:lstStyle>
          <a:p/>
        </p:txBody>
      </p:sp>
      <p:sp>
        <p:nvSpPr>
          <p:cNvPr id="378" name="Google Shape;378;p45"/>
          <p:cNvSpPr txBox="1"/>
          <p:nvPr>
            <p:ph idx="6" type="title"/>
          </p:nvPr>
        </p:nvSpPr>
        <p:spPr>
          <a:xfrm>
            <a:off x="6263250" y="990900"/>
            <a:ext cx="2226900" cy="583800"/>
          </a:xfrm>
          <a:prstGeom prst="rect">
            <a:avLst/>
          </a:prstGeom>
        </p:spPr>
        <p:txBody>
          <a:bodyPr anchorCtr="0" anchor="t" bIns="0" lIns="0" spcFirstLastPara="1" rIns="0" wrap="square" tIns="0">
            <a:noAutofit/>
          </a:bodyPr>
          <a:lstStyle>
            <a:lvl1pPr lvl="0">
              <a:spcBef>
                <a:spcPts val="0"/>
              </a:spcBef>
              <a:spcAft>
                <a:spcPts val="0"/>
              </a:spcAft>
              <a:buSzPts val="1600"/>
              <a:buNone/>
              <a:defRPr/>
            </a:lvl1pPr>
            <a:lvl2pPr lvl="1">
              <a:spcBef>
                <a:spcPts val="0"/>
              </a:spcBef>
              <a:spcAft>
                <a:spcPts val="0"/>
              </a:spcAft>
              <a:buSzPts val="3200"/>
              <a:buFont typeface="Roboto Mono"/>
              <a:buNone/>
              <a:defRPr>
                <a:latin typeface="Roboto Mono"/>
                <a:ea typeface="Roboto Mono"/>
                <a:cs typeface="Roboto Mono"/>
                <a:sym typeface="Roboto Mono"/>
              </a:defRPr>
            </a:lvl2pPr>
            <a:lvl3pPr lvl="2">
              <a:spcBef>
                <a:spcPts val="0"/>
              </a:spcBef>
              <a:spcAft>
                <a:spcPts val="0"/>
              </a:spcAft>
              <a:buSzPts val="3200"/>
              <a:buFont typeface="Roboto Mono"/>
              <a:buNone/>
              <a:defRPr>
                <a:latin typeface="Roboto Mono"/>
                <a:ea typeface="Roboto Mono"/>
                <a:cs typeface="Roboto Mono"/>
                <a:sym typeface="Roboto Mono"/>
              </a:defRPr>
            </a:lvl3pPr>
            <a:lvl4pPr lvl="3">
              <a:spcBef>
                <a:spcPts val="0"/>
              </a:spcBef>
              <a:spcAft>
                <a:spcPts val="0"/>
              </a:spcAft>
              <a:buSzPts val="3200"/>
              <a:buFont typeface="Roboto Mono"/>
              <a:buNone/>
              <a:defRPr>
                <a:latin typeface="Roboto Mono"/>
                <a:ea typeface="Roboto Mono"/>
                <a:cs typeface="Roboto Mono"/>
                <a:sym typeface="Roboto Mono"/>
              </a:defRPr>
            </a:lvl4pPr>
            <a:lvl5pPr lvl="4">
              <a:spcBef>
                <a:spcPts val="0"/>
              </a:spcBef>
              <a:spcAft>
                <a:spcPts val="0"/>
              </a:spcAft>
              <a:buSzPts val="3200"/>
              <a:buFont typeface="Roboto Mono"/>
              <a:buNone/>
              <a:defRPr>
                <a:latin typeface="Roboto Mono"/>
                <a:ea typeface="Roboto Mono"/>
                <a:cs typeface="Roboto Mono"/>
                <a:sym typeface="Roboto Mono"/>
              </a:defRPr>
            </a:lvl5pPr>
            <a:lvl6pPr lvl="5">
              <a:spcBef>
                <a:spcPts val="0"/>
              </a:spcBef>
              <a:spcAft>
                <a:spcPts val="0"/>
              </a:spcAft>
              <a:buSzPts val="3200"/>
              <a:buFont typeface="Roboto Mono"/>
              <a:buNone/>
              <a:defRPr>
                <a:latin typeface="Roboto Mono"/>
                <a:ea typeface="Roboto Mono"/>
                <a:cs typeface="Roboto Mono"/>
                <a:sym typeface="Roboto Mono"/>
              </a:defRPr>
            </a:lvl6pPr>
            <a:lvl7pPr lvl="6">
              <a:spcBef>
                <a:spcPts val="0"/>
              </a:spcBef>
              <a:spcAft>
                <a:spcPts val="0"/>
              </a:spcAft>
              <a:buSzPts val="3200"/>
              <a:buFont typeface="Roboto Mono"/>
              <a:buNone/>
              <a:defRPr>
                <a:latin typeface="Roboto Mono"/>
                <a:ea typeface="Roboto Mono"/>
                <a:cs typeface="Roboto Mono"/>
                <a:sym typeface="Roboto Mono"/>
              </a:defRPr>
            </a:lvl7pPr>
            <a:lvl8pPr lvl="7">
              <a:spcBef>
                <a:spcPts val="0"/>
              </a:spcBef>
              <a:spcAft>
                <a:spcPts val="0"/>
              </a:spcAft>
              <a:buSzPts val="3200"/>
              <a:buFont typeface="Roboto Mono"/>
              <a:buNone/>
              <a:defRPr>
                <a:latin typeface="Roboto Mono"/>
                <a:ea typeface="Roboto Mono"/>
                <a:cs typeface="Roboto Mono"/>
                <a:sym typeface="Roboto Mono"/>
              </a:defRPr>
            </a:lvl8pPr>
            <a:lvl9pPr lvl="8">
              <a:spcBef>
                <a:spcPts val="0"/>
              </a:spcBef>
              <a:spcAft>
                <a:spcPts val="0"/>
              </a:spcAft>
              <a:buSzPts val="3200"/>
              <a:buFont typeface="Roboto Mono"/>
              <a:buNone/>
              <a:defRPr>
                <a:latin typeface="Roboto Mono"/>
                <a:ea typeface="Roboto Mono"/>
                <a:cs typeface="Roboto Mono"/>
                <a:sym typeface="Roboto Mono"/>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 Title + Full-page Module (Large)">
  <p:cSld name="4 columns_1_2_2">
    <p:spTree>
      <p:nvGrpSpPr>
        <p:cNvPr id="379" name="Shape 379"/>
        <p:cNvGrpSpPr/>
        <p:nvPr/>
      </p:nvGrpSpPr>
      <p:grpSpPr>
        <a:xfrm>
          <a:off x="0" y="0"/>
          <a:ext cx="0" cy="0"/>
          <a:chOff x="0" y="0"/>
          <a:chExt cx="0" cy="0"/>
        </a:xfrm>
      </p:grpSpPr>
      <p:sp>
        <p:nvSpPr>
          <p:cNvPr id="380" name="Google Shape;380;p46"/>
          <p:cNvSpPr txBox="1"/>
          <p:nvPr>
            <p:ph type="title"/>
          </p:nvPr>
        </p:nvSpPr>
        <p:spPr>
          <a:xfrm>
            <a:off x="419800" y="425875"/>
            <a:ext cx="2326500" cy="777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381" name="Google Shape;381;p46"/>
          <p:cNvSpPr txBox="1"/>
          <p:nvPr>
            <p:ph idx="1" type="body"/>
          </p:nvPr>
        </p:nvSpPr>
        <p:spPr>
          <a:xfrm>
            <a:off x="3258450" y="425875"/>
            <a:ext cx="2627100" cy="16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10000"/>
              </a:lnSpc>
              <a:spcBef>
                <a:spcPts val="500"/>
              </a:spcBef>
              <a:spcAft>
                <a:spcPts val="0"/>
              </a:spcAft>
              <a:buClr>
                <a:schemeClr val="dk1"/>
              </a:buClr>
              <a:buSzPts val="900"/>
              <a:buNone/>
              <a:defRPr sz="900"/>
            </a:lvl3pPr>
            <a:lvl4pPr indent="-228600" lvl="3" marL="1828800" algn="l">
              <a:lnSpc>
                <a:spcPct val="110000"/>
              </a:lnSpc>
              <a:spcBef>
                <a:spcPts val="500"/>
              </a:spcBef>
              <a:spcAft>
                <a:spcPts val="0"/>
              </a:spcAft>
              <a:buSzPts val="900"/>
              <a:buNone/>
              <a:defRPr sz="900"/>
            </a:lvl4pPr>
            <a:lvl5pPr indent="-228600" lvl="4" marL="2286000" algn="l">
              <a:lnSpc>
                <a:spcPct val="110000"/>
              </a:lnSpc>
              <a:spcBef>
                <a:spcPts val="500"/>
              </a:spcBef>
              <a:spcAft>
                <a:spcPts val="0"/>
              </a:spcAft>
              <a:buSzPts val="900"/>
              <a:buNone/>
              <a:defRPr sz="900"/>
            </a:lvl5pPr>
            <a:lvl6pPr indent="-228600" lvl="5" marL="2743200" algn="l">
              <a:lnSpc>
                <a:spcPct val="110000"/>
              </a:lnSpc>
              <a:spcBef>
                <a:spcPts val="500"/>
              </a:spcBef>
              <a:spcAft>
                <a:spcPts val="0"/>
              </a:spcAft>
              <a:buClr>
                <a:schemeClr val="dk1"/>
              </a:buClr>
              <a:buSzPts val="900"/>
              <a:buNone/>
              <a:defRPr sz="900"/>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sz="900"/>
            </a:lvl8pPr>
            <a:lvl9pPr indent="-228600" lvl="8" marL="4114800" algn="l">
              <a:lnSpc>
                <a:spcPct val="110000"/>
              </a:lnSpc>
              <a:spcBef>
                <a:spcPts val="500"/>
              </a:spcBef>
              <a:spcAft>
                <a:spcPts val="500"/>
              </a:spcAft>
              <a:buClr>
                <a:schemeClr val="dk1"/>
              </a:buClr>
              <a:buSzPts val="900"/>
              <a:buNone/>
              <a:defRPr sz="900"/>
            </a:lvl9pPr>
          </a:lstStyle>
          <a:p/>
        </p:txBody>
      </p:sp>
      <p:sp>
        <p:nvSpPr>
          <p:cNvPr id="382" name="Google Shape;382;p46"/>
          <p:cNvSpPr txBox="1"/>
          <p:nvPr>
            <p:ph idx="2" type="body"/>
          </p:nvPr>
        </p:nvSpPr>
        <p:spPr>
          <a:xfrm>
            <a:off x="6096800" y="425875"/>
            <a:ext cx="2627100" cy="16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10000"/>
              </a:lnSpc>
              <a:spcBef>
                <a:spcPts val="500"/>
              </a:spcBef>
              <a:spcAft>
                <a:spcPts val="0"/>
              </a:spcAft>
              <a:buClr>
                <a:schemeClr val="dk1"/>
              </a:buClr>
              <a:buSzPts val="900"/>
              <a:buNone/>
              <a:defRPr sz="900"/>
            </a:lvl3pPr>
            <a:lvl4pPr indent="-228600" lvl="3" marL="1828800" algn="l">
              <a:lnSpc>
                <a:spcPct val="110000"/>
              </a:lnSpc>
              <a:spcBef>
                <a:spcPts val="500"/>
              </a:spcBef>
              <a:spcAft>
                <a:spcPts val="0"/>
              </a:spcAft>
              <a:buSzPts val="900"/>
              <a:buNone/>
              <a:defRPr sz="900"/>
            </a:lvl4pPr>
            <a:lvl5pPr indent="-228600" lvl="4" marL="2286000" algn="l">
              <a:lnSpc>
                <a:spcPct val="110000"/>
              </a:lnSpc>
              <a:spcBef>
                <a:spcPts val="500"/>
              </a:spcBef>
              <a:spcAft>
                <a:spcPts val="0"/>
              </a:spcAft>
              <a:buSzPts val="900"/>
              <a:buNone/>
              <a:defRPr sz="900"/>
            </a:lvl5pPr>
            <a:lvl6pPr indent="-228600" lvl="5" marL="2743200" algn="l">
              <a:lnSpc>
                <a:spcPct val="110000"/>
              </a:lnSpc>
              <a:spcBef>
                <a:spcPts val="500"/>
              </a:spcBef>
              <a:spcAft>
                <a:spcPts val="0"/>
              </a:spcAft>
              <a:buClr>
                <a:schemeClr val="dk1"/>
              </a:buClr>
              <a:buSzPts val="900"/>
              <a:buNone/>
              <a:defRPr sz="900"/>
            </a:lvl6pPr>
            <a:lvl7pPr indent="-228600" lvl="6" marL="3200400" algn="l">
              <a:lnSpc>
                <a:spcPct val="110000"/>
              </a:lnSpc>
              <a:spcBef>
                <a:spcPts val="500"/>
              </a:spcBef>
              <a:spcAft>
                <a:spcPts val="0"/>
              </a:spcAft>
              <a:buClr>
                <a:schemeClr val="dk1"/>
              </a:buClr>
              <a:buSzPts val="900"/>
              <a:buNone/>
              <a:defRPr/>
            </a:lvl7pPr>
            <a:lvl8pPr indent="-228600" lvl="7" marL="3657600" algn="l">
              <a:lnSpc>
                <a:spcPct val="110000"/>
              </a:lnSpc>
              <a:spcBef>
                <a:spcPts val="500"/>
              </a:spcBef>
              <a:spcAft>
                <a:spcPts val="0"/>
              </a:spcAft>
              <a:buClr>
                <a:schemeClr val="dk1"/>
              </a:buClr>
              <a:buSzPts val="900"/>
              <a:buNone/>
              <a:defRPr sz="900"/>
            </a:lvl8pPr>
            <a:lvl9pPr indent="-228600" lvl="8" marL="4114800" algn="l">
              <a:lnSpc>
                <a:spcPct val="110000"/>
              </a:lnSpc>
              <a:spcBef>
                <a:spcPts val="500"/>
              </a:spcBef>
              <a:spcAft>
                <a:spcPts val="500"/>
              </a:spcAft>
              <a:buClr>
                <a:schemeClr val="dk1"/>
              </a:buClr>
              <a:buSzPts val="900"/>
              <a:buNone/>
              <a:defRPr sz="900"/>
            </a:lvl9pPr>
          </a:lstStyle>
          <a:p/>
        </p:txBody>
      </p:sp>
      <p:sp>
        <p:nvSpPr>
          <p:cNvPr id="383" name="Google Shape;383;p46"/>
          <p:cNvSpPr/>
          <p:nvPr/>
        </p:nvSpPr>
        <p:spPr>
          <a:xfrm>
            <a:off x="419812" y="969003"/>
            <a:ext cx="8295900" cy="3357000"/>
          </a:xfrm>
          <a:prstGeom prst="roundRect">
            <a:avLst>
              <a:gd fmla="val 3749" name="adj"/>
            </a:avLst>
          </a:prstGeom>
          <a:solidFill>
            <a:schemeClr val="lt1"/>
          </a:solidFill>
          <a:ln>
            <a:noFill/>
          </a:ln>
        </p:spPr>
        <p:txBody>
          <a:bodyPr anchorCtr="0" anchor="t" bIns="108000" lIns="108000" spcFirstLastPara="1" rIns="108000" wrap="square" tIns="108000">
            <a:noAutofit/>
          </a:bodyPr>
          <a:lstStyle/>
          <a:p>
            <a:pPr indent="0" lvl="0" marL="0" marR="0" rtl="0" algn="l">
              <a:lnSpc>
                <a:spcPct val="110000"/>
              </a:lnSpc>
              <a:spcBef>
                <a:spcPts val="0"/>
              </a:spcBef>
              <a:spcAft>
                <a:spcPts val="0"/>
              </a:spcAft>
              <a:buNone/>
            </a:pPr>
            <a:r>
              <a:t/>
            </a:r>
            <a:endParaRPr b="0" i="0" sz="900" u="none" cap="none" strike="noStrike">
              <a:solidFill>
                <a:schemeClr val="dk1"/>
              </a:solidFill>
              <a:latin typeface="Inter"/>
              <a:ea typeface="Inter"/>
              <a:cs typeface="Inter"/>
              <a:sym typeface="Inter"/>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ide Content Modules (6)">
  <p:cSld name="CUSTOM_1_1_3">
    <p:spTree>
      <p:nvGrpSpPr>
        <p:cNvPr id="384" name="Shape 384"/>
        <p:cNvGrpSpPr/>
        <p:nvPr/>
      </p:nvGrpSpPr>
      <p:grpSpPr>
        <a:xfrm>
          <a:off x="0" y="0"/>
          <a:ext cx="0" cy="0"/>
          <a:chOff x="0" y="0"/>
          <a:chExt cx="0" cy="0"/>
        </a:xfrm>
      </p:grpSpPr>
      <p:sp>
        <p:nvSpPr>
          <p:cNvPr id="385" name="Google Shape;385;p47"/>
          <p:cNvSpPr/>
          <p:nvPr>
            <p:ph idx="1" type="body"/>
          </p:nvPr>
        </p:nvSpPr>
        <p:spPr>
          <a:xfrm>
            <a:off x="2544150" y="417750"/>
            <a:ext cx="1914600" cy="1851600"/>
          </a:xfrm>
          <a:prstGeom prst="roundRect">
            <a:avLst>
              <a:gd fmla="val 4268" name="adj"/>
            </a:avLst>
          </a:prstGeom>
          <a:solidFill>
            <a:schemeClr val="lt1"/>
          </a:solidFill>
          <a:ln>
            <a:noFill/>
          </a:ln>
        </p:spPr>
        <p:txBody>
          <a:bodyPr anchorCtr="0" anchor="t" bIns="144000" lIns="144000" spcFirstLastPara="1" rIns="108000" wrap="square" tIns="900000">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386" name="Google Shape;386;p47"/>
          <p:cNvSpPr/>
          <p:nvPr>
            <p:ph idx="2" type="body"/>
          </p:nvPr>
        </p:nvSpPr>
        <p:spPr>
          <a:xfrm>
            <a:off x="4668475" y="417750"/>
            <a:ext cx="1914600" cy="1851600"/>
          </a:xfrm>
          <a:prstGeom prst="roundRect">
            <a:avLst>
              <a:gd fmla="val 4268" name="adj"/>
            </a:avLst>
          </a:prstGeom>
          <a:solidFill>
            <a:schemeClr val="lt1"/>
          </a:solidFill>
          <a:ln>
            <a:noFill/>
          </a:ln>
        </p:spPr>
        <p:txBody>
          <a:bodyPr anchorCtr="0" anchor="t" bIns="144000" lIns="144000" spcFirstLastPara="1" rIns="108000" wrap="square" tIns="900000">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387" name="Google Shape;387;p47"/>
          <p:cNvSpPr/>
          <p:nvPr>
            <p:ph idx="3" type="body"/>
          </p:nvPr>
        </p:nvSpPr>
        <p:spPr>
          <a:xfrm>
            <a:off x="6784050" y="417750"/>
            <a:ext cx="1914600" cy="1851600"/>
          </a:xfrm>
          <a:prstGeom prst="roundRect">
            <a:avLst>
              <a:gd fmla="val 4268" name="adj"/>
            </a:avLst>
          </a:prstGeom>
          <a:solidFill>
            <a:schemeClr val="lt1"/>
          </a:solidFill>
          <a:ln>
            <a:noFill/>
          </a:ln>
        </p:spPr>
        <p:txBody>
          <a:bodyPr anchorCtr="0" anchor="t" bIns="144000" lIns="144000" spcFirstLastPara="1" rIns="108000" wrap="square" tIns="900000">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388" name="Google Shape;388;p47"/>
          <p:cNvSpPr txBox="1"/>
          <p:nvPr>
            <p:ph idx="4" type="body"/>
          </p:nvPr>
        </p:nvSpPr>
        <p:spPr>
          <a:xfrm>
            <a:off x="419798" y="1276049"/>
            <a:ext cx="1922100" cy="28893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900"/>
              <a:buNone/>
              <a:defRPr sz="900"/>
            </a:lvl2pPr>
            <a:lvl3pPr indent="-228600" lvl="2" marL="1371600" algn="l">
              <a:lnSpc>
                <a:spcPct val="100000"/>
              </a:lnSpc>
              <a:spcBef>
                <a:spcPts val="400"/>
              </a:spcBef>
              <a:spcAft>
                <a:spcPts val="0"/>
              </a:spcAft>
              <a:buSzPts val="900"/>
              <a:buNone/>
              <a:defRPr sz="900"/>
            </a:lvl3pPr>
            <a:lvl4pPr indent="-228600" lvl="3" marL="1828800" algn="l">
              <a:lnSpc>
                <a:spcPct val="110000"/>
              </a:lnSpc>
              <a:spcBef>
                <a:spcPts val="800"/>
              </a:spcBef>
              <a:spcAft>
                <a:spcPts val="0"/>
              </a:spcAft>
              <a:buSzPts val="900"/>
              <a:buNone/>
              <a:defRPr sz="900"/>
            </a:lvl4pPr>
            <a:lvl5pPr indent="-228600" lvl="4" marL="2286000" algn="l">
              <a:lnSpc>
                <a:spcPct val="90000"/>
              </a:lnSpc>
              <a:spcBef>
                <a:spcPts val="60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700"/>
              </a:spcBef>
              <a:spcAft>
                <a:spcPts val="0"/>
              </a:spcAft>
              <a:buSzPts val="900"/>
              <a:buFont typeface="Inter"/>
              <a:buNone/>
              <a:defRPr sz="900">
                <a:latin typeface="Inter"/>
                <a:ea typeface="Inter"/>
                <a:cs typeface="Inter"/>
                <a:sym typeface="Inter"/>
              </a:defRPr>
            </a:lvl6pPr>
            <a:lvl7pPr indent="-228600" lvl="6" marL="3200400" algn="l">
              <a:lnSpc>
                <a:spcPct val="90000"/>
              </a:lnSpc>
              <a:spcBef>
                <a:spcPts val="100"/>
              </a:spcBef>
              <a:spcAft>
                <a:spcPts val="0"/>
              </a:spcAft>
              <a:buSzPts val="900"/>
              <a:buFont typeface="Inter"/>
              <a:buNone/>
              <a:defRPr>
                <a:latin typeface="Inter"/>
                <a:ea typeface="Inter"/>
                <a:cs typeface="Inter"/>
                <a:sym typeface="Inter"/>
              </a:defRPr>
            </a:lvl7pPr>
            <a:lvl8pPr indent="-228600" lvl="7" marL="3657600" algn="l">
              <a:lnSpc>
                <a:spcPct val="90000"/>
              </a:lnSpc>
              <a:spcBef>
                <a:spcPts val="1200"/>
              </a:spcBef>
              <a:spcAft>
                <a:spcPts val="0"/>
              </a:spcAft>
              <a:buSzPts val="900"/>
              <a:buFont typeface="Inter"/>
              <a:buNone/>
              <a:defRPr b="0" sz="900">
                <a:latin typeface="Inter"/>
                <a:ea typeface="Inter"/>
                <a:cs typeface="Inter"/>
                <a:sym typeface="Inter"/>
              </a:defRPr>
            </a:lvl8pPr>
            <a:lvl9pPr indent="-228600" lvl="8" marL="4114800" algn="l">
              <a:lnSpc>
                <a:spcPct val="90000"/>
              </a:lnSpc>
              <a:spcBef>
                <a:spcPts val="1200"/>
              </a:spcBef>
              <a:spcAft>
                <a:spcPts val="800"/>
              </a:spcAft>
              <a:buSzPts val="900"/>
              <a:buFont typeface="Inter"/>
              <a:buNone/>
              <a:defRPr b="0" sz="900">
                <a:latin typeface="Inter"/>
                <a:ea typeface="Inter"/>
                <a:cs typeface="Inter"/>
                <a:sym typeface="Inter"/>
              </a:defRPr>
            </a:lvl9pPr>
          </a:lstStyle>
          <a:p/>
        </p:txBody>
      </p:sp>
      <p:sp>
        <p:nvSpPr>
          <p:cNvPr id="389" name="Google Shape;389;p47"/>
          <p:cNvSpPr txBox="1"/>
          <p:nvPr>
            <p:ph idx="5" type="body"/>
          </p:nvPr>
        </p:nvSpPr>
        <p:spPr>
          <a:xfrm>
            <a:off x="4841597" y="558077"/>
            <a:ext cx="1577100" cy="403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2pPr>
            <a:lvl3pPr indent="-228600" lvl="2" marL="13716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4pPr>
            <a:lvl5pPr indent="-228600" lvl="4" marL="22860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5pPr>
            <a:lvl6pPr indent="-228600" lvl="5" marL="27432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90000"/>
              </a:lnSpc>
              <a:spcBef>
                <a:spcPts val="900"/>
              </a:spcBef>
              <a:spcAft>
                <a:spcPts val="0"/>
              </a:spcAft>
              <a:buSzPts val="1200"/>
              <a:buNone/>
              <a:defRPr sz="1200"/>
            </a:lvl8pPr>
            <a:lvl9pPr indent="-228600" lvl="8" marL="4114800" algn="l">
              <a:lnSpc>
                <a:spcPct val="90000"/>
              </a:lnSpc>
              <a:spcBef>
                <a:spcPts val="900"/>
              </a:spcBef>
              <a:spcAft>
                <a:spcPts val="900"/>
              </a:spcAft>
              <a:buSzPts val="1200"/>
              <a:buNone/>
              <a:defRPr sz="1200"/>
            </a:lvl9pPr>
          </a:lstStyle>
          <a:p/>
        </p:txBody>
      </p:sp>
      <p:sp>
        <p:nvSpPr>
          <p:cNvPr id="390" name="Google Shape;390;p47"/>
          <p:cNvSpPr txBox="1"/>
          <p:nvPr>
            <p:ph idx="6" type="body"/>
          </p:nvPr>
        </p:nvSpPr>
        <p:spPr>
          <a:xfrm>
            <a:off x="6957172" y="558077"/>
            <a:ext cx="1577100" cy="403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2pPr>
            <a:lvl3pPr indent="-228600" lvl="2" marL="13716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4pPr>
            <a:lvl5pPr indent="-228600" lvl="4" marL="22860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5pPr>
            <a:lvl6pPr indent="-228600" lvl="5" marL="27432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90000"/>
              </a:lnSpc>
              <a:spcBef>
                <a:spcPts val="900"/>
              </a:spcBef>
              <a:spcAft>
                <a:spcPts val="0"/>
              </a:spcAft>
              <a:buSzPts val="1200"/>
              <a:buNone/>
              <a:defRPr sz="1200"/>
            </a:lvl8pPr>
            <a:lvl9pPr indent="-228600" lvl="8" marL="4114800" algn="l">
              <a:lnSpc>
                <a:spcPct val="90000"/>
              </a:lnSpc>
              <a:spcBef>
                <a:spcPts val="900"/>
              </a:spcBef>
              <a:spcAft>
                <a:spcPts val="900"/>
              </a:spcAft>
              <a:buSzPts val="1200"/>
              <a:buNone/>
              <a:defRPr sz="1200"/>
            </a:lvl9pPr>
          </a:lstStyle>
          <a:p/>
        </p:txBody>
      </p:sp>
      <p:sp>
        <p:nvSpPr>
          <p:cNvPr id="391" name="Google Shape;391;p47"/>
          <p:cNvSpPr txBox="1"/>
          <p:nvPr>
            <p:ph idx="7" type="body"/>
          </p:nvPr>
        </p:nvSpPr>
        <p:spPr>
          <a:xfrm>
            <a:off x="2717272" y="558077"/>
            <a:ext cx="1577100" cy="403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2pPr>
            <a:lvl3pPr indent="-228600" lvl="2" marL="13716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4pPr>
            <a:lvl5pPr indent="-228600" lvl="4" marL="22860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5pPr>
            <a:lvl6pPr indent="-228600" lvl="5" marL="27432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90000"/>
              </a:lnSpc>
              <a:spcBef>
                <a:spcPts val="900"/>
              </a:spcBef>
              <a:spcAft>
                <a:spcPts val="0"/>
              </a:spcAft>
              <a:buSzPts val="1200"/>
              <a:buNone/>
              <a:defRPr sz="1200"/>
            </a:lvl8pPr>
            <a:lvl9pPr indent="-228600" lvl="8" marL="4114800" algn="l">
              <a:lnSpc>
                <a:spcPct val="90000"/>
              </a:lnSpc>
              <a:spcBef>
                <a:spcPts val="900"/>
              </a:spcBef>
              <a:spcAft>
                <a:spcPts val="900"/>
              </a:spcAft>
              <a:buSzPts val="1200"/>
              <a:buNone/>
              <a:defRPr sz="1200"/>
            </a:lvl9pPr>
          </a:lstStyle>
          <a:p/>
        </p:txBody>
      </p:sp>
      <p:sp>
        <p:nvSpPr>
          <p:cNvPr id="392" name="Google Shape;392;p47"/>
          <p:cNvSpPr/>
          <p:nvPr>
            <p:ph idx="8" type="body"/>
          </p:nvPr>
        </p:nvSpPr>
        <p:spPr>
          <a:xfrm>
            <a:off x="4668475" y="2474242"/>
            <a:ext cx="1914600" cy="1851600"/>
          </a:xfrm>
          <a:prstGeom prst="roundRect">
            <a:avLst>
              <a:gd fmla="val 4268" name="adj"/>
            </a:avLst>
          </a:prstGeom>
          <a:solidFill>
            <a:schemeClr val="lt1"/>
          </a:solidFill>
          <a:ln>
            <a:noFill/>
          </a:ln>
        </p:spPr>
        <p:txBody>
          <a:bodyPr anchorCtr="0" anchor="t" bIns="144000" lIns="144000" spcFirstLastPara="1" rIns="108000" wrap="square" tIns="900000">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393" name="Google Shape;393;p47"/>
          <p:cNvSpPr/>
          <p:nvPr>
            <p:ph idx="9" type="body"/>
          </p:nvPr>
        </p:nvSpPr>
        <p:spPr>
          <a:xfrm>
            <a:off x="6784050" y="2474242"/>
            <a:ext cx="1914600" cy="1851600"/>
          </a:xfrm>
          <a:prstGeom prst="roundRect">
            <a:avLst>
              <a:gd fmla="val 4268" name="adj"/>
            </a:avLst>
          </a:prstGeom>
          <a:solidFill>
            <a:schemeClr val="lt1"/>
          </a:solidFill>
          <a:ln>
            <a:noFill/>
          </a:ln>
        </p:spPr>
        <p:txBody>
          <a:bodyPr anchorCtr="0" anchor="t" bIns="144000" lIns="144000" spcFirstLastPara="1" rIns="108000" wrap="square" tIns="900000">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394" name="Google Shape;394;p47"/>
          <p:cNvSpPr/>
          <p:nvPr>
            <p:ph idx="13" type="body"/>
          </p:nvPr>
        </p:nvSpPr>
        <p:spPr>
          <a:xfrm>
            <a:off x="2544150" y="2474242"/>
            <a:ext cx="1914600" cy="1851600"/>
          </a:xfrm>
          <a:prstGeom prst="roundRect">
            <a:avLst>
              <a:gd fmla="val 4268" name="adj"/>
            </a:avLst>
          </a:prstGeom>
          <a:solidFill>
            <a:schemeClr val="lt1"/>
          </a:solidFill>
          <a:ln>
            <a:noFill/>
          </a:ln>
        </p:spPr>
        <p:txBody>
          <a:bodyPr anchorCtr="0" anchor="t" bIns="144000" lIns="144000" spcFirstLastPara="1" rIns="108000" wrap="square" tIns="900000">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395" name="Google Shape;395;p47"/>
          <p:cNvSpPr txBox="1"/>
          <p:nvPr>
            <p:ph idx="14" type="body"/>
          </p:nvPr>
        </p:nvSpPr>
        <p:spPr>
          <a:xfrm>
            <a:off x="4839722" y="2614569"/>
            <a:ext cx="1577100" cy="403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2pPr>
            <a:lvl3pPr indent="-228600" lvl="2" marL="13716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4pPr>
            <a:lvl5pPr indent="-228600" lvl="4" marL="22860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5pPr>
            <a:lvl6pPr indent="-228600" lvl="5" marL="27432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90000"/>
              </a:lnSpc>
              <a:spcBef>
                <a:spcPts val="900"/>
              </a:spcBef>
              <a:spcAft>
                <a:spcPts val="0"/>
              </a:spcAft>
              <a:buSzPts val="1200"/>
              <a:buNone/>
              <a:defRPr sz="1200"/>
            </a:lvl8pPr>
            <a:lvl9pPr indent="-228600" lvl="8" marL="4114800" algn="l">
              <a:lnSpc>
                <a:spcPct val="90000"/>
              </a:lnSpc>
              <a:spcBef>
                <a:spcPts val="900"/>
              </a:spcBef>
              <a:spcAft>
                <a:spcPts val="900"/>
              </a:spcAft>
              <a:buSzPts val="1200"/>
              <a:buNone/>
              <a:defRPr sz="1200"/>
            </a:lvl9pPr>
          </a:lstStyle>
          <a:p/>
        </p:txBody>
      </p:sp>
      <p:sp>
        <p:nvSpPr>
          <p:cNvPr id="396" name="Google Shape;396;p47"/>
          <p:cNvSpPr txBox="1"/>
          <p:nvPr>
            <p:ph idx="15" type="body"/>
          </p:nvPr>
        </p:nvSpPr>
        <p:spPr>
          <a:xfrm>
            <a:off x="6955297" y="2614569"/>
            <a:ext cx="1577100" cy="403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2pPr>
            <a:lvl3pPr indent="-228600" lvl="2" marL="13716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4pPr>
            <a:lvl5pPr indent="-228600" lvl="4" marL="22860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5pPr>
            <a:lvl6pPr indent="-228600" lvl="5" marL="27432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90000"/>
              </a:lnSpc>
              <a:spcBef>
                <a:spcPts val="900"/>
              </a:spcBef>
              <a:spcAft>
                <a:spcPts val="0"/>
              </a:spcAft>
              <a:buSzPts val="1200"/>
              <a:buNone/>
              <a:defRPr sz="1200"/>
            </a:lvl8pPr>
            <a:lvl9pPr indent="-228600" lvl="8" marL="4114800" algn="l">
              <a:lnSpc>
                <a:spcPct val="90000"/>
              </a:lnSpc>
              <a:spcBef>
                <a:spcPts val="900"/>
              </a:spcBef>
              <a:spcAft>
                <a:spcPts val="900"/>
              </a:spcAft>
              <a:buSzPts val="1200"/>
              <a:buNone/>
              <a:defRPr sz="1200"/>
            </a:lvl9pPr>
          </a:lstStyle>
          <a:p/>
        </p:txBody>
      </p:sp>
      <p:sp>
        <p:nvSpPr>
          <p:cNvPr id="397" name="Google Shape;397;p47"/>
          <p:cNvSpPr txBox="1"/>
          <p:nvPr>
            <p:ph idx="16" type="body"/>
          </p:nvPr>
        </p:nvSpPr>
        <p:spPr>
          <a:xfrm>
            <a:off x="2715397" y="2614569"/>
            <a:ext cx="1577100" cy="403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
              </a:spcBef>
              <a:spcAft>
                <a:spcPts val="0"/>
              </a:spcAft>
              <a:buSzPts val="1200"/>
              <a:buFont typeface="Roboto Mono"/>
              <a:buNone/>
              <a:defRPr b="1" i="0" sz="1200">
                <a:latin typeface="Roboto Mono"/>
                <a:ea typeface="Roboto Mono"/>
                <a:cs typeface="Roboto Mono"/>
                <a:sym typeface="Roboto Mono"/>
              </a:defRPr>
            </a:lvl1pPr>
            <a:lvl2pPr indent="-228600" lvl="1" marL="9144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2pPr>
            <a:lvl3pPr indent="-228600" lvl="2" marL="13716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3pPr>
            <a:lvl4pPr indent="-228600" lvl="3" marL="18288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4pPr>
            <a:lvl5pPr indent="-228600" lvl="4" marL="2286000" algn="l">
              <a:lnSpc>
                <a:spcPct val="90000"/>
              </a:lnSpc>
              <a:spcBef>
                <a:spcPts val="900"/>
              </a:spcBef>
              <a:spcAft>
                <a:spcPts val="0"/>
              </a:spcAft>
              <a:buClr>
                <a:schemeClr val="dk1"/>
              </a:buClr>
              <a:buSzPts val="1200"/>
              <a:buFont typeface="Roboto Mono"/>
              <a:buNone/>
              <a:defRPr b="1" sz="1200">
                <a:latin typeface="Roboto Mono"/>
                <a:ea typeface="Roboto Mono"/>
                <a:cs typeface="Roboto Mono"/>
                <a:sym typeface="Roboto Mono"/>
              </a:defRPr>
            </a:lvl5pPr>
            <a:lvl6pPr indent="-228600" lvl="5" marL="27432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6pPr>
            <a:lvl7pPr indent="-228600" lvl="6" marL="3200400" algn="l">
              <a:lnSpc>
                <a:spcPct val="90000"/>
              </a:lnSpc>
              <a:spcBef>
                <a:spcPts val="900"/>
              </a:spcBef>
              <a:spcAft>
                <a:spcPts val="0"/>
              </a:spcAft>
              <a:buSzPts val="1200"/>
              <a:buFont typeface="Roboto Mono"/>
              <a:buNone/>
              <a:defRPr b="1" sz="1200">
                <a:latin typeface="Roboto Mono"/>
                <a:ea typeface="Roboto Mono"/>
                <a:cs typeface="Roboto Mono"/>
                <a:sym typeface="Roboto Mono"/>
              </a:defRPr>
            </a:lvl7pPr>
            <a:lvl8pPr indent="-228600" lvl="7" marL="3657600" algn="l">
              <a:lnSpc>
                <a:spcPct val="90000"/>
              </a:lnSpc>
              <a:spcBef>
                <a:spcPts val="900"/>
              </a:spcBef>
              <a:spcAft>
                <a:spcPts val="0"/>
              </a:spcAft>
              <a:buSzPts val="1200"/>
              <a:buNone/>
              <a:defRPr sz="1200"/>
            </a:lvl8pPr>
            <a:lvl9pPr indent="-228600" lvl="8" marL="4114800" algn="l">
              <a:lnSpc>
                <a:spcPct val="90000"/>
              </a:lnSpc>
              <a:spcBef>
                <a:spcPts val="900"/>
              </a:spcBef>
              <a:spcAft>
                <a:spcPts val="900"/>
              </a:spcAft>
              <a:buSzPts val="1200"/>
              <a:buNone/>
              <a:defRPr sz="1200"/>
            </a:lvl9pPr>
          </a:lstStyle>
          <a:p/>
        </p:txBody>
      </p:sp>
      <p:sp>
        <p:nvSpPr>
          <p:cNvPr id="398" name="Google Shape;398;p47"/>
          <p:cNvSpPr txBox="1"/>
          <p:nvPr>
            <p:ph type="title"/>
          </p:nvPr>
        </p:nvSpPr>
        <p:spPr>
          <a:xfrm>
            <a:off x="419798" y="417750"/>
            <a:ext cx="1923300" cy="1010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ide Content Modules (4)">
  <p:cSld name="CUSTOM_1_1_1_1">
    <p:spTree>
      <p:nvGrpSpPr>
        <p:cNvPr id="399" name="Shape 399"/>
        <p:cNvGrpSpPr/>
        <p:nvPr/>
      </p:nvGrpSpPr>
      <p:grpSpPr>
        <a:xfrm>
          <a:off x="0" y="0"/>
          <a:ext cx="0" cy="0"/>
          <a:chOff x="0" y="0"/>
          <a:chExt cx="0" cy="0"/>
        </a:xfrm>
      </p:grpSpPr>
      <p:sp>
        <p:nvSpPr>
          <p:cNvPr id="400" name="Google Shape;400;p48"/>
          <p:cNvSpPr/>
          <p:nvPr>
            <p:ph idx="1" type="body"/>
          </p:nvPr>
        </p:nvSpPr>
        <p:spPr>
          <a:xfrm>
            <a:off x="6085725" y="2474242"/>
            <a:ext cx="2629800" cy="1851600"/>
          </a:xfrm>
          <a:prstGeom prst="roundRect">
            <a:avLst>
              <a:gd fmla="val 4268" name="adj"/>
            </a:avLst>
          </a:prstGeom>
          <a:solidFill>
            <a:schemeClr val="lt1"/>
          </a:solidFill>
          <a:ln>
            <a:noFill/>
          </a:ln>
        </p:spPr>
        <p:txBody>
          <a:bodyPr anchorCtr="0" anchor="t" bIns="144000" lIns="144000" spcFirstLastPara="1" rIns="108000" wrap="square" tIns="432000">
            <a:noAutofit/>
          </a:bodyPr>
          <a:lstStyle>
            <a:lvl1pPr indent="-228600" lvl="0" marL="457200" algn="l">
              <a:lnSpc>
                <a:spcPct val="110000"/>
              </a:lnSpc>
              <a:spcBef>
                <a:spcPts val="0"/>
              </a:spcBef>
              <a:spcAft>
                <a:spcPts val="0"/>
              </a:spcAft>
              <a:buClr>
                <a:srgbClr val="666666"/>
              </a:buClr>
              <a:buSzPts val="900"/>
              <a:buFont typeface="Inter"/>
              <a:buNone/>
              <a:defRPr>
                <a:solidFill>
                  <a:srgbClr val="666666"/>
                </a:solidFill>
              </a:defRPr>
            </a:lvl1pPr>
            <a:lvl2pPr indent="-228600" lvl="1" marL="914400" algn="l">
              <a:lnSpc>
                <a:spcPct val="110000"/>
              </a:lnSpc>
              <a:spcBef>
                <a:spcPts val="0"/>
              </a:spcBef>
              <a:spcAft>
                <a:spcPts val="0"/>
              </a:spcAft>
              <a:buClr>
                <a:srgbClr val="666666"/>
              </a:buClr>
              <a:buSzPts val="900"/>
              <a:buFont typeface="Inter"/>
              <a:buNone/>
              <a:defRPr sz="900">
                <a:solidFill>
                  <a:srgbClr val="666666"/>
                </a:solidFill>
              </a:defRPr>
            </a:lvl2pPr>
            <a:lvl3pPr indent="-228600" lvl="2" marL="1371600" algn="l">
              <a:lnSpc>
                <a:spcPct val="110000"/>
              </a:lnSpc>
              <a:spcBef>
                <a:spcPts val="0"/>
              </a:spcBef>
              <a:spcAft>
                <a:spcPts val="0"/>
              </a:spcAft>
              <a:buClr>
                <a:srgbClr val="666666"/>
              </a:buClr>
              <a:buSzPts val="900"/>
              <a:buFont typeface="Inter"/>
              <a:buNone/>
              <a:defRPr sz="900">
                <a:solidFill>
                  <a:srgbClr val="666666"/>
                </a:solidFill>
              </a:defRPr>
            </a:lvl3pPr>
            <a:lvl4pPr indent="-228600" lvl="3" marL="18288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4pPr>
            <a:lvl5pPr indent="-228600" lvl="4" marL="22860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5pPr>
            <a:lvl6pPr indent="-228600" lvl="5" marL="27432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6pPr>
            <a:lvl7pPr indent="-228600" lvl="6" marL="3200400" algn="l">
              <a:lnSpc>
                <a:spcPct val="110000"/>
              </a:lnSpc>
              <a:spcBef>
                <a:spcPts val="0"/>
              </a:spcBef>
              <a:spcAft>
                <a:spcPts val="0"/>
              </a:spcAft>
              <a:buClr>
                <a:srgbClr val="666666"/>
              </a:buClr>
              <a:buSzPts val="900"/>
              <a:buFont typeface="Inter"/>
              <a:buNone/>
              <a:defRPr>
                <a:solidFill>
                  <a:srgbClr val="666666"/>
                </a:solidFill>
                <a:latin typeface="Inter"/>
                <a:ea typeface="Inter"/>
                <a:cs typeface="Inter"/>
                <a:sym typeface="Inter"/>
              </a:defRPr>
            </a:lvl7pPr>
            <a:lvl8pPr indent="-228600" lvl="7" marL="36576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8pPr>
            <a:lvl9pPr indent="-228600" lvl="8" marL="41148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9pPr>
          </a:lstStyle>
          <a:p/>
        </p:txBody>
      </p:sp>
      <p:sp>
        <p:nvSpPr>
          <p:cNvPr id="401" name="Google Shape;401;p48"/>
          <p:cNvSpPr txBox="1"/>
          <p:nvPr>
            <p:ph type="title"/>
          </p:nvPr>
        </p:nvSpPr>
        <p:spPr>
          <a:xfrm>
            <a:off x="419801" y="417750"/>
            <a:ext cx="2629800" cy="1010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402" name="Google Shape;402;p48"/>
          <p:cNvSpPr txBox="1"/>
          <p:nvPr>
            <p:ph idx="2" type="body"/>
          </p:nvPr>
        </p:nvSpPr>
        <p:spPr>
          <a:xfrm>
            <a:off x="6256975" y="2614569"/>
            <a:ext cx="2277900" cy="297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Clr>
                <a:schemeClr val="dk1"/>
              </a:buClr>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Clr>
                <a:schemeClr val="dk1"/>
              </a:buClr>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Clr>
                <a:schemeClr val="dk1"/>
              </a:buClr>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403" name="Google Shape;403;p48"/>
          <p:cNvSpPr/>
          <p:nvPr>
            <p:ph idx="3" type="body"/>
          </p:nvPr>
        </p:nvSpPr>
        <p:spPr>
          <a:xfrm>
            <a:off x="3254325" y="2474242"/>
            <a:ext cx="2629800" cy="1851600"/>
          </a:xfrm>
          <a:prstGeom prst="roundRect">
            <a:avLst>
              <a:gd fmla="val 4268" name="adj"/>
            </a:avLst>
          </a:prstGeom>
          <a:solidFill>
            <a:schemeClr val="lt1"/>
          </a:solidFill>
          <a:ln>
            <a:noFill/>
          </a:ln>
        </p:spPr>
        <p:txBody>
          <a:bodyPr anchorCtr="0" anchor="t" bIns="144000" lIns="144000" spcFirstLastPara="1" rIns="108000" wrap="square" tIns="795525">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404" name="Google Shape;404;p48"/>
          <p:cNvSpPr txBox="1"/>
          <p:nvPr>
            <p:ph idx="4" type="body"/>
          </p:nvPr>
        </p:nvSpPr>
        <p:spPr>
          <a:xfrm>
            <a:off x="3425575" y="2614569"/>
            <a:ext cx="2277900" cy="297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Clr>
                <a:schemeClr val="dk1"/>
              </a:buClr>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Clr>
                <a:schemeClr val="dk1"/>
              </a:buClr>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Clr>
                <a:schemeClr val="dk1"/>
              </a:buClr>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405" name="Google Shape;405;p48"/>
          <p:cNvSpPr/>
          <p:nvPr>
            <p:ph idx="5" type="body"/>
          </p:nvPr>
        </p:nvSpPr>
        <p:spPr>
          <a:xfrm>
            <a:off x="6085725" y="417750"/>
            <a:ext cx="2629800" cy="1851600"/>
          </a:xfrm>
          <a:prstGeom prst="roundRect">
            <a:avLst>
              <a:gd fmla="val 4268" name="adj"/>
            </a:avLst>
          </a:prstGeom>
          <a:solidFill>
            <a:schemeClr val="lt1"/>
          </a:solidFill>
          <a:ln>
            <a:noFill/>
          </a:ln>
        </p:spPr>
        <p:txBody>
          <a:bodyPr anchorCtr="0" anchor="t" bIns="144000" lIns="144000" spcFirstLastPara="1" rIns="108000" wrap="square" tIns="432000">
            <a:noAutofit/>
          </a:bodyPr>
          <a:lstStyle>
            <a:lvl1pPr indent="-228600" lvl="0" marL="457200" algn="l">
              <a:lnSpc>
                <a:spcPct val="110000"/>
              </a:lnSpc>
              <a:spcBef>
                <a:spcPts val="0"/>
              </a:spcBef>
              <a:spcAft>
                <a:spcPts val="0"/>
              </a:spcAft>
              <a:buClr>
                <a:srgbClr val="666666"/>
              </a:buClr>
              <a:buSzPts val="900"/>
              <a:buFont typeface="Inter"/>
              <a:buNone/>
              <a:defRPr>
                <a:solidFill>
                  <a:srgbClr val="666666"/>
                </a:solidFill>
              </a:defRPr>
            </a:lvl1pPr>
            <a:lvl2pPr indent="-228600" lvl="1" marL="914400" algn="l">
              <a:lnSpc>
                <a:spcPct val="110000"/>
              </a:lnSpc>
              <a:spcBef>
                <a:spcPts val="0"/>
              </a:spcBef>
              <a:spcAft>
                <a:spcPts val="0"/>
              </a:spcAft>
              <a:buClr>
                <a:srgbClr val="666666"/>
              </a:buClr>
              <a:buSzPts val="900"/>
              <a:buFont typeface="Inter"/>
              <a:buNone/>
              <a:defRPr sz="900">
                <a:solidFill>
                  <a:srgbClr val="666666"/>
                </a:solidFill>
              </a:defRPr>
            </a:lvl2pPr>
            <a:lvl3pPr indent="-228600" lvl="2" marL="1371600" algn="l">
              <a:lnSpc>
                <a:spcPct val="110000"/>
              </a:lnSpc>
              <a:spcBef>
                <a:spcPts val="0"/>
              </a:spcBef>
              <a:spcAft>
                <a:spcPts val="0"/>
              </a:spcAft>
              <a:buClr>
                <a:srgbClr val="666666"/>
              </a:buClr>
              <a:buSzPts val="900"/>
              <a:buFont typeface="Inter"/>
              <a:buNone/>
              <a:defRPr sz="900">
                <a:solidFill>
                  <a:srgbClr val="666666"/>
                </a:solidFill>
              </a:defRPr>
            </a:lvl3pPr>
            <a:lvl4pPr indent="-228600" lvl="3" marL="18288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4pPr>
            <a:lvl5pPr indent="-228600" lvl="4" marL="22860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5pPr>
            <a:lvl6pPr indent="-228600" lvl="5" marL="27432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6pPr>
            <a:lvl7pPr indent="-228600" lvl="6" marL="3200400" algn="l">
              <a:lnSpc>
                <a:spcPct val="110000"/>
              </a:lnSpc>
              <a:spcBef>
                <a:spcPts val="0"/>
              </a:spcBef>
              <a:spcAft>
                <a:spcPts val="0"/>
              </a:spcAft>
              <a:buClr>
                <a:srgbClr val="666666"/>
              </a:buClr>
              <a:buSzPts val="900"/>
              <a:buFont typeface="Inter"/>
              <a:buNone/>
              <a:defRPr>
                <a:solidFill>
                  <a:srgbClr val="666666"/>
                </a:solidFill>
                <a:latin typeface="Inter"/>
                <a:ea typeface="Inter"/>
                <a:cs typeface="Inter"/>
                <a:sym typeface="Inter"/>
              </a:defRPr>
            </a:lvl7pPr>
            <a:lvl8pPr indent="-228600" lvl="7" marL="36576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8pPr>
            <a:lvl9pPr indent="-228600" lvl="8" marL="4114800" algn="l">
              <a:lnSpc>
                <a:spcPct val="110000"/>
              </a:lnSpc>
              <a:spcBef>
                <a:spcPts val="0"/>
              </a:spcBef>
              <a:spcAft>
                <a:spcPts val="0"/>
              </a:spcAft>
              <a:buClr>
                <a:srgbClr val="666666"/>
              </a:buClr>
              <a:buSzPts val="900"/>
              <a:buFont typeface="Inter"/>
              <a:buNone/>
              <a:defRPr sz="900">
                <a:solidFill>
                  <a:srgbClr val="666666"/>
                </a:solidFill>
                <a:latin typeface="Inter"/>
                <a:ea typeface="Inter"/>
                <a:cs typeface="Inter"/>
                <a:sym typeface="Inter"/>
              </a:defRPr>
            </a:lvl9pPr>
          </a:lstStyle>
          <a:p/>
        </p:txBody>
      </p:sp>
      <p:sp>
        <p:nvSpPr>
          <p:cNvPr id="406" name="Google Shape;406;p48"/>
          <p:cNvSpPr txBox="1"/>
          <p:nvPr>
            <p:ph idx="6" type="body"/>
          </p:nvPr>
        </p:nvSpPr>
        <p:spPr>
          <a:xfrm>
            <a:off x="6256975" y="558077"/>
            <a:ext cx="2277900" cy="297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Clr>
                <a:schemeClr val="dk1"/>
              </a:buClr>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Clr>
                <a:schemeClr val="dk1"/>
              </a:buClr>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Clr>
                <a:schemeClr val="dk1"/>
              </a:buClr>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
        <p:nvSpPr>
          <p:cNvPr id="407" name="Google Shape;407;p48"/>
          <p:cNvSpPr/>
          <p:nvPr>
            <p:ph idx="7" type="body"/>
          </p:nvPr>
        </p:nvSpPr>
        <p:spPr>
          <a:xfrm>
            <a:off x="3254325" y="417750"/>
            <a:ext cx="2629800" cy="1851600"/>
          </a:xfrm>
          <a:prstGeom prst="roundRect">
            <a:avLst>
              <a:gd fmla="val 4268" name="adj"/>
            </a:avLst>
          </a:prstGeom>
          <a:solidFill>
            <a:schemeClr val="lt1"/>
          </a:solidFill>
          <a:ln>
            <a:noFill/>
          </a:ln>
        </p:spPr>
        <p:txBody>
          <a:bodyPr anchorCtr="0" anchor="t" bIns="144000" lIns="144000" spcFirstLastPara="1" rIns="108000" wrap="square" tIns="795525">
            <a:noAutofit/>
          </a:bodyPr>
          <a:lstStyle>
            <a:lvl1pPr indent="-228600" lvl="0" marL="457200" algn="l">
              <a:lnSpc>
                <a:spcPct val="110000"/>
              </a:lnSpc>
              <a:spcBef>
                <a:spcPts val="0"/>
              </a:spcBef>
              <a:spcAft>
                <a:spcPts val="0"/>
              </a:spcAft>
              <a:buClr>
                <a:schemeClr val="accent5"/>
              </a:buClr>
              <a:buSzPts val="900"/>
              <a:buFont typeface="Inter"/>
              <a:buNone/>
              <a:defRPr>
                <a:solidFill>
                  <a:schemeClr val="accent5"/>
                </a:solidFill>
              </a:defRPr>
            </a:lvl1pPr>
            <a:lvl2pPr indent="-228600" lvl="1" marL="914400" algn="l">
              <a:lnSpc>
                <a:spcPct val="110000"/>
              </a:lnSpc>
              <a:spcBef>
                <a:spcPts val="0"/>
              </a:spcBef>
              <a:spcAft>
                <a:spcPts val="0"/>
              </a:spcAft>
              <a:buClr>
                <a:schemeClr val="accent5"/>
              </a:buClr>
              <a:buSzPts val="900"/>
              <a:buFont typeface="Inter"/>
              <a:buNone/>
              <a:defRPr sz="900">
                <a:solidFill>
                  <a:schemeClr val="accent5"/>
                </a:solidFill>
              </a:defRPr>
            </a:lvl2pPr>
            <a:lvl3pPr indent="-228600" lvl="2" marL="1371600" algn="l">
              <a:lnSpc>
                <a:spcPct val="110000"/>
              </a:lnSpc>
              <a:spcBef>
                <a:spcPts val="0"/>
              </a:spcBef>
              <a:spcAft>
                <a:spcPts val="0"/>
              </a:spcAft>
              <a:buClr>
                <a:schemeClr val="accent5"/>
              </a:buClr>
              <a:buSzPts val="900"/>
              <a:buFont typeface="Inter"/>
              <a:buNone/>
              <a:defRPr sz="900">
                <a:solidFill>
                  <a:schemeClr val="accent5"/>
                </a:solidFill>
              </a:defRPr>
            </a:lvl3pPr>
            <a:lvl4pPr indent="-228600" lvl="3" marL="1828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4pPr>
            <a:lvl5pPr indent="-228600" lvl="4" marL="22860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5pPr>
            <a:lvl6pPr indent="-228600" lvl="5" marL="27432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6pPr>
            <a:lvl7pPr indent="-228600" lvl="6" marL="3200400" algn="l">
              <a:lnSpc>
                <a:spcPct val="110000"/>
              </a:lnSpc>
              <a:spcBef>
                <a:spcPts val="0"/>
              </a:spcBef>
              <a:spcAft>
                <a:spcPts val="0"/>
              </a:spcAft>
              <a:buClr>
                <a:schemeClr val="accent5"/>
              </a:buClr>
              <a:buSzPts val="900"/>
              <a:buFont typeface="Inter"/>
              <a:buNone/>
              <a:defRPr>
                <a:solidFill>
                  <a:schemeClr val="accent5"/>
                </a:solidFill>
                <a:latin typeface="Inter"/>
                <a:ea typeface="Inter"/>
                <a:cs typeface="Inter"/>
                <a:sym typeface="Inter"/>
              </a:defRPr>
            </a:lvl7pPr>
            <a:lvl8pPr indent="-228600" lvl="7" marL="36576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8pPr>
            <a:lvl9pPr indent="-228600" lvl="8" marL="4114800" algn="l">
              <a:lnSpc>
                <a:spcPct val="110000"/>
              </a:lnSpc>
              <a:spcBef>
                <a:spcPts val="0"/>
              </a:spcBef>
              <a:spcAft>
                <a:spcPts val="0"/>
              </a:spcAft>
              <a:buClr>
                <a:schemeClr val="accent5"/>
              </a:buClr>
              <a:buSzPts val="900"/>
              <a:buFont typeface="Inter"/>
              <a:buNone/>
              <a:defRPr sz="900">
                <a:solidFill>
                  <a:schemeClr val="accent5"/>
                </a:solidFill>
                <a:latin typeface="Inter"/>
                <a:ea typeface="Inter"/>
                <a:cs typeface="Inter"/>
                <a:sym typeface="Inter"/>
              </a:defRPr>
            </a:lvl9pPr>
          </a:lstStyle>
          <a:p/>
        </p:txBody>
      </p:sp>
      <p:sp>
        <p:nvSpPr>
          <p:cNvPr id="408" name="Google Shape;408;p48"/>
          <p:cNvSpPr txBox="1"/>
          <p:nvPr>
            <p:ph idx="8" type="body"/>
          </p:nvPr>
        </p:nvSpPr>
        <p:spPr>
          <a:xfrm>
            <a:off x="3425575" y="558077"/>
            <a:ext cx="2277900" cy="297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
              </a:spcBef>
              <a:spcAft>
                <a:spcPts val="0"/>
              </a:spcAft>
              <a:buSzPts val="1400"/>
              <a:buFont typeface="Roboto Mono"/>
              <a:buNone/>
              <a:defRPr b="1" i="0" sz="1400">
                <a:latin typeface="Roboto Mono"/>
                <a:ea typeface="Roboto Mono"/>
                <a:cs typeface="Roboto Mono"/>
                <a:sym typeface="Roboto Mono"/>
              </a:defRPr>
            </a:lvl1pPr>
            <a:lvl2pPr indent="-228600" lvl="1" marL="914400" algn="l">
              <a:lnSpc>
                <a:spcPct val="100000"/>
              </a:lnSpc>
              <a:spcBef>
                <a:spcPts val="900"/>
              </a:spcBef>
              <a:spcAft>
                <a:spcPts val="0"/>
              </a:spcAft>
              <a:buClr>
                <a:schemeClr val="dk1"/>
              </a:buClr>
              <a:buSzPts val="1400"/>
              <a:buFont typeface="Roboto Mono"/>
              <a:buNone/>
              <a:defRPr b="1" sz="1400">
                <a:latin typeface="Roboto Mono"/>
                <a:ea typeface="Roboto Mono"/>
                <a:cs typeface="Roboto Mono"/>
                <a:sym typeface="Roboto Mono"/>
              </a:defRPr>
            </a:lvl2pPr>
            <a:lvl3pPr indent="-228600" lvl="2" marL="13716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3pPr>
            <a:lvl4pPr indent="-228600" lvl="3" marL="1828800" algn="l">
              <a:lnSpc>
                <a:spcPct val="100000"/>
              </a:lnSpc>
              <a:spcBef>
                <a:spcPts val="300"/>
              </a:spcBef>
              <a:spcAft>
                <a:spcPts val="0"/>
              </a:spcAft>
              <a:buClr>
                <a:schemeClr val="dk1"/>
              </a:buClr>
              <a:buSzPts val="1400"/>
              <a:buFont typeface="Roboto Mono"/>
              <a:buNone/>
              <a:defRPr b="1" sz="1400">
                <a:latin typeface="Roboto Mono"/>
                <a:ea typeface="Roboto Mono"/>
                <a:cs typeface="Roboto Mono"/>
                <a:sym typeface="Roboto Mono"/>
              </a:defRPr>
            </a:lvl4pPr>
            <a:lvl5pPr indent="-228600" lvl="4" marL="2286000" algn="l">
              <a:lnSpc>
                <a:spcPct val="100000"/>
              </a:lnSpc>
              <a:spcBef>
                <a:spcPts val="600"/>
              </a:spcBef>
              <a:spcAft>
                <a:spcPts val="0"/>
              </a:spcAft>
              <a:buClr>
                <a:schemeClr val="dk1"/>
              </a:buClr>
              <a:buSzPts val="1400"/>
              <a:buFont typeface="Roboto Mono"/>
              <a:buNone/>
              <a:defRPr b="1" sz="1400">
                <a:latin typeface="Roboto Mono"/>
                <a:ea typeface="Roboto Mono"/>
                <a:cs typeface="Roboto Mono"/>
                <a:sym typeface="Roboto Mono"/>
              </a:defRPr>
            </a:lvl5pPr>
            <a:lvl6pPr indent="-228600" lvl="5" marL="2743200" algn="l">
              <a:lnSpc>
                <a:spcPct val="100000"/>
              </a:lnSpc>
              <a:spcBef>
                <a:spcPts val="200"/>
              </a:spcBef>
              <a:spcAft>
                <a:spcPts val="0"/>
              </a:spcAft>
              <a:buSzPts val="1400"/>
              <a:buFont typeface="Roboto Mono"/>
              <a:buNone/>
              <a:defRPr b="1" sz="1400">
                <a:latin typeface="Roboto Mono"/>
                <a:ea typeface="Roboto Mono"/>
                <a:cs typeface="Roboto Mono"/>
                <a:sym typeface="Roboto Mono"/>
              </a:defRPr>
            </a:lvl6pPr>
            <a:lvl7pPr indent="-228600" lvl="6" marL="3200400" algn="l">
              <a:lnSpc>
                <a:spcPct val="100000"/>
              </a:lnSpc>
              <a:spcBef>
                <a:spcPts val="100"/>
              </a:spcBef>
              <a:spcAft>
                <a:spcPts val="0"/>
              </a:spcAft>
              <a:buSzPts val="1400"/>
              <a:buFont typeface="Roboto Mono"/>
              <a:buNone/>
              <a:defRPr b="1" sz="1400">
                <a:latin typeface="Roboto Mono"/>
                <a:ea typeface="Roboto Mono"/>
                <a:cs typeface="Roboto Mono"/>
                <a:sym typeface="Roboto Mono"/>
              </a:defRPr>
            </a:lvl7pPr>
            <a:lvl8pPr indent="-228600" lvl="7" marL="3657600" algn="l">
              <a:lnSpc>
                <a:spcPct val="100000"/>
              </a:lnSpc>
              <a:spcBef>
                <a:spcPts val="1200"/>
              </a:spcBef>
              <a:spcAft>
                <a:spcPts val="0"/>
              </a:spcAft>
              <a:buSzPts val="1400"/>
              <a:buNone/>
              <a:defRPr sz="1400"/>
            </a:lvl8pPr>
            <a:lvl9pPr indent="-228600" lvl="8" marL="4114800" algn="l">
              <a:lnSpc>
                <a:spcPct val="100000"/>
              </a:lnSpc>
              <a:spcBef>
                <a:spcPts val="1200"/>
              </a:spcBef>
              <a:spcAft>
                <a:spcPts val="100"/>
              </a:spcAft>
              <a:buSzPts val="1400"/>
              <a:buNone/>
              <a:defRPr sz="1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Dark Content Modules (6)">
  <p:cSld name="3 modules contrast + descr">
    <p:bg>
      <p:bgPr>
        <a:solidFill>
          <a:schemeClr val="dk2"/>
        </a:solidFill>
      </p:bgPr>
    </p:bg>
    <p:spTree>
      <p:nvGrpSpPr>
        <p:cNvPr id="409" name="Shape 409"/>
        <p:cNvGrpSpPr/>
        <p:nvPr/>
      </p:nvGrpSpPr>
      <p:grpSpPr>
        <a:xfrm>
          <a:off x="0" y="0"/>
          <a:ext cx="0" cy="0"/>
          <a:chOff x="0" y="0"/>
          <a:chExt cx="0" cy="0"/>
        </a:xfrm>
      </p:grpSpPr>
      <p:sp>
        <p:nvSpPr>
          <p:cNvPr id="410" name="Google Shape;410;p49"/>
          <p:cNvSpPr txBox="1"/>
          <p:nvPr>
            <p:ph type="title"/>
          </p:nvPr>
        </p:nvSpPr>
        <p:spPr>
          <a:xfrm>
            <a:off x="419812" y="425882"/>
            <a:ext cx="8304300" cy="394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700"/>
              <a:buFont typeface="Roboto Mono"/>
              <a:buNone/>
              <a:defRPr>
                <a:solidFill>
                  <a:schemeClr val="lt1"/>
                </a:solidFill>
                <a:latin typeface="Roboto Mono"/>
                <a:ea typeface="Roboto Mono"/>
                <a:cs typeface="Roboto Mono"/>
                <a:sym typeface="Roboto Mono"/>
              </a:defRPr>
            </a:lvl1pPr>
            <a:lvl2pPr lvl="1" algn="l">
              <a:lnSpc>
                <a:spcPct val="80000"/>
              </a:lnSpc>
              <a:spcBef>
                <a:spcPts val="0"/>
              </a:spcBef>
              <a:spcAft>
                <a:spcPts val="0"/>
              </a:spcAft>
              <a:buClr>
                <a:schemeClr val="lt1"/>
              </a:buClr>
              <a:buSzPts val="700"/>
              <a:buNone/>
              <a:defRPr>
                <a:solidFill>
                  <a:schemeClr val="lt1"/>
                </a:solidFill>
              </a:defRPr>
            </a:lvl2pPr>
            <a:lvl3pPr lvl="2" algn="l">
              <a:lnSpc>
                <a:spcPct val="80000"/>
              </a:lnSpc>
              <a:spcBef>
                <a:spcPts val="0"/>
              </a:spcBef>
              <a:spcAft>
                <a:spcPts val="0"/>
              </a:spcAft>
              <a:buClr>
                <a:schemeClr val="lt1"/>
              </a:buClr>
              <a:buSzPts val="700"/>
              <a:buNone/>
              <a:defRPr>
                <a:solidFill>
                  <a:schemeClr val="lt1"/>
                </a:solidFill>
              </a:defRPr>
            </a:lvl3pPr>
            <a:lvl4pPr lvl="3" algn="l">
              <a:lnSpc>
                <a:spcPct val="80000"/>
              </a:lnSpc>
              <a:spcBef>
                <a:spcPts val="0"/>
              </a:spcBef>
              <a:spcAft>
                <a:spcPts val="0"/>
              </a:spcAft>
              <a:buClr>
                <a:schemeClr val="lt1"/>
              </a:buClr>
              <a:buSzPts val="700"/>
              <a:buNone/>
              <a:defRPr>
                <a:solidFill>
                  <a:schemeClr val="lt1"/>
                </a:solidFill>
              </a:defRPr>
            </a:lvl4pPr>
            <a:lvl5pPr lvl="4" algn="l">
              <a:lnSpc>
                <a:spcPct val="80000"/>
              </a:lnSpc>
              <a:spcBef>
                <a:spcPts val="0"/>
              </a:spcBef>
              <a:spcAft>
                <a:spcPts val="0"/>
              </a:spcAft>
              <a:buClr>
                <a:schemeClr val="lt1"/>
              </a:buClr>
              <a:buSzPts val="700"/>
              <a:buNone/>
              <a:defRPr>
                <a:solidFill>
                  <a:schemeClr val="lt1"/>
                </a:solidFill>
              </a:defRPr>
            </a:lvl5pPr>
            <a:lvl6pPr lvl="5" algn="l">
              <a:lnSpc>
                <a:spcPct val="80000"/>
              </a:lnSpc>
              <a:spcBef>
                <a:spcPts val="0"/>
              </a:spcBef>
              <a:spcAft>
                <a:spcPts val="0"/>
              </a:spcAft>
              <a:buClr>
                <a:schemeClr val="lt1"/>
              </a:buClr>
              <a:buSzPts val="700"/>
              <a:buNone/>
              <a:defRPr>
                <a:solidFill>
                  <a:schemeClr val="lt1"/>
                </a:solidFill>
              </a:defRPr>
            </a:lvl6pPr>
            <a:lvl7pPr lvl="6" algn="l">
              <a:lnSpc>
                <a:spcPct val="80000"/>
              </a:lnSpc>
              <a:spcBef>
                <a:spcPts val="0"/>
              </a:spcBef>
              <a:spcAft>
                <a:spcPts val="0"/>
              </a:spcAft>
              <a:buClr>
                <a:schemeClr val="lt1"/>
              </a:buClr>
              <a:buSzPts val="700"/>
              <a:buNone/>
              <a:defRPr>
                <a:solidFill>
                  <a:schemeClr val="lt1"/>
                </a:solidFill>
              </a:defRPr>
            </a:lvl7pPr>
            <a:lvl8pPr lvl="7" algn="l">
              <a:lnSpc>
                <a:spcPct val="80000"/>
              </a:lnSpc>
              <a:spcBef>
                <a:spcPts val="0"/>
              </a:spcBef>
              <a:spcAft>
                <a:spcPts val="0"/>
              </a:spcAft>
              <a:buClr>
                <a:schemeClr val="lt1"/>
              </a:buClr>
              <a:buSzPts val="700"/>
              <a:buNone/>
              <a:defRPr>
                <a:solidFill>
                  <a:schemeClr val="lt1"/>
                </a:solidFill>
              </a:defRPr>
            </a:lvl8pPr>
            <a:lvl9pPr lvl="8" algn="l">
              <a:lnSpc>
                <a:spcPct val="80000"/>
              </a:lnSpc>
              <a:spcBef>
                <a:spcPts val="0"/>
              </a:spcBef>
              <a:spcAft>
                <a:spcPts val="0"/>
              </a:spcAft>
              <a:buClr>
                <a:schemeClr val="lt1"/>
              </a:buClr>
              <a:buSzPts val="700"/>
              <a:buNone/>
              <a:defRPr>
                <a:solidFill>
                  <a:schemeClr val="lt1"/>
                </a:solidFill>
              </a:defRPr>
            </a:lvl9pPr>
          </a:lstStyle>
          <a:p/>
        </p:txBody>
      </p:sp>
      <p:sp>
        <p:nvSpPr>
          <p:cNvPr id="411" name="Google Shape;411;p49"/>
          <p:cNvSpPr/>
          <p:nvPr>
            <p:ph idx="1" type="body"/>
          </p:nvPr>
        </p:nvSpPr>
        <p:spPr>
          <a:xfrm>
            <a:off x="419800" y="2571451"/>
            <a:ext cx="2627400" cy="1751700"/>
          </a:xfrm>
          <a:prstGeom prst="roundRect">
            <a:avLst>
              <a:gd fmla="val 7273" name="adj"/>
            </a:avLst>
          </a:prstGeom>
          <a:solidFill>
            <a:schemeClr val="l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SzPts val="1000"/>
              <a:buFont typeface="Inter"/>
              <a:buNone/>
              <a:defRPr sz="1000"/>
            </a:lvl1pPr>
            <a:lvl2pPr indent="-228600" lvl="1" marL="914400" algn="l">
              <a:lnSpc>
                <a:spcPct val="110000"/>
              </a:lnSpc>
              <a:spcBef>
                <a:spcPts val="900"/>
              </a:spcBef>
              <a:spcAft>
                <a:spcPts val="0"/>
              </a:spcAft>
              <a:buClr>
                <a:schemeClr val="dk1"/>
              </a:buClr>
              <a:buSzPts val="1000"/>
              <a:buFont typeface="Inter"/>
              <a:buNone/>
              <a:defRPr sz="1000"/>
            </a:lvl2pPr>
            <a:lvl3pPr indent="-228600" lvl="2" marL="1371600" algn="l">
              <a:lnSpc>
                <a:spcPct val="100000"/>
              </a:lnSpc>
              <a:spcBef>
                <a:spcPts val="200"/>
              </a:spcBef>
              <a:spcAft>
                <a:spcPts val="0"/>
              </a:spcAft>
              <a:buSzPts val="1000"/>
              <a:buFont typeface="Inter"/>
              <a:buNone/>
              <a:defRPr sz="1000"/>
            </a:lvl3pPr>
            <a:lvl4pPr indent="-228600" lvl="3" marL="1828800" algn="l">
              <a:lnSpc>
                <a:spcPct val="110000"/>
              </a:lnSpc>
              <a:spcBef>
                <a:spcPts val="300"/>
              </a:spcBef>
              <a:spcAft>
                <a:spcPts val="0"/>
              </a:spcAft>
              <a:buClr>
                <a:schemeClr val="dk1"/>
              </a:buClr>
              <a:buSzPts val="1000"/>
              <a:buFont typeface="Inter"/>
              <a:buNone/>
              <a:defRPr sz="1000">
                <a:latin typeface="Inter"/>
                <a:ea typeface="Inter"/>
                <a:cs typeface="Inter"/>
                <a:sym typeface="Inter"/>
              </a:defRPr>
            </a:lvl4pPr>
            <a:lvl5pPr indent="-228600" lvl="4" marL="2286000" algn="l">
              <a:lnSpc>
                <a:spcPct val="90000"/>
              </a:lnSpc>
              <a:spcBef>
                <a:spcPts val="600"/>
              </a:spcBef>
              <a:spcAft>
                <a:spcPts val="0"/>
              </a:spcAft>
              <a:buClr>
                <a:schemeClr val="dk1"/>
              </a:buClr>
              <a:buSzPts val="1000"/>
              <a:buFont typeface="Inter"/>
              <a:buNone/>
              <a:defRPr sz="1000">
                <a:latin typeface="Inter"/>
                <a:ea typeface="Inter"/>
                <a:cs typeface="Inter"/>
                <a:sym typeface="Inter"/>
              </a:defRPr>
            </a:lvl5pPr>
            <a:lvl6pPr indent="-228600" lvl="5" marL="2743200" algn="l">
              <a:lnSpc>
                <a:spcPct val="110000"/>
              </a:lnSpc>
              <a:spcBef>
                <a:spcPts val="200"/>
              </a:spcBef>
              <a:spcAft>
                <a:spcPts val="0"/>
              </a:spcAft>
              <a:buSzPts val="1000"/>
              <a:buFont typeface="Inter"/>
              <a:buNone/>
              <a:defRPr sz="1000">
                <a:latin typeface="Inter"/>
                <a:ea typeface="Inter"/>
                <a:cs typeface="Inter"/>
                <a:sym typeface="Inter"/>
              </a:defRPr>
            </a:lvl6pPr>
            <a:lvl7pPr indent="-228600" lvl="6" marL="3200400" algn="l">
              <a:lnSpc>
                <a:spcPct val="90000"/>
              </a:lnSpc>
              <a:spcBef>
                <a:spcPts val="100"/>
              </a:spcBef>
              <a:spcAft>
                <a:spcPts val="0"/>
              </a:spcAft>
              <a:buSzPts val="1000"/>
              <a:buFont typeface="Inter"/>
              <a:buNone/>
              <a:defRPr sz="1000">
                <a:latin typeface="Inter"/>
                <a:ea typeface="Inter"/>
                <a:cs typeface="Inter"/>
                <a:sym typeface="Inter"/>
              </a:defRPr>
            </a:lvl7pPr>
            <a:lvl8pPr indent="-228600" lvl="7" marL="3657600" algn="l">
              <a:lnSpc>
                <a:spcPct val="90000"/>
              </a:lnSpc>
              <a:spcBef>
                <a:spcPts val="1200"/>
              </a:spcBef>
              <a:spcAft>
                <a:spcPts val="0"/>
              </a:spcAft>
              <a:buSzPts val="1000"/>
              <a:buFont typeface="Inter"/>
              <a:buNone/>
              <a:defRPr sz="1000">
                <a:latin typeface="Inter"/>
                <a:ea typeface="Inter"/>
                <a:cs typeface="Inter"/>
                <a:sym typeface="Inter"/>
              </a:defRPr>
            </a:lvl8pPr>
            <a:lvl9pPr indent="-228600" lvl="8" marL="4114800" algn="l">
              <a:lnSpc>
                <a:spcPct val="90000"/>
              </a:lnSpc>
              <a:spcBef>
                <a:spcPts val="1200"/>
              </a:spcBef>
              <a:spcAft>
                <a:spcPts val="100"/>
              </a:spcAft>
              <a:buSzPts val="1000"/>
              <a:buFont typeface="Inter"/>
              <a:buNone/>
              <a:defRPr sz="1000">
                <a:latin typeface="Inter"/>
                <a:ea typeface="Inter"/>
                <a:cs typeface="Inter"/>
                <a:sym typeface="Inter"/>
              </a:defRPr>
            </a:lvl9pPr>
          </a:lstStyle>
          <a:p/>
        </p:txBody>
      </p:sp>
      <p:sp>
        <p:nvSpPr>
          <p:cNvPr id="412" name="Google Shape;412;p49"/>
          <p:cNvSpPr/>
          <p:nvPr>
            <p:ph idx="2" type="body"/>
          </p:nvPr>
        </p:nvSpPr>
        <p:spPr>
          <a:xfrm>
            <a:off x="419812" y="820068"/>
            <a:ext cx="2627400" cy="1562100"/>
          </a:xfrm>
          <a:prstGeom prst="roundRect">
            <a:avLst>
              <a:gd fmla="val 7356"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13" name="Google Shape;413;p49"/>
          <p:cNvSpPr/>
          <p:nvPr>
            <p:ph idx="3" type="body"/>
          </p:nvPr>
        </p:nvSpPr>
        <p:spPr>
          <a:xfrm>
            <a:off x="3255537" y="820068"/>
            <a:ext cx="2627400" cy="1562100"/>
          </a:xfrm>
          <a:prstGeom prst="roundRect">
            <a:avLst>
              <a:gd fmla="val 7356"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14" name="Google Shape;414;p49"/>
          <p:cNvSpPr/>
          <p:nvPr>
            <p:ph idx="4" type="body"/>
          </p:nvPr>
        </p:nvSpPr>
        <p:spPr>
          <a:xfrm>
            <a:off x="6091262" y="820068"/>
            <a:ext cx="2627400" cy="1562100"/>
          </a:xfrm>
          <a:prstGeom prst="roundRect">
            <a:avLst>
              <a:gd fmla="val 7356"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15" name="Google Shape;415;p49"/>
          <p:cNvSpPr/>
          <p:nvPr>
            <p:ph idx="5" type="body"/>
          </p:nvPr>
        </p:nvSpPr>
        <p:spPr>
          <a:xfrm>
            <a:off x="3255525" y="2571451"/>
            <a:ext cx="2627400" cy="1751700"/>
          </a:xfrm>
          <a:prstGeom prst="roundRect">
            <a:avLst>
              <a:gd fmla="val 7273" name="adj"/>
            </a:avLst>
          </a:prstGeom>
          <a:solidFill>
            <a:schemeClr val="l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SzPts val="1000"/>
              <a:buFont typeface="Inter"/>
              <a:buNone/>
              <a:defRPr sz="1000"/>
            </a:lvl1pPr>
            <a:lvl2pPr indent="-228600" lvl="1" marL="914400" algn="l">
              <a:lnSpc>
                <a:spcPct val="110000"/>
              </a:lnSpc>
              <a:spcBef>
                <a:spcPts val="900"/>
              </a:spcBef>
              <a:spcAft>
                <a:spcPts val="0"/>
              </a:spcAft>
              <a:buClr>
                <a:schemeClr val="dk1"/>
              </a:buClr>
              <a:buSzPts val="1000"/>
              <a:buFont typeface="Inter"/>
              <a:buNone/>
              <a:defRPr sz="1000"/>
            </a:lvl2pPr>
            <a:lvl3pPr indent="-228600" lvl="2" marL="1371600" algn="l">
              <a:lnSpc>
                <a:spcPct val="100000"/>
              </a:lnSpc>
              <a:spcBef>
                <a:spcPts val="200"/>
              </a:spcBef>
              <a:spcAft>
                <a:spcPts val="0"/>
              </a:spcAft>
              <a:buSzPts val="1000"/>
              <a:buFont typeface="Inter"/>
              <a:buNone/>
              <a:defRPr sz="1000"/>
            </a:lvl3pPr>
            <a:lvl4pPr indent="-228600" lvl="3" marL="1828800" algn="l">
              <a:lnSpc>
                <a:spcPct val="110000"/>
              </a:lnSpc>
              <a:spcBef>
                <a:spcPts val="300"/>
              </a:spcBef>
              <a:spcAft>
                <a:spcPts val="0"/>
              </a:spcAft>
              <a:buClr>
                <a:schemeClr val="dk1"/>
              </a:buClr>
              <a:buSzPts val="1000"/>
              <a:buFont typeface="Inter"/>
              <a:buNone/>
              <a:defRPr sz="1000">
                <a:latin typeface="Inter"/>
                <a:ea typeface="Inter"/>
                <a:cs typeface="Inter"/>
                <a:sym typeface="Inter"/>
              </a:defRPr>
            </a:lvl4pPr>
            <a:lvl5pPr indent="-228600" lvl="4" marL="2286000" algn="l">
              <a:lnSpc>
                <a:spcPct val="90000"/>
              </a:lnSpc>
              <a:spcBef>
                <a:spcPts val="600"/>
              </a:spcBef>
              <a:spcAft>
                <a:spcPts val="0"/>
              </a:spcAft>
              <a:buClr>
                <a:schemeClr val="dk1"/>
              </a:buClr>
              <a:buSzPts val="1000"/>
              <a:buFont typeface="Inter"/>
              <a:buNone/>
              <a:defRPr sz="1000">
                <a:latin typeface="Inter"/>
                <a:ea typeface="Inter"/>
                <a:cs typeface="Inter"/>
                <a:sym typeface="Inter"/>
              </a:defRPr>
            </a:lvl5pPr>
            <a:lvl6pPr indent="-228600" lvl="5" marL="2743200" algn="l">
              <a:lnSpc>
                <a:spcPct val="110000"/>
              </a:lnSpc>
              <a:spcBef>
                <a:spcPts val="200"/>
              </a:spcBef>
              <a:spcAft>
                <a:spcPts val="0"/>
              </a:spcAft>
              <a:buSzPts val="1000"/>
              <a:buFont typeface="Inter"/>
              <a:buNone/>
              <a:defRPr sz="1000">
                <a:latin typeface="Inter"/>
                <a:ea typeface="Inter"/>
                <a:cs typeface="Inter"/>
                <a:sym typeface="Inter"/>
              </a:defRPr>
            </a:lvl6pPr>
            <a:lvl7pPr indent="-228600" lvl="6" marL="3200400" algn="l">
              <a:lnSpc>
                <a:spcPct val="90000"/>
              </a:lnSpc>
              <a:spcBef>
                <a:spcPts val="100"/>
              </a:spcBef>
              <a:spcAft>
                <a:spcPts val="0"/>
              </a:spcAft>
              <a:buSzPts val="1000"/>
              <a:buFont typeface="Inter"/>
              <a:buNone/>
              <a:defRPr sz="1000">
                <a:latin typeface="Inter"/>
                <a:ea typeface="Inter"/>
                <a:cs typeface="Inter"/>
                <a:sym typeface="Inter"/>
              </a:defRPr>
            </a:lvl7pPr>
            <a:lvl8pPr indent="-228600" lvl="7" marL="3657600" algn="l">
              <a:lnSpc>
                <a:spcPct val="90000"/>
              </a:lnSpc>
              <a:spcBef>
                <a:spcPts val="1200"/>
              </a:spcBef>
              <a:spcAft>
                <a:spcPts val="0"/>
              </a:spcAft>
              <a:buSzPts val="1000"/>
              <a:buFont typeface="Inter"/>
              <a:buNone/>
              <a:defRPr sz="1000">
                <a:latin typeface="Inter"/>
                <a:ea typeface="Inter"/>
                <a:cs typeface="Inter"/>
                <a:sym typeface="Inter"/>
              </a:defRPr>
            </a:lvl8pPr>
            <a:lvl9pPr indent="-228600" lvl="8" marL="4114800" algn="l">
              <a:lnSpc>
                <a:spcPct val="90000"/>
              </a:lnSpc>
              <a:spcBef>
                <a:spcPts val="1200"/>
              </a:spcBef>
              <a:spcAft>
                <a:spcPts val="100"/>
              </a:spcAft>
              <a:buSzPts val="1000"/>
              <a:buFont typeface="Inter"/>
              <a:buNone/>
              <a:defRPr sz="1000">
                <a:latin typeface="Inter"/>
                <a:ea typeface="Inter"/>
                <a:cs typeface="Inter"/>
                <a:sym typeface="Inter"/>
              </a:defRPr>
            </a:lvl9pPr>
          </a:lstStyle>
          <a:p/>
        </p:txBody>
      </p:sp>
      <p:sp>
        <p:nvSpPr>
          <p:cNvPr id="416" name="Google Shape;416;p49"/>
          <p:cNvSpPr/>
          <p:nvPr>
            <p:ph idx="6" type="body"/>
          </p:nvPr>
        </p:nvSpPr>
        <p:spPr>
          <a:xfrm>
            <a:off x="6091250" y="2571451"/>
            <a:ext cx="2627400" cy="1751700"/>
          </a:xfrm>
          <a:prstGeom prst="roundRect">
            <a:avLst>
              <a:gd fmla="val 7273" name="adj"/>
            </a:avLst>
          </a:prstGeom>
          <a:solidFill>
            <a:schemeClr val="l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SzPts val="1000"/>
              <a:buFont typeface="Inter"/>
              <a:buNone/>
              <a:defRPr sz="1000"/>
            </a:lvl1pPr>
            <a:lvl2pPr indent="-228600" lvl="1" marL="914400" algn="l">
              <a:lnSpc>
                <a:spcPct val="110000"/>
              </a:lnSpc>
              <a:spcBef>
                <a:spcPts val="900"/>
              </a:spcBef>
              <a:spcAft>
                <a:spcPts val="0"/>
              </a:spcAft>
              <a:buClr>
                <a:schemeClr val="dk1"/>
              </a:buClr>
              <a:buSzPts val="1000"/>
              <a:buFont typeface="Inter"/>
              <a:buNone/>
              <a:defRPr sz="1000"/>
            </a:lvl2pPr>
            <a:lvl3pPr indent="-228600" lvl="2" marL="1371600" algn="l">
              <a:lnSpc>
                <a:spcPct val="100000"/>
              </a:lnSpc>
              <a:spcBef>
                <a:spcPts val="200"/>
              </a:spcBef>
              <a:spcAft>
                <a:spcPts val="0"/>
              </a:spcAft>
              <a:buSzPts val="1000"/>
              <a:buFont typeface="Inter"/>
              <a:buNone/>
              <a:defRPr sz="1000"/>
            </a:lvl3pPr>
            <a:lvl4pPr indent="-228600" lvl="3" marL="1828800" algn="l">
              <a:lnSpc>
                <a:spcPct val="110000"/>
              </a:lnSpc>
              <a:spcBef>
                <a:spcPts val="300"/>
              </a:spcBef>
              <a:spcAft>
                <a:spcPts val="0"/>
              </a:spcAft>
              <a:buClr>
                <a:schemeClr val="dk1"/>
              </a:buClr>
              <a:buSzPts val="1000"/>
              <a:buFont typeface="Inter"/>
              <a:buNone/>
              <a:defRPr sz="1000">
                <a:latin typeface="Inter"/>
                <a:ea typeface="Inter"/>
                <a:cs typeface="Inter"/>
                <a:sym typeface="Inter"/>
              </a:defRPr>
            </a:lvl4pPr>
            <a:lvl5pPr indent="-228600" lvl="4" marL="2286000" algn="l">
              <a:lnSpc>
                <a:spcPct val="90000"/>
              </a:lnSpc>
              <a:spcBef>
                <a:spcPts val="600"/>
              </a:spcBef>
              <a:spcAft>
                <a:spcPts val="0"/>
              </a:spcAft>
              <a:buClr>
                <a:schemeClr val="dk1"/>
              </a:buClr>
              <a:buSzPts val="1000"/>
              <a:buFont typeface="Inter"/>
              <a:buNone/>
              <a:defRPr sz="1000">
                <a:latin typeface="Inter"/>
                <a:ea typeface="Inter"/>
                <a:cs typeface="Inter"/>
                <a:sym typeface="Inter"/>
              </a:defRPr>
            </a:lvl5pPr>
            <a:lvl6pPr indent="-228600" lvl="5" marL="2743200" algn="l">
              <a:lnSpc>
                <a:spcPct val="110000"/>
              </a:lnSpc>
              <a:spcBef>
                <a:spcPts val="200"/>
              </a:spcBef>
              <a:spcAft>
                <a:spcPts val="0"/>
              </a:spcAft>
              <a:buSzPts val="1000"/>
              <a:buFont typeface="Inter"/>
              <a:buNone/>
              <a:defRPr sz="1000">
                <a:latin typeface="Inter"/>
                <a:ea typeface="Inter"/>
                <a:cs typeface="Inter"/>
                <a:sym typeface="Inter"/>
              </a:defRPr>
            </a:lvl6pPr>
            <a:lvl7pPr indent="-228600" lvl="6" marL="3200400" algn="l">
              <a:lnSpc>
                <a:spcPct val="90000"/>
              </a:lnSpc>
              <a:spcBef>
                <a:spcPts val="100"/>
              </a:spcBef>
              <a:spcAft>
                <a:spcPts val="0"/>
              </a:spcAft>
              <a:buSzPts val="1000"/>
              <a:buFont typeface="Inter"/>
              <a:buNone/>
              <a:defRPr sz="1000">
                <a:latin typeface="Inter"/>
                <a:ea typeface="Inter"/>
                <a:cs typeface="Inter"/>
                <a:sym typeface="Inter"/>
              </a:defRPr>
            </a:lvl7pPr>
            <a:lvl8pPr indent="-228600" lvl="7" marL="3657600" algn="l">
              <a:lnSpc>
                <a:spcPct val="90000"/>
              </a:lnSpc>
              <a:spcBef>
                <a:spcPts val="1200"/>
              </a:spcBef>
              <a:spcAft>
                <a:spcPts val="0"/>
              </a:spcAft>
              <a:buSzPts val="1000"/>
              <a:buFont typeface="Inter"/>
              <a:buNone/>
              <a:defRPr sz="1000">
                <a:latin typeface="Inter"/>
                <a:ea typeface="Inter"/>
                <a:cs typeface="Inter"/>
                <a:sym typeface="Inter"/>
              </a:defRPr>
            </a:lvl8pPr>
            <a:lvl9pPr indent="-228600" lvl="8" marL="4114800" algn="l">
              <a:lnSpc>
                <a:spcPct val="90000"/>
              </a:lnSpc>
              <a:spcBef>
                <a:spcPts val="1200"/>
              </a:spcBef>
              <a:spcAft>
                <a:spcPts val="100"/>
              </a:spcAft>
              <a:buSzPts val="1000"/>
              <a:buFont typeface="Inter"/>
              <a:buNone/>
              <a:defRPr sz="1000">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Dark Content Modules (4)">
  <p:cSld name="3 modules contrast + descr_1">
    <p:bg>
      <p:bgPr>
        <a:solidFill>
          <a:schemeClr val="dk2"/>
        </a:solidFill>
      </p:bgPr>
    </p:bg>
    <p:spTree>
      <p:nvGrpSpPr>
        <p:cNvPr id="417" name="Shape 417"/>
        <p:cNvGrpSpPr/>
        <p:nvPr/>
      </p:nvGrpSpPr>
      <p:grpSpPr>
        <a:xfrm>
          <a:off x="0" y="0"/>
          <a:ext cx="0" cy="0"/>
          <a:chOff x="0" y="0"/>
          <a:chExt cx="0" cy="0"/>
        </a:xfrm>
      </p:grpSpPr>
      <p:sp>
        <p:nvSpPr>
          <p:cNvPr id="418" name="Google Shape;418;p50"/>
          <p:cNvSpPr txBox="1"/>
          <p:nvPr>
            <p:ph type="title"/>
          </p:nvPr>
        </p:nvSpPr>
        <p:spPr>
          <a:xfrm>
            <a:off x="419812" y="425882"/>
            <a:ext cx="8304300" cy="394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700"/>
              <a:buFont typeface="Roboto Mono"/>
              <a:buNone/>
              <a:defRPr>
                <a:solidFill>
                  <a:schemeClr val="lt1"/>
                </a:solidFill>
                <a:latin typeface="Roboto Mono"/>
                <a:ea typeface="Roboto Mono"/>
                <a:cs typeface="Roboto Mono"/>
                <a:sym typeface="Roboto Mono"/>
              </a:defRPr>
            </a:lvl1pPr>
            <a:lvl2pPr lvl="1" algn="l">
              <a:lnSpc>
                <a:spcPct val="80000"/>
              </a:lnSpc>
              <a:spcBef>
                <a:spcPts val="0"/>
              </a:spcBef>
              <a:spcAft>
                <a:spcPts val="0"/>
              </a:spcAft>
              <a:buClr>
                <a:schemeClr val="lt1"/>
              </a:buClr>
              <a:buSzPts val="700"/>
              <a:buNone/>
              <a:defRPr>
                <a:solidFill>
                  <a:schemeClr val="lt1"/>
                </a:solidFill>
              </a:defRPr>
            </a:lvl2pPr>
            <a:lvl3pPr lvl="2" algn="l">
              <a:lnSpc>
                <a:spcPct val="80000"/>
              </a:lnSpc>
              <a:spcBef>
                <a:spcPts val="0"/>
              </a:spcBef>
              <a:spcAft>
                <a:spcPts val="0"/>
              </a:spcAft>
              <a:buClr>
                <a:schemeClr val="lt1"/>
              </a:buClr>
              <a:buSzPts val="700"/>
              <a:buNone/>
              <a:defRPr>
                <a:solidFill>
                  <a:schemeClr val="lt1"/>
                </a:solidFill>
              </a:defRPr>
            </a:lvl3pPr>
            <a:lvl4pPr lvl="3" algn="l">
              <a:lnSpc>
                <a:spcPct val="80000"/>
              </a:lnSpc>
              <a:spcBef>
                <a:spcPts val="0"/>
              </a:spcBef>
              <a:spcAft>
                <a:spcPts val="0"/>
              </a:spcAft>
              <a:buClr>
                <a:schemeClr val="lt1"/>
              </a:buClr>
              <a:buSzPts val="700"/>
              <a:buNone/>
              <a:defRPr>
                <a:solidFill>
                  <a:schemeClr val="lt1"/>
                </a:solidFill>
              </a:defRPr>
            </a:lvl4pPr>
            <a:lvl5pPr lvl="4" algn="l">
              <a:lnSpc>
                <a:spcPct val="80000"/>
              </a:lnSpc>
              <a:spcBef>
                <a:spcPts val="0"/>
              </a:spcBef>
              <a:spcAft>
                <a:spcPts val="0"/>
              </a:spcAft>
              <a:buClr>
                <a:schemeClr val="lt1"/>
              </a:buClr>
              <a:buSzPts val="700"/>
              <a:buNone/>
              <a:defRPr>
                <a:solidFill>
                  <a:schemeClr val="lt1"/>
                </a:solidFill>
              </a:defRPr>
            </a:lvl5pPr>
            <a:lvl6pPr lvl="5" algn="l">
              <a:lnSpc>
                <a:spcPct val="80000"/>
              </a:lnSpc>
              <a:spcBef>
                <a:spcPts val="0"/>
              </a:spcBef>
              <a:spcAft>
                <a:spcPts val="0"/>
              </a:spcAft>
              <a:buClr>
                <a:schemeClr val="lt1"/>
              </a:buClr>
              <a:buSzPts val="700"/>
              <a:buNone/>
              <a:defRPr>
                <a:solidFill>
                  <a:schemeClr val="lt1"/>
                </a:solidFill>
              </a:defRPr>
            </a:lvl6pPr>
            <a:lvl7pPr lvl="6" algn="l">
              <a:lnSpc>
                <a:spcPct val="80000"/>
              </a:lnSpc>
              <a:spcBef>
                <a:spcPts val="0"/>
              </a:spcBef>
              <a:spcAft>
                <a:spcPts val="0"/>
              </a:spcAft>
              <a:buClr>
                <a:schemeClr val="lt1"/>
              </a:buClr>
              <a:buSzPts val="700"/>
              <a:buNone/>
              <a:defRPr>
                <a:solidFill>
                  <a:schemeClr val="lt1"/>
                </a:solidFill>
              </a:defRPr>
            </a:lvl7pPr>
            <a:lvl8pPr lvl="7" algn="l">
              <a:lnSpc>
                <a:spcPct val="80000"/>
              </a:lnSpc>
              <a:spcBef>
                <a:spcPts val="0"/>
              </a:spcBef>
              <a:spcAft>
                <a:spcPts val="0"/>
              </a:spcAft>
              <a:buClr>
                <a:schemeClr val="lt1"/>
              </a:buClr>
              <a:buSzPts val="700"/>
              <a:buNone/>
              <a:defRPr>
                <a:solidFill>
                  <a:schemeClr val="lt1"/>
                </a:solidFill>
              </a:defRPr>
            </a:lvl8pPr>
            <a:lvl9pPr lvl="8" algn="l">
              <a:lnSpc>
                <a:spcPct val="80000"/>
              </a:lnSpc>
              <a:spcBef>
                <a:spcPts val="0"/>
              </a:spcBef>
              <a:spcAft>
                <a:spcPts val="0"/>
              </a:spcAft>
              <a:buClr>
                <a:schemeClr val="lt1"/>
              </a:buClr>
              <a:buSzPts val="700"/>
              <a:buNone/>
              <a:defRPr>
                <a:solidFill>
                  <a:schemeClr val="lt1"/>
                </a:solidFill>
              </a:defRPr>
            </a:lvl9pPr>
          </a:lstStyle>
          <a:p/>
        </p:txBody>
      </p:sp>
      <p:sp>
        <p:nvSpPr>
          <p:cNvPr id="419" name="Google Shape;419;p50"/>
          <p:cNvSpPr/>
          <p:nvPr>
            <p:ph idx="1" type="body"/>
          </p:nvPr>
        </p:nvSpPr>
        <p:spPr>
          <a:xfrm>
            <a:off x="419812" y="820068"/>
            <a:ext cx="2627400" cy="1562100"/>
          </a:xfrm>
          <a:prstGeom prst="roundRect">
            <a:avLst>
              <a:gd fmla="val 7356"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20" name="Google Shape;420;p50"/>
          <p:cNvSpPr/>
          <p:nvPr>
            <p:ph idx="2" type="body"/>
          </p:nvPr>
        </p:nvSpPr>
        <p:spPr>
          <a:xfrm>
            <a:off x="430292" y="2571752"/>
            <a:ext cx="8293800" cy="1751700"/>
          </a:xfrm>
          <a:prstGeom prst="roundRect">
            <a:avLst>
              <a:gd fmla="val 5008" name="adj"/>
            </a:avLst>
          </a:prstGeom>
          <a:solidFill>
            <a:schemeClr val="l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SzPts val="1000"/>
              <a:buFont typeface="Inter"/>
              <a:buNone/>
              <a:defRPr sz="1000"/>
            </a:lvl1pPr>
            <a:lvl2pPr indent="-228600" lvl="1" marL="914400" algn="l">
              <a:lnSpc>
                <a:spcPct val="110000"/>
              </a:lnSpc>
              <a:spcBef>
                <a:spcPts val="900"/>
              </a:spcBef>
              <a:spcAft>
                <a:spcPts val="0"/>
              </a:spcAft>
              <a:buSzPts val="1000"/>
              <a:buFont typeface="Inter"/>
              <a:buNone/>
              <a:defRPr sz="1000"/>
            </a:lvl2pPr>
            <a:lvl3pPr indent="-228600" lvl="2" marL="1371600" algn="l">
              <a:lnSpc>
                <a:spcPct val="100000"/>
              </a:lnSpc>
              <a:spcBef>
                <a:spcPts val="200"/>
              </a:spcBef>
              <a:spcAft>
                <a:spcPts val="0"/>
              </a:spcAft>
              <a:buClr>
                <a:srgbClr val="FFFFFF"/>
              </a:buClr>
              <a:buSzPts val="1000"/>
              <a:buFont typeface="Inter"/>
              <a:buNone/>
              <a:defRPr sz="1000"/>
            </a:lvl3pPr>
            <a:lvl4pPr indent="-228600" lvl="3" marL="1828800" algn="l">
              <a:lnSpc>
                <a:spcPct val="110000"/>
              </a:lnSpc>
              <a:spcBef>
                <a:spcPts val="300"/>
              </a:spcBef>
              <a:spcAft>
                <a:spcPts val="0"/>
              </a:spcAft>
              <a:buSzPts val="1000"/>
              <a:buFont typeface="Inter"/>
              <a:buNone/>
              <a:defRPr sz="1000">
                <a:latin typeface="Inter"/>
                <a:ea typeface="Inter"/>
                <a:cs typeface="Inter"/>
                <a:sym typeface="Inter"/>
              </a:defRPr>
            </a:lvl4pPr>
            <a:lvl5pPr indent="-228600" lvl="4" marL="2286000" algn="l">
              <a:lnSpc>
                <a:spcPct val="90000"/>
              </a:lnSpc>
              <a:spcBef>
                <a:spcPts val="600"/>
              </a:spcBef>
              <a:spcAft>
                <a:spcPts val="0"/>
              </a:spcAft>
              <a:buSzPts val="1000"/>
              <a:buFont typeface="Inter"/>
              <a:buNone/>
              <a:defRPr sz="1000">
                <a:latin typeface="Inter"/>
                <a:ea typeface="Inter"/>
                <a:cs typeface="Inter"/>
                <a:sym typeface="Inter"/>
              </a:defRPr>
            </a:lvl5pPr>
            <a:lvl6pPr indent="-228600" lvl="5" marL="2743200" algn="l">
              <a:lnSpc>
                <a:spcPct val="110000"/>
              </a:lnSpc>
              <a:spcBef>
                <a:spcPts val="200"/>
              </a:spcBef>
              <a:spcAft>
                <a:spcPts val="0"/>
              </a:spcAft>
              <a:buClr>
                <a:srgbClr val="FFFFFF"/>
              </a:buClr>
              <a:buSzPts val="1000"/>
              <a:buFont typeface="Inter"/>
              <a:buNone/>
              <a:defRPr sz="1000">
                <a:latin typeface="Inter"/>
                <a:ea typeface="Inter"/>
                <a:cs typeface="Inter"/>
                <a:sym typeface="Inter"/>
              </a:defRPr>
            </a:lvl6pPr>
            <a:lvl7pPr indent="-228600" lvl="6" marL="3200400" algn="l">
              <a:lnSpc>
                <a:spcPct val="90000"/>
              </a:lnSpc>
              <a:spcBef>
                <a:spcPts val="100"/>
              </a:spcBef>
              <a:spcAft>
                <a:spcPts val="0"/>
              </a:spcAft>
              <a:buClr>
                <a:srgbClr val="FFFFFF"/>
              </a:buClr>
              <a:buSzPts val="1000"/>
              <a:buFont typeface="Inter"/>
              <a:buNone/>
              <a:defRPr sz="1000">
                <a:latin typeface="Inter"/>
                <a:ea typeface="Inter"/>
                <a:cs typeface="Inter"/>
                <a:sym typeface="Inter"/>
              </a:defRPr>
            </a:lvl7pPr>
            <a:lvl8pPr indent="-228600" lvl="7" marL="3657600" algn="l">
              <a:lnSpc>
                <a:spcPct val="90000"/>
              </a:lnSpc>
              <a:spcBef>
                <a:spcPts val="1200"/>
              </a:spcBef>
              <a:spcAft>
                <a:spcPts val="0"/>
              </a:spcAft>
              <a:buClr>
                <a:srgbClr val="FFFFFF"/>
              </a:buClr>
              <a:buSzPts val="1000"/>
              <a:buFont typeface="Inter"/>
              <a:buNone/>
              <a:defRPr sz="1000">
                <a:latin typeface="Inter"/>
                <a:ea typeface="Inter"/>
                <a:cs typeface="Inter"/>
                <a:sym typeface="Inter"/>
              </a:defRPr>
            </a:lvl8pPr>
            <a:lvl9pPr indent="-228600" lvl="8" marL="4114800" algn="l">
              <a:lnSpc>
                <a:spcPct val="90000"/>
              </a:lnSpc>
              <a:spcBef>
                <a:spcPts val="1200"/>
              </a:spcBef>
              <a:spcAft>
                <a:spcPts val="100"/>
              </a:spcAft>
              <a:buClr>
                <a:srgbClr val="FFFFFF"/>
              </a:buClr>
              <a:buSzPts val="1000"/>
              <a:buFont typeface="Inter"/>
              <a:buNone/>
              <a:defRPr sz="1000">
                <a:latin typeface="Inter"/>
                <a:ea typeface="Inter"/>
                <a:cs typeface="Inter"/>
                <a:sym typeface="Inter"/>
              </a:defRPr>
            </a:lvl9pPr>
          </a:lstStyle>
          <a:p/>
        </p:txBody>
      </p:sp>
      <p:sp>
        <p:nvSpPr>
          <p:cNvPr id="421" name="Google Shape;421;p50"/>
          <p:cNvSpPr/>
          <p:nvPr>
            <p:ph idx="3" type="body"/>
          </p:nvPr>
        </p:nvSpPr>
        <p:spPr>
          <a:xfrm>
            <a:off x="3255537" y="820068"/>
            <a:ext cx="2627400" cy="1562100"/>
          </a:xfrm>
          <a:prstGeom prst="roundRect">
            <a:avLst>
              <a:gd fmla="val 7356"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22" name="Google Shape;422;p50"/>
          <p:cNvSpPr/>
          <p:nvPr>
            <p:ph idx="4" type="body"/>
          </p:nvPr>
        </p:nvSpPr>
        <p:spPr>
          <a:xfrm>
            <a:off x="6091262" y="820068"/>
            <a:ext cx="2627400" cy="1562100"/>
          </a:xfrm>
          <a:prstGeom prst="roundRect">
            <a:avLst>
              <a:gd fmla="val 7356" name="adj"/>
            </a:avLst>
          </a:prstGeom>
          <a:solidFill>
            <a:schemeClr val="accent1"/>
          </a:solidFill>
          <a:ln>
            <a:noFill/>
          </a:ln>
        </p:spPr>
        <p:txBody>
          <a:bodyPr anchorCtr="0" anchor="t" bIns="144000" lIns="144000" spcFirstLastPara="1" rIns="144000" wrap="square" tIns="144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Dark Content Modules (4)">
  <p:cSld name="3 modules contrast + descr_1_1">
    <p:bg>
      <p:bgPr>
        <a:solidFill>
          <a:schemeClr val="dk2"/>
        </a:solidFill>
      </p:bgPr>
    </p:bg>
    <p:spTree>
      <p:nvGrpSpPr>
        <p:cNvPr id="423" name="Shape 423"/>
        <p:cNvGrpSpPr/>
        <p:nvPr/>
      </p:nvGrpSpPr>
      <p:grpSpPr>
        <a:xfrm>
          <a:off x="0" y="0"/>
          <a:ext cx="0" cy="0"/>
          <a:chOff x="0" y="0"/>
          <a:chExt cx="0" cy="0"/>
        </a:xfrm>
      </p:grpSpPr>
      <p:sp>
        <p:nvSpPr>
          <p:cNvPr id="424" name="Google Shape;424;p51"/>
          <p:cNvSpPr txBox="1"/>
          <p:nvPr>
            <p:ph type="title"/>
          </p:nvPr>
        </p:nvSpPr>
        <p:spPr>
          <a:xfrm>
            <a:off x="419812" y="425882"/>
            <a:ext cx="8304300" cy="394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700"/>
              <a:buFont typeface="Roboto Mono"/>
              <a:buNone/>
              <a:defRPr>
                <a:solidFill>
                  <a:schemeClr val="lt1"/>
                </a:solidFill>
                <a:latin typeface="Roboto Mono"/>
                <a:ea typeface="Roboto Mono"/>
                <a:cs typeface="Roboto Mono"/>
                <a:sym typeface="Roboto Mono"/>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425" name="Google Shape;425;p51"/>
          <p:cNvSpPr/>
          <p:nvPr>
            <p:ph idx="1" type="body"/>
          </p:nvPr>
        </p:nvSpPr>
        <p:spPr>
          <a:xfrm>
            <a:off x="419812" y="820076"/>
            <a:ext cx="1922100" cy="3505800"/>
          </a:xfrm>
          <a:prstGeom prst="roundRect">
            <a:avLst>
              <a:gd fmla="val 5946" name="adj"/>
            </a:avLst>
          </a:prstGeom>
          <a:solidFill>
            <a:schemeClr val="accent5"/>
          </a:solidFill>
          <a:ln>
            <a:noFill/>
          </a:ln>
        </p:spPr>
        <p:txBody>
          <a:bodyPr anchorCtr="0" anchor="t" bIns="108000" lIns="108000" spcFirstLastPara="1" rIns="108000" wrap="square" tIns="108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26" name="Google Shape;426;p51"/>
          <p:cNvSpPr/>
          <p:nvPr>
            <p:ph idx="2" type="body"/>
          </p:nvPr>
        </p:nvSpPr>
        <p:spPr>
          <a:xfrm>
            <a:off x="2544145" y="820069"/>
            <a:ext cx="1922100" cy="3505800"/>
          </a:xfrm>
          <a:prstGeom prst="roundRect">
            <a:avLst>
              <a:gd fmla="val 6786" name="adj"/>
            </a:avLst>
          </a:prstGeom>
          <a:solidFill>
            <a:schemeClr val="accent5"/>
          </a:solidFill>
          <a:ln>
            <a:noFill/>
          </a:ln>
        </p:spPr>
        <p:txBody>
          <a:bodyPr anchorCtr="0" anchor="t" bIns="108000" lIns="108000" spcFirstLastPara="1" rIns="108000" wrap="square" tIns="108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27" name="Google Shape;427;p51"/>
          <p:cNvSpPr/>
          <p:nvPr>
            <p:ph idx="3" type="body"/>
          </p:nvPr>
        </p:nvSpPr>
        <p:spPr>
          <a:xfrm>
            <a:off x="4667246" y="820069"/>
            <a:ext cx="1922100" cy="3505800"/>
          </a:xfrm>
          <a:prstGeom prst="roundRect">
            <a:avLst>
              <a:gd fmla="val 6786" name="adj"/>
            </a:avLst>
          </a:prstGeom>
          <a:solidFill>
            <a:schemeClr val="accent5"/>
          </a:solidFill>
          <a:ln>
            <a:noFill/>
          </a:ln>
        </p:spPr>
        <p:txBody>
          <a:bodyPr anchorCtr="0" anchor="t" bIns="108000" lIns="108000" spcFirstLastPara="1" rIns="108000" wrap="square" tIns="108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
        <p:nvSpPr>
          <p:cNvPr id="428" name="Google Shape;428;p51"/>
          <p:cNvSpPr/>
          <p:nvPr>
            <p:ph idx="4" type="body"/>
          </p:nvPr>
        </p:nvSpPr>
        <p:spPr>
          <a:xfrm>
            <a:off x="6802060" y="820069"/>
            <a:ext cx="1922100" cy="3505800"/>
          </a:xfrm>
          <a:prstGeom prst="roundRect">
            <a:avLst>
              <a:gd fmla="val 6786" name="adj"/>
            </a:avLst>
          </a:prstGeom>
          <a:solidFill>
            <a:schemeClr val="accent5"/>
          </a:solidFill>
          <a:ln>
            <a:noFill/>
          </a:ln>
        </p:spPr>
        <p:txBody>
          <a:bodyPr anchorCtr="0" anchor="t" bIns="108000" lIns="108000" spcFirstLastPara="1" rIns="108000" wrap="square" tIns="108000">
            <a:noAutofit/>
          </a:bodyPr>
          <a:lstStyle>
            <a:lvl1pPr indent="-228600" lvl="0" marL="457200" algn="l">
              <a:lnSpc>
                <a:spcPct val="110000"/>
              </a:lnSpc>
              <a:spcBef>
                <a:spcPts val="100"/>
              </a:spcBef>
              <a:spcAft>
                <a:spcPts val="0"/>
              </a:spcAft>
              <a:buClr>
                <a:schemeClr val="lt1"/>
              </a:buClr>
              <a:buSzPts val="1000"/>
              <a:buFont typeface="Inter"/>
              <a:buNone/>
              <a:defRPr sz="1000">
                <a:solidFill>
                  <a:schemeClr val="lt1"/>
                </a:solidFill>
              </a:defRPr>
            </a:lvl1pPr>
            <a:lvl2pPr indent="-228600" lvl="1" marL="914400" algn="l">
              <a:lnSpc>
                <a:spcPct val="110000"/>
              </a:lnSpc>
              <a:spcBef>
                <a:spcPts val="900"/>
              </a:spcBef>
              <a:spcAft>
                <a:spcPts val="0"/>
              </a:spcAft>
              <a:buClr>
                <a:schemeClr val="lt1"/>
              </a:buClr>
              <a:buSzPts val="1000"/>
              <a:buFont typeface="Inter"/>
              <a:buNone/>
              <a:defRPr sz="1000">
                <a:solidFill>
                  <a:schemeClr val="lt1"/>
                </a:solidFill>
              </a:defRPr>
            </a:lvl2pPr>
            <a:lvl3pPr indent="-228600" lvl="2" marL="1371600" algn="l">
              <a:lnSpc>
                <a:spcPct val="100000"/>
              </a:lnSpc>
              <a:spcBef>
                <a:spcPts val="200"/>
              </a:spcBef>
              <a:spcAft>
                <a:spcPts val="0"/>
              </a:spcAft>
              <a:buClr>
                <a:schemeClr val="lt1"/>
              </a:buClr>
              <a:buSzPts val="1000"/>
              <a:buFont typeface="Inter"/>
              <a:buNone/>
              <a:defRPr sz="1000">
                <a:solidFill>
                  <a:schemeClr val="lt1"/>
                </a:solidFill>
              </a:defRPr>
            </a:lvl3pPr>
            <a:lvl4pPr indent="-228600" lvl="3" marL="1828800" algn="l">
              <a:lnSpc>
                <a:spcPct val="110000"/>
              </a:lnSpc>
              <a:spcBef>
                <a:spcPts val="300"/>
              </a:spcBef>
              <a:spcAft>
                <a:spcPts val="0"/>
              </a:spcAft>
              <a:buClr>
                <a:schemeClr val="lt1"/>
              </a:buClr>
              <a:buSzPts val="1000"/>
              <a:buFont typeface="Inter"/>
              <a:buNone/>
              <a:defRPr sz="1000">
                <a:solidFill>
                  <a:schemeClr val="lt1"/>
                </a:solidFill>
                <a:latin typeface="Inter"/>
                <a:ea typeface="Inter"/>
                <a:cs typeface="Inter"/>
                <a:sym typeface="Inter"/>
              </a:defRPr>
            </a:lvl4pPr>
            <a:lvl5pPr indent="-228600" lvl="4" marL="2286000" algn="l">
              <a:lnSpc>
                <a:spcPct val="90000"/>
              </a:lnSpc>
              <a:spcBef>
                <a:spcPts val="600"/>
              </a:spcBef>
              <a:spcAft>
                <a:spcPts val="0"/>
              </a:spcAft>
              <a:buClr>
                <a:schemeClr val="lt1"/>
              </a:buClr>
              <a:buSzPts val="1000"/>
              <a:buFont typeface="Inter"/>
              <a:buNone/>
              <a:defRPr sz="1000">
                <a:solidFill>
                  <a:schemeClr val="lt1"/>
                </a:solidFill>
                <a:latin typeface="Inter"/>
                <a:ea typeface="Inter"/>
                <a:cs typeface="Inter"/>
                <a:sym typeface="Inter"/>
              </a:defRPr>
            </a:lvl5pPr>
            <a:lvl6pPr indent="-228600" lvl="5" marL="2743200" algn="l">
              <a:lnSpc>
                <a:spcPct val="110000"/>
              </a:lnSpc>
              <a:spcBef>
                <a:spcPts val="200"/>
              </a:spcBef>
              <a:spcAft>
                <a:spcPts val="0"/>
              </a:spcAft>
              <a:buClr>
                <a:schemeClr val="lt1"/>
              </a:buClr>
              <a:buSzPts val="1000"/>
              <a:buFont typeface="Inter"/>
              <a:buNone/>
              <a:defRPr sz="1000">
                <a:solidFill>
                  <a:schemeClr val="lt1"/>
                </a:solidFill>
                <a:latin typeface="Inter"/>
                <a:ea typeface="Inter"/>
                <a:cs typeface="Inter"/>
                <a:sym typeface="Inter"/>
              </a:defRPr>
            </a:lvl6pPr>
            <a:lvl7pPr indent="-228600" lvl="6" marL="3200400" algn="l">
              <a:lnSpc>
                <a:spcPct val="90000"/>
              </a:lnSpc>
              <a:spcBef>
                <a:spcPts val="100"/>
              </a:spcBef>
              <a:spcAft>
                <a:spcPts val="0"/>
              </a:spcAft>
              <a:buClr>
                <a:schemeClr val="lt1"/>
              </a:buClr>
              <a:buSzPts val="1000"/>
              <a:buFont typeface="Inter"/>
              <a:buNone/>
              <a:defRPr sz="1000">
                <a:solidFill>
                  <a:schemeClr val="lt1"/>
                </a:solidFill>
                <a:latin typeface="Inter"/>
                <a:ea typeface="Inter"/>
                <a:cs typeface="Inter"/>
                <a:sym typeface="Inter"/>
              </a:defRPr>
            </a:lvl7pPr>
            <a:lvl8pPr indent="-228600" lvl="7" marL="3657600" algn="l">
              <a:lnSpc>
                <a:spcPct val="90000"/>
              </a:lnSpc>
              <a:spcBef>
                <a:spcPts val="1200"/>
              </a:spcBef>
              <a:spcAft>
                <a:spcPts val="0"/>
              </a:spcAft>
              <a:buClr>
                <a:schemeClr val="lt1"/>
              </a:buClr>
              <a:buSzPts val="1000"/>
              <a:buFont typeface="Inter"/>
              <a:buNone/>
              <a:defRPr sz="1000">
                <a:solidFill>
                  <a:schemeClr val="lt1"/>
                </a:solidFill>
                <a:latin typeface="Inter"/>
                <a:ea typeface="Inter"/>
                <a:cs typeface="Inter"/>
                <a:sym typeface="Inter"/>
              </a:defRPr>
            </a:lvl8pPr>
            <a:lvl9pPr indent="-228600" lvl="8" marL="4114800" algn="l">
              <a:lnSpc>
                <a:spcPct val="90000"/>
              </a:lnSpc>
              <a:spcBef>
                <a:spcPts val="1200"/>
              </a:spcBef>
              <a:spcAft>
                <a:spcPts val="100"/>
              </a:spcAft>
              <a:buClr>
                <a:schemeClr val="lt1"/>
              </a:buClr>
              <a:buSzPts val="1000"/>
              <a:buFont typeface="Inter"/>
              <a:buNone/>
              <a:defRPr sz="1000">
                <a:solidFill>
                  <a:schemeClr val="lt1"/>
                </a:solidFill>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Map + List">
  <p:cSld name="Map with list">
    <p:spTree>
      <p:nvGrpSpPr>
        <p:cNvPr id="429" name="Shape 429"/>
        <p:cNvGrpSpPr/>
        <p:nvPr/>
      </p:nvGrpSpPr>
      <p:grpSpPr>
        <a:xfrm>
          <a:off x="0" y="0"/>
          <a:ext cx="0" cy="0"/>
          <a:chOff x="0" y="0"/>
          <a:chExt cx="0" cy="0"/>
        </a:xfrm>
      </p:grpSpPr>
      <p:sp>
        <p:nvSpPr>
          <p:cNvPr id="430" name="Google Shape;430;p52"/>
          <p:cNvSpPr/>
          <p:nvPr/>
        </p:nvSpPr>
        <p:spPr>
          <a:xfrm>
            <a:off x="6085725" y="820075"/>
            <a:ext cx="2629800" cy="3505800"/>
          </a:xfrm>
          <a:prstGeom prst="roundRect">
            <a:avLst>
              <a:gd fmla="val 372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31" name="Google Shape;431;p52"/>
          <p:cNvSpPr/>
          <p:nvPr/>
        </p:nvSpPr>
        <p:spPr>
          <a:xfrm>
            <a:off x="419812" y="820069"/>
            <a:ext cx="5463600" cy="3505800"/>
          </a:xfrm>
          <a:prstGeom prst="roundRect">
            <a:avLst>
              <a:gd fmla="val 2928" name="adj"/>
            </a:avLst>
          </a:prstGeom>
          <a:solidFill>
            <a:srgbClr val="CFE5FF"/>
          </a:solidFill>
          <a:ln>
            <a:noFill/>
          </a:ln>
        </p:spPr>
        <p:txBody>
          <a:bodyPr anchorCtr="0" anchor="t" bIns="97925" lIns="111925" spcFirstLastPara="1" rIns="139900" wrap="square" tIns="111925">
            <a:noAutofit/>
          </a:bodyPr>
          <a:lstStyle/>
          <a:p>
            <a:pPr indent="0" lvl="0" marL="0" marR="0" rtl="0" algn="l">
              <a:lnSpc>
                <a:spcPct val="110000"/>
              </a:lnSpc>
              <a:spcBef>
                <a:spcPts val="0"/>
              </a:spcBef>
              <a:spcAft>
                <a:spcPts val="0"/>
              </a:spcAft>
              <a:buNone/>
            </a:pPr>
            <a:r>
              <a:t/>
            </a:r>
            <a:endParaRPr b="0" i="0" sz="900" u="none" cap="none" strike="noStrike">
              <a:solidFill>
                <a:schemeClr val="dk1"/>
              </a:solidFill>
              <a:latin typeface="Inter"/>
              <a:ea typeface="Inter"/>
              <a:cs typeface="Inter"/>
              <a:sym typeface="Inter"/>
            </a:endParaRPr>
          </a:p>
        </p:txBody>
      </p:sp>
      <p:sp>
        <p:nvSpPr>
          <p:cNvPr id="432" name="Google Shape;432;p52"/>
          <p:cNvSpPr txBox="1"/>
          <p:nvPr>
            <p:ph type="title"/>
          </p:nvPr>
        </p:nvSpPr>
        <p:spPr>
          <a:xfrm>
            <a:off x="419812" y="425882"/>
            <a:ext cx="82959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pic>
        <p:nvPicPr>
          <p:cNvPr id="433" name="Google Shape;433;p52"/>
          <p:cNvPicPr preferRelativeResize="0"/>
          <p:nvPr/>
        </p:nvPicPr>
        <p:blipFill rotWithShape="1">
          <a:blip r:embed="rId2">
            <a:alphaModFix/>
          </a:blip>
          <a:srcRect b="0" l="0" r="0" t="0"/>
          <a:stretch/>
        </p:blipFill>
        <p:spPr>
          <a:xfrm>
            <a:off x="642138" y="1490250"/>
            <a:ext cx="4972193" cy="2334768"/>
          </a:xfrm>
          <a:prstGeom prst="rect">
            <a:avLst/>
          </a:prstGeom>
          <a:noFill/>
          <a:ln>
            <a:noFill/>
          </a:ln>
        </p:spPr>
      </p:pic>
      <p:sp>
        <p:nvSpPr>
          <p:cNvPr id="434" name="Google Shape;434;p52"/>
          <p:cNvSpPr txBox="1"/>
          <p:nvPr>
            <p:ph idx="1" type="body"/>
          </p:nvPr>
        </p:nvSpPr>
        <p:spPr>
          <a:xfrm>
            <a:off x="6387250" y="1092250"/>
            <a:ext cx="1015200" cy="2948100"/>
          </a:xfrm>
          <a:prstGeom prst="rect">
            <a:avLst/>
          </a:prstGeom>
          <a:noFill/>
          <a:ln>
            <a:noFill/>
          </a:ln>
        </p:spPr>
        <p:txBody>
          <a:bodyPr anchorCtr="0" anchor="ctr" bIns="41975" lIns="0" spcFirstLastPara="1" rIns="0" wrap="square" tIns="41975">
            <a:noAutofit/>
          </a:bodyPr>
          <a:lstStyle>
            <a:lvl1pPr indent="-228600" lvl="0" marL="457200">
              <a:lnSpc>
                <a:spcPct val="150000"/>
              </a:lnSpc>
              <a:spcBef>
                <a:spcPts val="500"/>
              </a:spcBef>
              <a:spcAft>
                <a:spcPts val="0"/>
              </a:spcAft>
              <a:buClr>
                <a:schemeClr val="lt1"/>
              </a:buClr>
              <a:buSzPts val="1100"/>
              <a:buNone/>
              <a:defRPr sz="1100">
                <a:solidFill>
                  <a:schemeClr val="lt1"/>
                </a:solidFill>
              </a:defRPr>
            </a:lvl1pPr>
            <a:lvl2pPr indent="-228600" lvl="1" marL="914400">
              <a:lnSpc>
                <a:spcPct val="150000"/>
              </a:lnSpc>
              <a:spcBef>
                <a:spcPts val="500"/>
              </a:spcBef>
              <a:spcAft>
                <a:spcPts val="0"/>
              </a:spcAft>
              <a:buClr>
                <a:schemeClr val="lt1"/>
              </a:buClr>
              <a:buSzPts val="1100"/>
              <a:buNone/>
              <a:defRPr>
                <a:solidFill>
                  <a:schemeClr val="lt1"/>
                </a:solidFill>
              </a:defRPr>
            </a:lvl2pPr>
            <a:lvl3pPr indent="-228600" lvl="2" marL="1371600">
              <a:lnSpc>
                <a:spcPct val="150000"/>
              </a:lnSpc>
              <a:spcBef>
                <a:spcPts val="400"/>
              </a:spcBef>
              <a:spcAft>
                <a:spcPts val="0"/>
              </a:spcAft>
              <a:buClr>
                <a:schemeClr val="lt1"/>
              </a:buClr>
              <a:buSzPts val="1100"/>
              <a:buNone/>
              <a:defRPr sz="1100">
                <a:solidFill>
                  <a:schemeClr val="lt1"/>
                </a:solidFill>
              </a:defRPr>
            </a:lvl3pPr>
            <a:lvl4pPr indent="-228600" lvl="3" marL="1828800">
              <a:lnSpc>
                <a:spcPct val="150000"/>
              </a:lnSpc>
              <a:spcBef>
                <a:spcPts val="800"/>
              </a:spcBef>
              <a:spcAft>
                <a:spcPts val="0"/>
              </a:spcAft>
              <a:buClr>
                <a:schemeClr val="lt1"/>
              </a:buClr>
              <a:buSzPts val="1100"/>
              <a:buNone/>
              <a:defRPr sz="1100">
                <a:solidFill>
                  <a:schemeClr val="lt1"/>
                </a:solidFill>
              </a:defRPr>
            </a:lvl4pPr>
            <a:lvl5pPr indent="-228600" lvl="4" marL="2286000">
              <a:lnSpc>
                <a:spcPct val="150000"/>
              </a:lnSpc>
              <a:spcBef>
                <a:spcPts val="600"/>
              </a:spcBef>
              <a:spcAft>
                <a:spcPts val="0"/>
              </a:spcAft>
              <a:buClr>
                <a:schemeClr val="lt1"/>
              </a:buClr>
              <a:buSzPts val="1100"/>
              <a:buFont typeface="Inter"/>
              <a:buNone/>
              <a:defRPr sz="1100">
                <a:solidFill>
                  <a:schemeClr val="lt1"/>
                </a:solidFill>
                <a:latin typeface="Inter SemiBold"/>
                <a:ea typeface="Inter SemiBold"/>
                <a:cs typeface="Inter SemiBold"/>
                <a:sym typeface="Inter SemiBold"/>
              </a:defRPr>
            </a:lvl5pPr>
            <a:lvl6pPr indent="-228600" lvl="5" marL="2743200">
              <a:lnSpc>
                <a:spcPct val="150000"/>
              </a:lnSpc>
              <a:spcBef>
                <a:spcPts val="700"/>
              </a:spcBef>
              <a:spcAft>
                <a:spcPts val="0"/>
              </a:spcAft>
              <a:buClr>
                <a:schemeClr val="lt1"/>
              </a:buClr>
              <a:buSzPts val="1100"/>
              <a:buFont typeface="Inter SemiBold"/>
              <a:buNone/>
              <a:defRPr>
                <a:solidFill>
                  <a:schemeClr val="lt1"/>
                </a:solidFill>
                <a:latin typeface="Inter SemiBold"/>
                <a:ea typeface="Inter SemiBold"/>
                <a:cs typeface="Inter SemiBold"/>
                <a:sym typeface="Inter SemiBold"/>
              </a:defRPr>
            </a:lvl6pPr>
            <a:lvl7pPr indent="-228600" lvl="6" marL="3200400">
              <a:lnSpc>
                <a:spcPct val="150000"/>
              </a:lnSpc>
              <a:spcBef>
                <a:spcPts val="100"/>
              </a:spcBef>
              <a:spcAft>
                <a:spcPts val="0"/>
              </a:spcAft>
              <a:buClr>
                <a:schemeClr val="lt1"/>
              </a:buClr>
              <a:buSzPts val="1100"/>
              <a:buFont typeface="Inter"/>
              <a:buNone/>
              <a:defRPr sz="1100">
                <a:solidFill>
                  <a:schemeClr val="lt1"/>
                </a:solidFill>
                <a:latin typeface="Inter SemiBold"/>
                <a:ea typeface="Inter SemiBold"/>
                <a:cs typeface="Inter SemiBold"/>
                <a:sym typeface="Inter SemiBold"/>
              </a:defRPr>
            </a:lvl7pPr>
            <a:lvl8pPr indent="-228600" lvl="7" marL="3657600">
              <a:lnSpc>
                <a:spcPct val="150000"/>
              </a:lnSpc>
              <a:spcBef>
                <a:spcPts val="1200"/>
              </a:spcBef>
              <a:spcAft>
                <a:spcPts val="0"/>
              </a:spcAft>
              <a:buClr>
                <a:schemeClr val="lt1"/>
              </a:buClr>
              <a:buSzPts val="1100"/>
              <a:buFont typeface="Inter"/>
              <a:buNone/>
              <a:defRPr sz="1100">
                <a:solidFill>
                  <a:schemeClr val="lt1"/>
                </a:solidFill>
                <a:latin typeface="Inter"/>
                <a:ea typeface="Inter"/>
                <a:cs typeface="Inter"/>
                <a:sym typeface="Inter"/>
              </a:defRPr>
            </a:lvl8pPr>
            <a:lvl9pPr indent="-228600" lvl="8" marL="4114800">
              <a:lnSpc>
                <a:spcPct val="150000"/>
              </a:lnSpc>
              <a:spcBef>
                <a:spcPts val="1200"/>
              </a:spcBef>
              <a:spcAft>
                <a:spcPts val="800"/>
              </a:spcAft>
              <a:buClr>
                <a:schemeClr val="lt1"/>
              </a:buClr>
              <a:buSzPts val="1100"/>
              <a:buFont typeface="Inter"/>
              <a:buNone/>
              <a:defRPr sz="1100">
                <a:solidFill>
                  <a:schemeClr val="lt1"/>
                </a:solidFill>
                <a:latin typeface="Inter"/>
                <a:ea typeface="Inter"/>
                <a:cs typeface="Inter"/>
                <a:sym typeface="Inter"/>
              </a:defRPr>
            </a:lvl9pPr>
          </a:lstStyle>
          <a:p/>
        </p:txBody>
      </p:sp>
      <p:sp>
        <p:nvSpPr>
          <p:cNvPr id="435" name="Google Shape;435;p52"/>
          <p:cNvSpPr txBox="1"/>
          <p:nvPr>
            <p:ph idx="2" type="body"/>
          </p:nvPr>
        </p:nvSpPr>
        <p:spPr>
          <a:xfrm>
            <a:off x="7494625" y="1092250"/>
            <a:ext cx="1015200" cy="2948100"/>
          </a:xfrm>
          <a:prstGeom prst="rect">
            <a:avLst/>
          </a:prstGeom>
          <a:noFill/>
          <a:ln>
            <a:noFill/>
          </a:ln>
        </p:spPr>
        <p:txBody>
          <a:bodyPr anchorCtr="0" anchor="ctr" bIns="41975" lIns="0" spcFirstLastPara="1" rIns="0" wrap="square" tIns="41975">
            <a:noAutofit/>
          </a:bodyPr>
          <a:lstStyle>
            <a:lvl1pPr indent="-228600" lvl="0" marL="457200">
              <a:lnSpc>
                <a:spcPct val="150000"/>
              </a:lnSpc>
              <a:spcBef>
                <a:spcPts val="500"/>
              </a:spcBef>
              <a:spcAft>
                <a:spcPts val="0"/>
              </a:spcAft>
              <a:buClr>
                <a:schemeClr val="lt1"/>
              </a:buClr>
              <a:buSzPts val="1100"/>
              <a:buNone/>
              <a:defRPr sz="1100">
                <a:solidFill>
                  <a:schemeClr val="lt1"/>
                </a:solidFill>
              </a:defRPr>
            </a:lvl1pPr>
            <a:lvl2pPr indent="-228600" lvl="1" marL="914400">
              <a:lnSpc>
                <a:spcPct val="150000"/>
              </a:lnSpc>
              <a:spcBef>
                <a:spcPts val="500"/>
              </a:spcBef>
              <a:spcAft>
                <a:spcPts val="0"/>
              </a:spcAft>
              <a:buClr>
                <a:schemeClr val="lt1"/>
              </a:buClr>
              <a:buSzPts val="1100"/>
              <a:buNone/>
              <a:defRPr>
                <a:solidFill>
                  <a:schemeClr val="lt1"/>
                </a:solidFill>
              </a:defRPr>
            </a:lvl2pPr>
            <a:lvl3pPr indent="-228600" lvl="2" marL="1371600">
              <a:lnSpc>
                <a:spcPct val="150000"/>
              </a:lnSpc>
              <a:spcBef>
                <a:spcPts val="400"/>
              </a:spcBef>
              <a:spcAft>
                <a:spcPts val="0"/>
              </a:spcAft>
              <a:buClr>
                <a:schemeClr val="lt1"/>
              </a:buClr>
              <a:buSzPts val="1100"/>
              <a:buNone/>
              <a:defRPr sz="1100">
                <a:solidFill>
                  <a:schemeClr val="lt1"/>
                </a:solidFill>
              </a:defRPr>
            </a:lvl3pPr>
            <a:lvl4pPr indent="-228600" lvl="3" marL="1828800">
              <a:lnSpc>
                <a:spcPct val="150000"/>
              </a:lnSpc>
              <a:spcBef>
                <a:spcPts val="800"/>
              </a:spcBef>
              <a:spcAft>
                <a:spcPts val="0"/>
              </a:spcAft>
              <a:buClr>
                <a:schemeClr val="lt1"/>
              </a:buClr>
              <a:buSzPts val="1100"/>
              <a:buNone/>
              <a:defRPr sz="1100">
                <a:solidFill>
                  <a:schemeClr val="lt1"/>
                </a:solidFill>
              </a:defRPr>
            </a:lvl4pPr>
            <a:lvl5pPr indent="-228600" lvl="4" marL="2286000">
              <a:lnSpc>
                <a:spcPct val="150000"/>
              </a:lnSpc>
              <a:spcBef>
                <a:spcPts val="600"/>
              </a:spcBef>
              <a:spcAft>
                <a:spcPts val="0"/>
              </a:spcAft>
              <a:buClr>
                <a:schemeClr val="lt1"/>
              </a:buClr>
              <a:buSzPts val="1100"/>
              <a:buFont typeface="Inter"/>
              <a:buNone/>
              <a:defRPr sz="1100">
                <a:solidFill>
                  <a:schemeClr val="lt1"/>
                </a:solidFill>
                <a:latin typeface="Inter SemiBold"/>
                <a:ea typeface="Inter SemiBold"/>
                <a:cs typeface="Inter SemiBold"/>
                <a:sym typeface="Inter SemiBold"/>
              </a:defRPr>
            </a:lvl5pPr>
            <a:lvl6pPr indent="-228600" lvl="5" marL="2743200">
              <a:lnSpc>
                <a:spcPct val="150000"/>
              </a:lnSpc>
              <a:spcBef>
                <a:spcPts val="700"/>
              </a:spcBef>
              <a:spcAft>
                <a:spcPts val="0"/>
              </a:spcAft>
              <a:buClr>
                <a:schemeClr val="lt1"/>
              </a:buClr>
              <a:buSzPts val="1100"/>
              <a:buFont typeface="Inter SemiBold"/>
              <a:buNone/>
              <a:defRPr>
                <a:solidFill>
                  <a:schemeClr val="lt1"/>
                </a:solidFill>
                <a:latin typeface="Inter SemiBold"/>
                <a:ea typeface="Inter SemiBold"/>
                <a:cs typeface="Inter SemiBold"/>
                <a:sym typeface="Inter SemiBold"/>
              </a:defRPr>
            </a:lvl6pPr>
            <a:lvl7pPr indent="-228600" lvl="6" marL="3200400">
              <a:lnSpc>
                <a:spcPct val="150000"/>
              </a:lnSpc>
              <a:spcBef>
                <a:spcPts val="100"/>
              </a:spcBef>
              <a:spcAft>
                <a:spcPts val="0"/>
              </a:spcAft>
              <a:buClr>
                <a:schemeClr val="lt1"/>
              </a:buClr>
              <a:buSzPts val="1100"/>
              <a:buFont typeface="Inter"/>
              <a:buNone/>
              <a:defRPr sz="1100">
                <a:solidFill>
                  <a:schemeClr val="lt1"/>
                </a:solidFill>
                <a:latin typeface="Inter SemiBold"/>
                <a:ea typeface="Inter SemiBold"/>
                <a:cs typeface="Inter SemiBold"/>
                <a:sym typeface="Inter SemiBold"/>
              </a:defRPr>
            </a:lvl7pPr>
            <a:lvl8pPr indent="-228600" lvl="7" marL="3657600">
              <a:lnSpc>
                <a:spcPct val="150000"/>
              </a:lnSpc>
              <a:spcBef>
                <a:spcPts val="1200"/>
              </a:spcBef>
              <a:spcAft>
                <a:spcPts val="0"/>
              </a:spcAft>
              <a:buClr>
                <a:schemeClr val="lt1"/>
              </a:buClr>
              <a:buSzPts val="1100"/>
              <a:buFont typeface="Inter"/>
              <a:buNone/>
              <a:defRPr sz="1100">
                <a:solidFill>
                  <a:schemeClr val="lt1"/>
                </a:solidFill>
                <a:latin typeface="Inter"/>
                <a:ea typeface="Inter"/>
                <a:cs typeface="Inter"/>
                <a:sym typeface="Inter"/>
              </a:defRPr>
            </a:lvl8pPr>
            <a:lvl9pPr indent="-228600" lvl="8" marL="4114800">
              <a:lnSpc>
                <a:spcPct val="150000"/>
              </a:lnSpc>
              <a:spcBef>
                <a:spcPts val="1200"/>
              </a:spcBef>
              <a:spcAft>
                <a:spcPts val="800"/>
              </a:spcAft>
              <a:buClr>
                <a:schemeClr val="lt1"/>
              </a:buClr>
              <a:buSzPts val="1100"/>
              <a:buFont typeface="Inter"/>
              <a:buNone/>
              <a:defRPr sz="1100">
                <a:solidFill>
                  <a:schemeClr val="lt1"/>
                </a:solidFill>
                <a:latin typeface="Inter"/>
                <a:ea typeface="Inter"/>
                <a:cs typeface="Inter"/>
                <a:sym typeface="Inter"/>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 Light Misc Modules">
  <p:cSld name="1_Framed image">
    <p:bg>
      <p:bgPr>
        <a:solidFill>
          <a:schemeClr val="lt2"/>
        </a:solidFill>
      </p:bgPr>
    </p:bg>
    <p:spTree>
      <p:nvGrpSpPr>
        <p:cNvPr id="436" name="Shape 436"/>
        <p:cNvGrpSpPr/>
        <p:nvPr/>
      </p:nvGrpSpPr>
      <p:grpSpPr>
        <a:xfrm>
          <a:off x="0" y="0"/>
          <a:ext cx="0" cy="0"/>
          <a:chOff x="0" y="0"/>
          <a:chExt cx="0" cy="0"/>
        </a:xfrm>
      </p:grpSpPr>
      <p:sp>
        <p:nvSpPr>
          <p:cNvPr id="437" name="Google Shape;437;p53"/>
          <p:cNvSpPr txBox="1"/>
          <p:nvPr>
            <p:ph type="title"/>
          </p:nvPr>
        </p:nvSpPr>
        <p:spPr>
          <a:xfrm>
            <a:off x="419812" y="425882"/>
            <a:ext cx="83043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438" name="Google Shape;438;p53"/>
          <p:cNvSpPr/>
          <p:nvPr>
            <p:ph idx="2" type="pic"/>
          </p:nvPr>
        </p:nvSpPr>
        <p:spPr>
          <a:xfrm>
            <a:off x="419812" y="820069"/>
            <a:ext cx="2834400" cy="1653000"/>
          </a:xfrm>
          <a:prstGeom prst="roundRect">
            <a:avLst>
              <a:gd fmla="val 4553" name="adj"/>
            </a:avLst>
          </a:prstGeom>
          <a:solidFill>
            <a:schemeClr val="lt2"/>
          </a:solidFill>
          <a:ln>
            <a:noFill/>
          </a:ln>
        </p:spPr>
      </p:sp>
      <p:sp>
        <p:nvSpPr>
          <p:cNvPr id="439" name="Google Shape;439;p53"/>
          <p:cNvSpPr/>
          <p:nvPr>
            <p:ph idx="1" type="body"/>
          </p:nvPr>
        </p:nvSpPr>
        <p:spPr>
          <a:xfrm>
            <a:off x="419812" y="2672763"/>
            <a:ext cx="2834400" cy="1653000"/>
          </a:xfrm>
          <a:prstGeom prst="roundRect">
            <a:avLst>
              <a:gd fmla="val 4898" name="adj"/>
            </a:avLst>
          </a:prstGeom>
          <a:solidFill>
            <a:srgbClr val="CFE5FF"/>
          </a:solidFill>
          <a:ln>
            <a:noFill/>
          </a:ln>
        </p:spPr>
        <p:txBody>
          <a:bodyPr anchorCtr="0" anchor="t" bIns="144000" lIns="144000" spcFirstLastPara="1" rIns="144000" wrap="square" tIns="144000">
            <a:noAutofit/>
          </a:bodyPr>
          <a:lstStyle>
            <a:lvl1pPr indent="-228600" lvl="0" marL="457200" algn="l">
              <a:lnSpc>
                <a:spcPct val="110000"/>
              </a:lnSpc>
              <a:spcBef>
                <a:spcPts val="500"/>
              </a:spcBef>
              <a:spcAft>
                <a:spcPts val="0"/>
              </a:spcAft>
              <a:buSzPts val="1000"/>
              <a:buNone/>
              <a:defRPr sz="1000"/>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SzPts val="1000"/>
              <a:buFont typeface="Inter"/>
              <a:buNone/>
              <a:defRPr sz="1000">
                <a:latin typeface="Inter SemiBold"/>
                <a:ea typeface="Inter SemiBold"/>
                <a:cs typeface="Inter SemiBold"/>
                <a:sym typeface="Inter SemiBold"/>
              </a:defRPr>
            </a:lvl7pPr>
            <a:lvl8pPr indent="-228600" lvl="7" marL="3657600" algn="l">
              <a:lnSpc>
                <a:spcPct val="90000"/>
              </a:lnSpc>
              <a:spcBef>
                <a:spcPts val="1200"/>
              </a:spcBef>
              <a:spcAft>
                <a:spcPts val="0"/>
              </a:spcAft>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SzPts val="1000"/>
              <a:buFont typeface="Inter"/>
              <a:buNone/>
              <a:defRPr sz="1000">
                <a:latin typeface="Inter"/>
                <a:ea typeface="Inter"/>
                <a:cs typeface="Inter"/>
                <a:sym typeface="Inter"/>
              </a:defRPr>
            </a:lvl9pPr>
          </a:lstStyle>
          <a:p/>
        </p:txBody>
      </p:sp>
      <p:sp>
        <p:nvSpPr>
          <p:cNvPr id="440" name="Google Shape;440;p53"/>
          <p:cNvSpPr/>
          <p:nvPr>
            <p:ph idx="3" type="body"/>
          </p:nvPr>
        </p:nvSpPr>
        <p:spPr>
          <a:xfrm>
            <a:off x="3451339" y="820069"/>
            <a:ext cx="2627400" cy="3505800"/>
          </a:xfrm>
          <a:prstGeom prst="roundRect">
            <a:avLst>
              <a:gd fmla="val 2833" name="adj"/>
            </a:avLst>
          </a:prstGeom>
          <a:solidFill>
            <a:schemeClr val="accent1"/>
          </a:solidFill>
          <a:ln>
            <a:noFill/>
          </a:ln>
        </p:spPr>
        <p:txBody>
          <a:bodyPr anchorCtr="0" anchor="t" bIns="274300" lIns="274300" spcFirstLastPara="1" rIns="274300" wrap="square" tIns="274300">
            <a:noAutofit/>
          </a:bodyPr>
          <a:lstStyle>
            <a:lvl1pPr indent="-228600" lvl="0" marL="4572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1pPr>
            <a:lvl2pPr indent="-228600" lvl="1" marL="9144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2pPr>
            <a:lvl3pPr indent="-228600" lvl="2" marL="13716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3pPr>
            <a:lvl4pPr indent="-228600" lvl="3" marL="18288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4pPr>
            <a:lvl5pPr indent="-228600" lvl="4" marL="22860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5pPr>
            <a:lvl6pPr indent="-228600" lvl="5" marL="27432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6pPr>
            <a:lvl7pPr indent="-228600" lvl="6" marL="3200400" algn="l">
              <a:lnSpc>
                <a:spcPct val="90000"/>
              </a:lnSpc>
              <a:spcBef>
                <a:spcPts val="500"/>
              </a:spcBef>
              <a:spcAft>
                <a:spcPts val="0"/>
              </a:spcAft>
              <a:buClr>
                <a:schemeClr val="lt1"/>
              </a:buClr>
              <a:buSzPts val="3000"/>
              <a:buFont typeface="Roboto Mono"/>
              <a:buNone/>
              <a:defRPr b="1" sz="3000">
                <a:solidFill>
                  <a:schemeClr val="lt1"/>
                </a:solidFill>
                <a:latin typeface="Roboto Mono"/>
                <a:ea typeface="Roboto Mono"/>
                <a:cs typeface="Roboto Mono"/>
                <a:sym typeface="Roboto Mono"/>
              </a:defRPr>
            </a:lvl7pPr>
            <a:lvl8pPr indent="-228600" lvl="7" marL="3657600" algn="l">
              <a:lnSpc>
                <a:spcPct val="90000"/>
              </a:lnSpc>
              <a:spcBef>
                <a:spcPts val="500"/>
              </a:spcBef>
              <a:spcAft>
                <a:spcPts val="0"/>
              </a:spcAft>
              <a:buClr>
                <a:schemeClr val="lt1"/>
              </a:buClr>
              <a:buSzPts val="3000"/>
              <a:buNone/>
              <a:defRPr sz="3000">
                <a:solidFill>
                  <a:schemeClr val="lt1"/>
                </a:solidFill>
              </a:defRPr>
            </a:lvl8pPr>
            <a:lvl9pPr indent="-228600" lvl="8" marL="4114800" algn="l">
              <a:lnSpc>
                <a:spcPct val="90000"/>
              </a:lnSpc>
              <a:spcBef>
                <a:spcPts val="500"/>
              </a:spcBef>
              <a:spcAft>
                <a:spcPts val="500"/>
              </a:spcAft>
              <a:buClr>
                <a:schemeClr val="lt1"/>
              </a:buClr>
              <a:buSzPts val="3000"/>
              <a:buNone/>
              <a:defRPr sz="3000">
                <a:solidFill>
                  <a:schemeClr val="lt1"/>
                </a:solidFill>
              </a:defRPr>
            </a:lvl9pPr>
          </a:lstStyle>
          <a:p/>
        </p:txBody>
      </p:sp>
      <p:sp>
        <p:nvSpPr>
          <p:cNvPr id="441" name="Google Shape;441;p53"/>
          <p:cNvSpPr/>
          <p:nvPr>
            <p:ph idx="4" type="pic"/>
          </p:nvPr>
        </p:nvSpPr>
        <p:spPr>
          <a:xfrm>
            <a:off x="6275764" y="820069"/>
            <a:ext cx="2439900" cy="3505800"/>
          </a:xfrm>
          <a:prstGeom prst="roundRect">
            <a:avLst>
              <a:gd fmla="val 3370" name="adj"/>
            </a:avLst>
          </a:prstGeom>
          <a:solidFill>
            <a:schemeClr val="lt2"/>
          </a:solidFill>
          <a:ln>
            <a:noFill/>
          </a:ln>
        </p:spPr>
      </p:sp>
    </p:spTree>
  </p:cSld>
  <p:clrMapOvr>
    <a:masterClrMapping/>
  </p:clrMapOvr>
  <mc:AlternateContent>
    <mc:Choice Requires="p14">
      <p:transition p14:dur="15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Quote (Light)">
  <p:cSld name="Quote">
    <p:bg>
      <p:bgPr>
        <a:solidFill>
          <a:schemeClr val="lt2"/>
        </a:solidFill>
      </p:bgPr>
    </p:bg>
    <p:spTree>
      <p:nvGrpSpPr>
        <p:cNvPr id="442" name="Shape 442"/>
        <p:cNvGrpSpPr/>
        <p:nvPr/>
      </p:nvGrpSpPr>
      <p:grpSpPr>
        <a:xfrm>
          <a:off x="0" y="0"/>
          <a:ext cx="0" cy="0"/>
          <a:chOff x="0" y="0"/>
          <a:chExt cx="0" cy="0"/>
        </a:xfrm>
      </p:grpSpPr>
      <p:sp>
        <p:nvSpPr>
          <p:cNvPr id="443" name="Google Shape;443;p54"/>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a:lvl1pPr>
            <a:lvl2pPr lvl="1" algn="l">
              <a:lnSpc>
                <a:spcPct val="80000"/>
              </a:lnSpc>
              <a:spcBef>
                <a:spcPts val="0"/>
              </a:spcBef>
              <a:spcAft>
                <a:spcPts val="0"/>
              </a:spcAft>
              <a:buSzPts val="700"/>
              <a:buNone/>
              <a:defRPr/>
            </a:lvl2pPr>
            <a:lvl3pPr lvl="2" algn="l">
              <a:lnSpc>
                <a:spcPct val="80000"/>
              </a:lnSpc>
              <a:spcBef>
                <a:spcPts val="0"/>
              </a:spcBef>
              <a:spcAft>
                <a:spcPts val="0"/>
              </a:spcAft>
              <a:buSzPts val="700"/>
              <a:buNone/>
              <a:defRPr/>
            </a:lvl3pPr>
            <a:lvl4pPr lvl="3" algn="l">
              <a:lnSpc>
                <a:spcPct val="80000"/>
              </a:lnSpc>
              <a:spcBef>
                <a:spcPts val="0"/>
              </a:spcBef>
              <a:spcAft>
                <a:spcPts val="0"/>
              </a:spcAft>
              <a:buSzPts val="700"/>
              <a:buNone/>
              <a:defRPr/>
            </a:lvl4pPr>
            <a:lvl5pPr lvl="4" algn="l">
              <a:lnSpc>
                <a:spcPct val="80000"/>
              </a:lnSpc>
              <a:spcBef>
                <a:spcPts val="0"/>
              </a:spcBef>
              <a:spcAft>
                <a:spcPts val="0"/>
              </a:spcAft>
              <a:buSzPts val="700"/>
              <a:buNone/>
              <a:defRPr/>
            </a:lvl5pPr>
            <a:lvl6pPr lvl="5" algn="l">
              <a:lnSpc>
                <a:spcPct val="80000"/>
              </a:lnSpc>
              <a:spcBef>
                <a:spcPts val="0"/>
              </a:spcBef>
              <a:spcAft>
                <a:spcPts val="0"/>
              </a:spcAft>
              <a:buSzPts val="700"/>
              <a:buNone/>
              <a:defRPr/>
            </a:lvl6pPr>
            <a:lvl7pPr lvl="6" algn="l">
              <a:lnSpc>
                <a:spcPct val="80000"/>
              </a:lnSpc>
              <a:spcBef>
                <a:spcPts val="0"/>
              </a:spcBef>
              <a:spcAft>
                <a:spcPts val="0"/>
              </a:spcAft>
              <a:buSzPts val="700"/>
              <a:buNone/>
              <a:defRPr/>
            </a:lvl7pPr>
            <a:lvl8pPr lvl="7" algn="l">
              <a:lnSpc>
                <a:spcPct val="80000"/>
              </a:lnSpc>
              <a:spcBef>
                <a:spcPts val="0"/>
              </a:spcBef>
              <a:spcAft>
                <a:spcPts val="0"/>
              </a:spcAft>
              <a:buSzPts val="700"/>
              <a:buNone/>
              <a:defRPr/>
            </a:lvl8pPr>
            <a:lvl9pPr lvl="8" algn="l">
              <a:lnSpc>
                <a:spcPct val="80000"/>
              </a:lnSpc>
              <a:spcBef>
                <a:spcPts val="0"/>
              </a:spcBef>
              <a:spcAft>
                <a:spcPts val="0"/>
              </a:spcAft>
              <a:buSzPts val="700"/>
              <a:buNone/>
              <a:defRPr/>
            </a:lvl9pPr>
          </a:lstStyle>
          <a:p/>
        </p:txBody>
      </p:sp>
      <p:sp>
        <p:nvSpPr>
          <p:cNvPr id="444" name="Google Shape;444;p54"/>
          <p:cNvSpPr txBox="1"/>
          <p:nvPr>
            <p:ph idx="1" type="body"/>
          </p:nvPr>
        </p:nvSpPr>
        <p:spPr>
          <a:xfrm>
            <a:off x="419812" y="820069"/>
            <a:ext cx="3539700" cy="22824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800"/>
              <a:buFont typeface="Roboto Mono"/>
              <a:buNone/>
              <a:defRPr sz="1800">
                <a:latin typeface="Roboto Mono"/>
                <a:ea typeface="Roboto Mono"/>
                <a:cs typeface="Roboto Mono"/>
                <a:sym typeface="Roboto Mono"/>
              </a:defRPr>
            </a:lvl1pPr>
            <a:lvl2pPr indent="-228600" lvl="1" marL="914400" algn="l">
              <a:lnSpc>
                <a:spcPct val="110000"/>
              </a:lnSpc>
              <a:spcBef>
                <a:spcPts val="500"/>
              </a:spcBef>
              <a:spcAft>
                <a:spcPts val="0"/>
              </a:spcAft>
              <a:buSzPts val="1000"/>
              <a:buNone/>
              <a:defRPr sz="1000"/>
            </a:lvl2pPr>
            <a:lvl3pPr indent="-228600" lvl="2" marL="1371600" algn="l">
              <a:lnSpc>
                <a:spcPct val="100000"/>
              </a:lnSpc>
              <a:spcBef>
                <a:spcPts val="400"/>
              </a:spcBef>
              <a:spcAft>
                <a:spcPts val="0"/>
              </a:spcAft>
              <a:buSzPts val="1000"/>
              <a:buNone/>
              <a:defRPr sz="1000"/>
            </a:lvl3pPr>
            <a:lvl4pPr indent="-228600" lvl="3" marL="1828800" algn="l">
              <a:lnSpc>
                <a:spcPct val="110000"/>
              </a:lnSpc>
              <a:spcBef>
                <a:spcPts val="800"/>
              </a:spcBef>
              <a:spcAft>
                <a:spcPts val="0"/>
              </a:spcAft>
              <a:buSzPts val="1000"/>
              <a:buNone/>
              <a:defRPr sz="1000"/>
            </a:lvl4pPr>
            <a:lvl5pPr indent="-228600" lvl="4" marL="2286000" algn="l">
              <a:lnSpc>
                <a:spcPct val="90000"/>
              </a:lnSpc>
              <a:spcBef>
                <a:spcPts val="600"/>
              </a:spcBef>
              <a:spcAft>
                <a:spcPts val="0"/>
              </a:spcAft>
              <a:buSzPts val="1000"/>
              <a:buFont typeface="Inter"/>
              <a:buNone/>
              <a:defRPr sz="1000">
                <a:latin typeface="Inter SemiBold"/>
                <a:ea typeface="Inter SemiBold"/>
                <a:cs typeface="Inter SemiBold"/>
                <a:sym typeface="Inter SemiBold"/>
              </a:defRPr>
            </a:lvl5pPr>
            <a:lvl6pPr indent="-228600" lvl="5" marL="2743200" algn="l">
              <a:lnSpc>
                <a:spcPct val="110000"/>
              </a:lnSpc>
              <a:spcBef>
                <a:spcPts val="700"/>
              </a:spcBef>
              <a:spcAft>
                <a:spcPts val="0"/>
              </a:spcAft>
              <a:buSzPts val="1000"/>
              <a:buFont typeface="Inter SemiBold"/>
              <a:buNone/>
              <a:defRPr sz="1000">
                <a:latin typeface="Inter SemiBold"/>
                <a:ea typeface="Inter SemiBold"/>
                <a:cs typeface="Inter SemiBold"/>
                <a:sym typeface="Inter SemiBold"/>
              </a:defRPr>
            </a:lvl6pPr>
            <a:lvl7pPr indent="-228600" lvl="6" marL="3200400" algn="l">
              <a:lnSpc>
                <a:spcPct val="90000"/>
              </a:lnSpc>
              <a:spcBef>
                <a:spcPts val="100"/>
              </a:spcBef>
              <a:spcAft>
                <a:spcPts val="0"/>
              </a:spcAft>
              <a:buSzPts val="1000"/>
              <a:buFont typeface="Inter"/>
              <a:buNone/>
              <a:defRPr sz="1000">
                <a:latin typeface="Inter SemiBold"/>
                <a:ea typeface="Inter SemiBold"/>
                <a:cs typeface="Inter SemiBold"/>
                <a:sym typeface="Inter SemiBold"/>
              </a:defRPr>
            </a:lvl7pPr>
            <a:lvl8pPr indent="-228600" lvl="7" marL="3657600" algn="l">
              <a:lnSpc>
                <a:spcPct val="100000"/>
              </a:lnSpc>
              <a:spcBef>
                <a:spcPts val="1200"/>
              </a:spcBef>
              <a:spcAft>
                <a:spcPts val="0"/>
              </a:spcAft>
              <a:buSzPts val="1000"/>
              <a:buFont typeface="Inter"/>
              <a:buNone/>
              <a:defRPr>
                <a:latin typeface="Inter"/>
                <a:ea typeface="Inter"/>
                <a:cs typeface="Inter"/>
                <a:sym typeface="Inter"/>
              </a:defRPr>
            </a:lvl8pPr>
            <a:lvl9pPr indent="-228600" lvl="8" marL="4114800" algn="l">
              <a:lnSpc>
                <a:spcPct val="90000"/>
              </a:lnSpc>
              <a:spcBef>
                <a:spcPts val="1200"/>
              </a:spcBef>
              <a:spcAft>
                <a:spcPts val="800"/>
              </a:spcAft>
              <a:buSzPts val="1000"/>
              <a:buFont typeface="Inter"/>
              <a:buNone/>
              <a:defRPr sz="1000">
                <a:latin typeface="Inter"/>
                <a:ea typeface="Inter"/>
                <a:cs typeface="Inter"/>
                <a:sym typeface="Inter"/>
              </a:defRPr>
            </a:lvl9pPr>
          </a:lstStyle>
          <a:p/>
        </p:txBody>
      </p:sp>
      <p:sp>
        <p:nvSpPr>
          <p:cNvPr id="445" name="Google Shape;445;p54"/>
          <p:cNvSpPr txBox="1"/>
          <p:nvPr>
            <p:ph idx="2" type="body"/>
          </p:nvPr>
        </p:nvSpPr>
        <p:spPr>
          <a:xfrm>
            <a:off x="419812" y="4079512"/>
            <a:ext cx="3539700" cy="124500"/>
          </a:xfrm>
          <a:prstGeom prst="rect">
            <a:avLst/>
          </a:prstGeom>
          <a:noFill/>
          <a:ln>
            <a:noFill/>
          </a:ln>
        </p:spPr>
        <p:txBody>
          <a:bodyPr anchorCtr="0" anchor="b" bIns="0" lIns="0" spcFirstLastPara="1" rIns="0" wrap="square" tIns="0">
            <a:noAutofit/>
          </a:bodyPr>
          <a:lstStyle>
            <a:lvl1pPr indent="-228600" lvl="0" marL="457200" algn="l">
              <a:lnSpc>
                <a:spcPct val="110000"/>
              </a:lnSpc>
              <a:spcBef>
                <a:spcPts val="500"/>
              </a:spcBef>
              <a:spcAft>
                <a:spcPts val="0"/>
              </a:spcAft>
              <a:buSzPts val="900"/>
              <a:buNone/>
              <a:defRPr b="1" i="0"/>
            </a:lvl1pPr>
            <a:lvl2pPr indent="-228600" lvl="1" marL="914400" algn="l">
              <a:lnSpc>
                <a:spcPct val="110000"/>
              </a:lnSpc>
              <a:spcBef>
                <a:spcPts val="500"/>
              </a:spcBef>
              <a:spcAft>
                <a:spcPts val="0"/>
              </a:spcAft>
              <a:buSzPts val="800"/>
              <a:buNone/>
              <a:defRPr b="1" sz="900"/>
            </a:lvl2pPr>
            <a:lvl3pPr indent="-228600" lvl="2" marL="1371600" algn="l">
              <a:lnSpc>
                <a:spcPct val="100000"/>
              </a:lnSpc>
              <a:spcBef>
                <a:spcPts val="400"/>
              </a:spcBef>
              <a:spcAft>
                <a:spcPts val="0"/>
              </a:spcAft>
              <a:buSzPts val="900"/>
              <a:buNone/>
              <a:defRPr b="1" sz="900"/>
            </a:lvl3pPr>
            <a:lvl4pPr indent="-228600" lvl="3" marL="1828800" algn="l">
              <a:lnSpc>
                <a:spcPct val="110000"/>
              </a:lnSpc>
              <a:spcBef>
                <a:spcPts val="800"/>
              </a:spcBef>
              <a:spcAft>
                <a:spcPts val="0"/>
              </a:spcAft>
              <a:buSzPts val="900"/>
              <a:buNone/>
              <a:defRPr b="1" sz="900"/>
            </a:lvl4pPr>
            <a:lvl5pPr indent="-228600" lvl="4" marL="2286000" algn="l">
              <a:lnSpc>
                <a:spcPct val="90000"/>
              </a:lnSpc>
              <a:spcBef>
                <a:spcPts val="600"/>
              </a:spcBef>
              <a:spcAft>
                <a:spcPts val="0"/>
              </a:spcAft>
              <a:buSzPts val="900"/>
              <a:buFont typeface="Inter"/>
              <a:buNone/>
              <a:defRPr b="1" sz="900">
                <a:latin typeface="Inter"/>
                <a:ea typeface="Inter"/>
                <a:cs typeface="Inter"/>
                <a:sym typeface="Inter"/>
              </a:defRPr>
            </a:lvl5pPr>
            <a:lvl6pPr indent="-228600" lvl="5" marL="2743200" algn="l">
              <a:lnSpc>
                <a:spcPct val="110000"/>
              </a:lnSpc>
              <a:spcBef>
                <a:spcPts val="700"/>
              </a:spcBef>
              <a:spcAft>
                <a:spcPts val="0"/>
              </a:spcAft>
              <a:buSzPts val="900"/>
              <a:buFont typeface="Inter"/>
              <a:buNone/>
              <a:defRPr b="1" sz="900">
                <a:latin typeface="Inter"/>
                <a:ea typeface="Inter"/>
                <a:cs typeface="Inter"/>
                <a:sym typeface="Inter"/>
              </a:defRPr>
            </a:lvl6pPr>
            <a:lvl7pPr indent="-228600" lvl="6" marL="3200400" algn="l">
              <a:lnSpc>
                <a:spcPct val="90000"/>
              </a:lnSpc>
              <a:spcBef>
                <a:spcPts val="100"/>
              </a:spcBef>
              <a:spcAft>
                <a:spcPts val="0"/>
              </a:spcAft>
              <a:buSzPts val="900"/>
              <a:buFont typeface="Inter"/>
              <a:buNone/>
              <a:defRPr b="1">
                <a:latin typeface="Inter"/>
                <a:ea typeface="Inter"/>
                <a:cs typeface="Inter"/>
                <a:sym typeface="Inter"/>
              </a:defRPr>
            </a:lvl7pPr>
            <a:lvl8pPr indent="-228600" lvl="7" marL="3657600" algn="l">
              <a:lnSpc>
                <a:spcPct val="90000"/>
              </a:lnSpc>
              <a:spcBef>
                <a:spcPts val="1200"/>
              </a:spcBef>
              <a:spcAft>
                <a:spcPts val="0"/>
              </a:spcAft>
              <a:buSzPts val="900"/>
              <a:buFont typeface="Inter"/>
              <a:buNone/>
              <a:defRPr sz="900">
                <a:latin typeface="Inter"/>
                <a:ea typeface="Inter"/>
                <a:cs typeface="Inter"/>
                <a:sym typeface="Inter"/>
              </a:defRPr>
            </a:lvl8pPr>
            <a:lvl9pPr indent="-228600" lvl="8" marL="4114800" algn="l">
              <a:lnSpc>
                <a:spcPct val="90000"/>
              </a:lnSpc>
              <a:spcBef>
                <a:spcPts val="1200"/>
              </a:spcBef>
              <a:spcAft>
                <a:spcPts val="800"/>
              </a:spcAft>
              <a:buSzPts val="900"/>
              <a:buFont typeface="Inter"/>
              <a:buNone/>
              <a:defRPr sz="900">
                <a:latin typeface="Inter"/>
                <a:ea typeface="Inter"/>
                <a:cs typeface="Inter"/>
                <a:sym typeface="Inter"/>
              </a:defRPr>
            </a:lvl9pPr>
          </a:lstStyle>
          <a:p/>
        </p:txBody>
      </p:sp>
      <p:sp>
        <p:nvSpPr>
          <p:cNvPr id="446" name="Google Shape;446;p54"/>
          <p:cNvSpPr txBox="1"/>
          <p:nvPr>
            <p:ph idx="3" type="body"/>
          </p:nvPr>
        </p:nvSpPr>
        <p:spPr>
          <a:xfrm>
            <a:off x="419812" y="4203989"/>
            <a:ext cx="3539700" cy="12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800"/>
              <a:buNone/>
              <a:defRPr sz="900"/>
            </a:lvl2pPr>
            <a:lvl3pPr indent="-228600" lvl="2" marL="1371600" algn="l">
              <a:lnSpc>
                <a:spcPct val="100000"/>
              </a:lnSpc>
              <a:spcBef>
                <a:spcPts val="400"/>
              </a:spcBef>
              <a:spcAft>
                <a:spcPts val="0"/>
              </a:spcAft>
              <a:buSzPts val="900"/>
              <a:buNone/>
              <a:defRPr sz="900"/>
            </a:lvl3pPr>
            <a:lvl4pPr indent="-228600" lvl="3" marL="1828800" algn="l">
              <a:lnSpc>
                <a:spcPct val="110000"/>
              </a:lnSpc>
              <a:spcBef>
                <a:spcPts val="800"/>
              </a:spcBef>
              <a:spcAft>
                <a:spcPts val="0"/>
              </a:spcAft>
              <a:buSzPts val="900"/>
              <a:buNone/>
              <a:defRPr sz="900"/>
            </a:lvl4pPr>
            <a:lvl5pPr indent="-228600" lvl="4" marL="2286000" algn="l">
              <a:lnSpc>
                <a:spcPct val="90000"/>
              </a:lnSpc>
              <a:spcBef>
                <a:spcPts val="600"/>
              </a:spcBef>
              <a:spcAft>
                <a:spcPts val="0"/>
              </a:spcAft>
              <a:buSzPts val="900"/>
              <a:buFont typeface="Inter"/>
              <a:buNone/>
              <a:defRPr sz="900">
                <a:latin typeface="Inter"/>
                <a:ea typeface="Inter"/>
                <a:cs typeface="Inter"/>
                <a:sym typeface="Inter"/>
              </a:defRPr>
            </a:lvl5pPr>
            <a:lvl6pPr indent="-228600" lvl="5" marL="2743200" algn="l">
              <a:lnSpc>
                <a:spcPct val="110000"/>
              </a:lnSpc>
              <a:spcBef>
                <a:spcPts val="700"/>
              </a:spcBef>
              <a:spcAft>
                <a:spcPts val="0"/>
              </a:spcAft>
              <a:buSzPts val="900"/>
              <a:buFont typeface="Inter"/>
              <a:buNone/>
              <a:defRPr sz="900">
                <a:latin typeface="Inter"/>
                <a:ea typeface="Inter"/>
                <a:cs typeface="Inter"/>
                <a:sym typeface="Inter"/>
              </a:defRPr>
            </a:lvl6pPr>
            <a:lvl7pPr indent="-228600" lvl="6" marL="3200400" algn="l">
              <a:lnSpc>
                <a:spcPct val="90000"/>
              </a:lnSpc>
              <a:spcBef>
                <a:spcPts val="100"/>
              </a:spcBef>
              <a:spcAft>
                <a:spcPts val="0"/>
              </a:spcAft>
              <a:buSzPts val="900"/>
              <a:buFont typeface="Inter"/>
              <a:buNone/>
              <a:defRPr>
                <a:latin typeface="Inter"/>
                <a:ea typeface="Inter"/>
                <a:cs typeface="Inter"/>
                <a:sym typeface="Inter"/>
              </a:defRPr>
            </a:lvl7pPr>
            <a:lvl8pPr indent="-228600" lvl="7" marL="3657600" algn="l">
              <a:lnSpc>
                <a:spcPct val="90000"/>
              </a:lnSpc>
              <a:spcBef>
                <a:spcPts val="1200"/>
              </a:spcBef>
              <a:spcAft>
                <a:spcPts val="0"/>
              </a:spcAft>
              <a:buSzPts val="900"/>
              <a:buFont typeface="Inter"/>
              <a:buNone/>
              <a:defRPr b="0" sz="900">
                <a:latin typeface="Inter"/>
                <a:ea typeface="Inter"/>
                <a:cs typeface="Inter"/>
                <a:sym typeface="Inter"/>
              </a:defRPr>
            </a:lvl8pPr>
            <a:lvl9pPr indent="-228600" lvl="8" marL="4114800" algn="l">
              <a:lnSpc>
                <a:spcPct val="90000"/>
              </a:lnSpc>
              <a:spcBef>
                <a:spcPts val="1200"/>
              </a:spcBef>
              <a:spcAft>
                <a:spcPts val="800"/>
              </a:spcAft>
              <a:buSzPts val="900"/>
              <a:buFont typeface="Inter"/>
              <a:buNone/>
              <a:defRPr b="0" sz="900">
                <a:latin typeface="Inter"/>
                <a:ea typeface="Inter"/>
                <a:cs typeface="Inter"/>
                <a:sym typeface="Inter"/>
              </a:defRPr>
            </a:lvl9pPr>
          </a:lstStyle>
          <a:p/>
        </p:txBody>
      </p:sp>
      <p:sp>
        <p:nvSpPr>
          <p:cNvPr id="447" name="Google Shape;447;p54"/>
          <p:cNvSpPr/>
          <p:nvPr>
            <p:ph idx="4" type="pic"/>
          </p:nvPr>
        </p:nvSpPr>
        <p:spPr>
          <a:xfrm>
            <a:off x="4669732" y="820075"/>
            <a:ext cx="4045800" cy="3505800"/>
          </a:xfrm>
          <a:prstGeom prst="roundRect">
            <a:avLst>
              <a:gd fmla="val 2986" name="adj"/>
            </a:avLst>
          </a:prstGeom>
          <a:solidFill>
            <a:schemeClr val="lt2"/>
          </a:solidFill>
          <a:ln>
            <a:noFill/>
          </a:ln>
        </p:spPr>
      </p:sp>
    </p:spTree>
  </p:cSld>
  <p:clrMapOvr>
    <a:masterClrMapping/>
  </p:clrMapOvr>
  <mc:AlternateContent>
    <mc:Choice Requires="p14">
      <p:transition p14:dur="15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Timeline (7 dates)">
  <p:cSld name="Timeline 7 dates continue">
    <p:spTree>
      <p:nvGrpSpPr>
        <p:cNvPr id="448" name="Shape 448"/>
        <p:cNvGrpSpPr/>
        <p:nvPr/>
      </p:nvGrpSpPr>
      <p:grpSpPr>
        <a:xfrm>
          <a:off x="0" y="0"/>
          <a:ext cx="0" cy="0"/>
          <a:chOff x="0" y="0"/>
          <a:chExt cx="0" cy="0"/>
        </a:xfrm>
      </p:grpSpPr>
      <p:sp>
        <p:nvSpPr>
          <p:cNvPr id="449" name="Google Shape;449;p55"/>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450" name="Google Shape;450;p55"/>
          <p:cNvSpPr/>
          <p:nvPr>
            <p:ph idx="1" type="body"/>
          </p:nvPr>
        </p:nvSpPr>
        <p:spPr>
          <a:xfrm>
            <a:off x="419812" y="2011862"/>
            <a:ext cx="19221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51" name="Google Shape;451;p55"/>
          <p:cNvSpPr/>
          <p:nvPr>
            <p:ph idx="2" type="body"/>
          </p:nvPr>
        </p:nvSpPr>
        <p:spPr>
          <a:xfrm>
            <a:off x="2545070" y="2011862"/>
            <a:ext cx="19224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52" name="Google Shape;452;p55"/>
          <p:cNvSpPr/>
          <p:nvPr>
            <p:ph idx="3" type="body"/>
          </p:nvPr>
        </p:nvSpPr>
        <p:spPr>
          <a:xfrm>
            <a:off x="4676494" y="2011862"/>
            <a:ext cx="19221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53" name="Google Shape;453;p55"/>
          <p:cNvSpPr/>
          <p:nvPr>
            <p:ph idx="4" type="body"/>
          </p:nvPr>
        </p:nvSpPr>
        <p:spPr>
          <a:xfrm>
            <a:off x="6806640" y="2011862"/>
            <a:ext cx="19176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54" name="Google Shape;454;p55"/>
          <p:cNvSpPr/>
          <p:nvPr>
            <p:ph idx="5" type="body"/>
          </p:nvPr>
        </p:nvSpPr>
        <p:spPr>
          <a:xfrm>
            <a:off x="1380879" y="2804495"/>
            <a:ext cx="1922100" cy="338700"/>
          </a:xfrm>
          <a:prstGeom prst="roundRect">
            <a:avLst>
              <a:gd fmla="val 9784" name="adj"/>
            </a:avLst>
          </a:prstGeom>
          <a:solidFill>
            <a:schemeClr val="lt1"/>
          </a:solidFill>
          <a:ln>
            <a:noFill/>
          </a:ln>
        </p:spPr>
        <p:txBody>
          <a:bodyPr anchorCtr="0" anchor="t"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55" name="Google Shape;455;p55"/>
          <p:cNvSpPr/>
          <p:nvPr>
            <p:ph idx="6" type="body"/>
          </p:nvPr>
        </p:nvSpPr>
        <p:spPr>
          <a:xfrm>
            <a:off x="3506137" y="2804495"/>
            <a:ext cx="1922400" cy="338700"/>
          </a:xfrm>
          <a:prstGeom prst="roundRect">
            <a:avLst>
              <a:gd fmla="val 9784" name="adj"/>
            </a:avLst>
          </a:prstGeom>
          <a:solidFill>
            <a:schemeClr val="lt1"/>
          </a:solidFill>
          <a:ln>
            <a:noFill/>
          </a:ln>
        </p:spPr>
        <p:txBody>
          <a:bodyPr anchorCtr="0" anchor="t"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56" name="Google Shape;456;p55"/>
          <p:cNvSpPr/>
          <p:nvPr>
            <p:ph idx="7" type="body"/>
          </p:nvPr>
        </p:nvSpPr>
        <p:spPr>
          <a:xfrm>
            <a:off x="5637560" y="2804495"/>
            <a:ext cx="1922100" cy="338700"/>
          </a:xfrm>
          <a:prstGeom prst="roundRect">
            <a:avLst>
              <a:gd fmla="val 9784" name="adj"/>
            </a:avLst>
          </a:prstGeom>
          <a:solidFill>
            <a:schemeClr val="lt1"/>
          </a:solidFill>
          <a:ln>
            <a:noFill/>
          </a:ln>
        </p:spPr>
        <p:txBody>
          <a:bodyPr anchorCtr="0" anchor="t"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Timeline (5 dates)">
  <p:cSld name="Timeline 5 dates continue">
    <p:spTree>
      <p:nvGrpSpPr>
        <p:cNvPr id="457" name="Shape 457"/>
        <p:cNvGrpSpPr/>
        <p:nvPr/>
      </p:nvGrpSpPr>
      <p:grpSpPr>
        <a:xfrm>
          <a:off x="0" y="0"/>
          <a:ext cx="0" cy="0"/>
          <a:chOff x="0" y="0"/>
          <a:chExt cx="0" cy="0"/>
        </a:xfrm>
      </p:grpSpPr>
      <p:sp>
        <p:nvSpPr>
          <p:cNvPr id="458" name="Google Shape;458;p56"/>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700"/>
              <a:buNone/>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459" name="Google Shape;459;p56"/>
          <p:cNvSpPr/>
          <p:nvPr>
            <p:ph idx="1" type="body"/>
          </p:nvPr>
        </p:nvSpPr>
        <p:spPr>
          <a:xfrm>
            <a:off x="419812" y="2011862"/>
            <a:ext cx="26292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60" name="Google Shape;460;p56"/>
          <p:cNvSpPr/>
          <p:nvPr>
            <p:ph idx="2" type="body"/>
          </p:nvPr>
        </p:nvSpPr>
        <p:spPr>
          <a:xfrm>
            <a:off x="3254312" y="2011862"/>
            <a:ext cx="26292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61" name="Google Shape;461;p56"/>
          <p:cNvSpPr/>
          <p:nvPr>
            <p:ph idx="3" type="body"/>
          </p:nvPr>
        </p:nvSpPr>
        <p:spPr>
          <a:xfrm>
            <a:off x="6088811" y="2011862"/>
            <a:ext cx="2626800" cy="338700"/>
          </a:xfrm>
          <a:prstGeom prst="roundRect">
            <a:avLst>
              <a:gd fmla="val 9784" name="adj"/>
            </a:avLst>
          </a:prstGeom>
          <a:solidFill>
            <a:schemeClr val="lt1"/>
          </a:solidFill>
          <a:ln>
            <a:noFill/>
          </a:ln>
        </p:spPr>
        <p:txBody>
          <a:bodyPr anchorCtr="0" anchor="b"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62" name="Google Shape;462;p56"/>
          <p:cNvSpPr/>
          <p:nvPr>
            <p:ph idx="4" type="body"/>
          </p:nvPr>
        </p:nvSpPr>
        <p:spPr>
          <a:xfrm>
            <a:off x="1838295" y="2804495"/>
            <a:ext cx="2625600" cy="338700"/>
          </a:xfrm>
          <a:prstGeom prst="roundRect">
            <a:avLst>
              <a:gd fmla="val 9784" name="adj"/>
            </a:avLst>
          </a:prstGeom>
          <a:solidFill>
            <a:schemeClr val="lt1"/>
          </a:solidFill>
          <a:ln>
            <a:noFill/>
          </a:ln>
        </p:spPr>
        <p:txBody>
          <a:bodyPr anchorCtr="0" anchor="t"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
        <p:nvSpPr>
          <p:cNvPr id="463" name="Google Shape;463;p56"/>
          <p:cNvSpPr/>
          <p:nvPr>
            <p:ph idx="5" type="body"/>
          </p:nvPr>
        </p:nvSpPr>
        <p:spPr>
          <a:xfrm>
            <a:off x="4669712" y="2804495"/>
            <a:ext cx="2625600" cy="338700"/>
          </a:xfrm>
          <a:prstGeom prst="roundRect">
            <a:avLst>
              <a:gd fmla="val 9784" name="adj"/>
            </a:avLst>
          </a:prstGeom>
          <a:solidFill>
            <a:schemeClr val="lt1"/>
          </a:solidFill>
          <a:ln>
            <a:noFill/>
          </a:ln>
        </p:spPr>
        <p:txBody>
          <a:bodyPr anchorCtr="0" anchor="t" bIns="97925" lIns="139900" spcFirstLastPara="1" rIns="97925" wrap="square" tIns="97925">
            <a:noAutofit/>
          </a:bodyPr>
          <a:lstStyle>
            <a:lvl1pPr indent="-228600" lvl="0" marL="457200" algn="l">
              <a:lnSpc>
                <a:spcPct val="110000"/>
              </a:lnSpc>
              <a:spcBef>
                <a:spcPts val="500"/>
              </a:spcBef>
              <a:spcAft>
                <a:spcPts val="0"/>
              </a:spcAft>
              <a:buSzPts val="900"/>
              <a:buNone/>
              <a:defRPr/>
            </a:lvl1pPr>
            <a:lvl2pPr indent="-228600" lvl="1" marL="914400" algn="l">
              <a:lnSpc>
                <a:spcPct val="110000"/>
              </a:lnSpc>
              <a:spcBef>
                <a:spcPts val="500"/>
              </a:spcBef>
              <a:spcAft>
                <a:spcPts val="0"/>
              </a:spcAft>
              <a:buSzPts val="600"/>
              <a:buNone/>
              <a:defRPr/>
            </a:lvl2pPr>
            <a:lvl3pPr indent="-228600" lvl="2" marL="1371600" algn="l">
              <a:lnSpc>
                <a:spcPct val="100000"/>
              </a:lnSpc>
              <a:spcBef>
                <a:spcPts val="400"/>
              </a:spcBef>
              <a:spcAft>
                <a:spcPts val="0"/>
              </a:spcAft>
              <a:buClr>
                <a:schemeClr val="dk1"/>
              </a:buClr>
              <a:buSzPts val="700"/>
              <a:buNone/>
              <a:defRPr/>
            </a:lvl3pPr>
            <a:lvl4pPr indent="-228600" lvl="3" marL="1828800" algn="l">
              <a:lnSpc>
                <a:spcPct val="110000"/>
              </a:lnSpc>
              <a:spcBef>
                <a:spcPts val="800"/>
              </a:spcBef>
              <a:spcAft>
                <a:spcPts val="0"/>
              </a:spcAft>
              <a:buSzPts val="600"/>
              <a:buNone/>
              <a:defRPr/>
            </a:lvl4pPr>
            <a:lvl5pPr indent="-228600" lvl="4" marL="2286000" algn="l">
              <a:lnSpc>
                <a:spcPct val="90000"/>
              </a:lnSpc>
              <a:spcBef>
                <a:spcPts val="600"/>
              </a:spcBef>
              <a:spcAft>
                <a:spcPts val="0"/>
              </a:spcAft>
              <a:buSzPts val="800"/>
              <a:buNone/>
              <a:defRPr/>
            </a:lvl5pPr>
            <a:lvl6pPr indent="-228600" lvl="5" marL="2743200" algn="l">
              <a:lnSpc>
                <a:spcPct val="110000"/>
              </a:lnSpc>
              <a:spcBef>
                <a:spcPts val="700"/>
              </a:spcBef>
              <a:spcAft>
                <a:spcPts val="0"/>
              </a:spcAft>
              <a:buClr>
                <a:schemeClr val="dk1"/>
              </a:buClr>
              <a:buSzPts val="900"/>
              <a:buNone/>
              <a:defRPr/>
            </a:lvl6pPr>
            <a:lvl7pPr indent="-228600" lvl="6" marL="3200400" algn="l">
              <a:lnSpc>
                <a:spcPct val="90000"/>
              </a:lnSpc>
              <a:spcBef>
                <a:spcPts val="100"/>
              </a:spcBef>
              <a:spcAft>
                <a:spcPts val="0"/>
              </a:spcAft>
              <a:buClr>
                <a:schemeClr val="dk1"/>
              </a:buClr>
              <a:buSzPts val="900"/>
              <a:buNone/>
              <a:defRPr/>
            </a:lvl7pPr>
            <a:lvl8pPr indent="-228600" lvl="7" marL="3657600" algn="l">
              <a:lnSpc>
                <a:spcPct val="90000"/>
              </a:lnSpc>
              <a:spcBef>
                <a:spcPts val="1200"/>
              </a:spcBef>
              <a:spcAft>
                <a:spcPts val="0"/>
              </a:spcAft>
              <a:buClr>
                <a:schemeClr val="dk1"/>
              </a:buClr>
              <a:buSzPts val="900"/>
              <a:buNone/>
              <a:defRPr/>
            </a:lvl8pPr>
            <a:lvl9pPr indent="-228600" lvl="8" marL="4114800" algn="l">
              <a:lnSpc>
                <a:spcPct val="90000"/>
              </a:lnSpc>
              <a:spcBef>
                <a:spcPts val="1200"/>
              </a:spcBef>
              <a:spcAft>
                <a:spcPts val="800"/>
              </a:spcAft>
              <a:buClr>
                <a:schemeClr val="dk1"/>
              </a:buClr>
              <a:buSzPts val="900"/>
              <a:buNone/>
              <a:defRPr/>
            </a:lvl9pPr>
          </a:lstStyle>
          <a:p/>
        </p:txBody>
      </p:sp>
    </p:spTree>
  </p:cSld>
  <p:clrMapOvr>
    <a:masterClrMapping/>
  </p:clrMapOvr>
  <p:transition spd="slow">
    <p:push/>
  </p:transition>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6. Full Marketecture (Dark)" showMasterSp="0">
  <p:cSld name="Title Black_3">
    <p:bg>
      <p:bgPr>
        <a:solidFill>
          <a:schemeClr val="dk2"/>
        </a:solidFill>
      </p:bgPr>
    </p:bg>
    <p:spTree>
      <p:nvGrpSpPr>
        <p:cNvPr id="464" name="Shape 464"/>
        <p:cNvGrpSpPr/>
        <p:nvPr/>
      </p:nvGrpSpPr>
      <p:grpSpPr>
        <a:xfrm>
          <a:off x="0" y="0"/>
          <a:ext cx="0" cy="0"/>
          <a:chOff x="0" y="0"/>
          <a:chExt cx="0" cy="0"/>
        </a:xfrm>
      </p:grpSpPr>
      <p:pic>
        <p:nvPicPr>
          <p:cNvPr id="465" name="Google Shape;465;p57"/>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sp>
        <p:nvSpPr>
          <p:cNvPr id="466" name="Google Shape;466;p57"/>
          <p:cNvSpPr txBox="1"/>
          <p:nvPr>
            <p:ph type="title"/>
          </p:nvPr>
        </p:nvSpPr>
        <p:spPr>
          <a:xfrm>
            <a:off x="419775" y="417750"/>
            <a:ext cx="6875400" cy="24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600"/>
              <a:buNone/>
              <a:defRPr>
                <a:solidFill>
                  <a:schemeClr val="lt1"/>
                </a:solidFill>
              </a:defRPr>
            </a:lvl1pPr>
            <a:lvl2pPr lvl="1" algn="l">
              <a:lnSpc>
                <a:spcPct val="80000"/>
              </a:lnSpc>
              <a:spcBef>
                <a:spcPts val="0"/>
              </a:spcBef>
              <a:spcAft>
                <a:spcPts val="0"/>
              </a:spcAft>
              <a:buClr>
                <a:srgbClr val="000000"/>
              </a:buClr>
              <a:buSzPts val="1400"/>
              <a:buNone/>
              <a:defRPr sz="1400"/>
            </a:lvl2pPr>
            <a:lvl3pPr lvl="2" algn="l">
              <a:lnSpc>
                <a:spcPct val="80000"/>
              </a:lnSpc>
              <a:spcBef>
                <a:spcPts val="0"/>
              </a:spcBef>
              <a:spcAft>
                <a:spcPts val="0"/>
              </a:spcAft>
              <a:buClr>
                <a:srgbClr val="000000"/>
              </a:buClr>
              <a:buSzPts val="1400"/>
              <a:buNone/>
              <a:defRPr sz="1400"/>
            </a:lvl3pPr>
            <a:lvl4pPr lvl="3" algn="l">
              <a:lnSpc>
                <a:spcPct val="80000"/>
              </a:lnSpc>
              <a:spcBef>
                <a:spcPts val="0"/>
              </a:spcBef>
              <a:spcAft>
                <a:spcPts val="0"/>
              </a:spcAft>
              <a:buClr>
                <a:srgbClr val="000000"/>
              </a:buClr>
              <a:buSzPts val="1400"/>
              <a:buNone/>
              <a:defRPr sz="1400"/>
            </a:lvl4pPr>
            <a:lvl5pPr lvl="4" algn="l">
              <a:lnSpc>
                <a:spcPct val="80000"/>
              </a:lnSpc>
              <a:spcBef>
                <a:spcPts val="0"/>
              </a:spcBef>
              <a:spcAft>
                <a:spcPts val="0"/>
              </a:spcAft>
              <a:buClr>
                <a:srgbClr val="000000"/>
              </a:buClr>
              <a:buSzPts val="1400"/>
              <a:buNone/>
              <a:defRPr sz="1400"/>
            </a:lvl5pPr>
            <a:lvl6pPr lvl="5" algn="l">
              <a:lnSpc>
                <a:spcPct val="80000"/>
              </a:lnSpc>
              <a:spcBef>
                <a:spcPts val="0"/>
              </a:spcBef>
              <a:spcAft>
                <a:spcPts val="0"/>
              </a:spcAft>
              <a:buClr>
                <a:srgbClr val="000000"/>
              </a:buClr>
              <a:buSzPts val="1400"/>
              <a:buNone/>
              <a:defRPr sz="1400"/>
            </a:lvl6pPr>
            <a:lvl7pPr lvl="6" algn="l">
              <a:lnSpc>
                <a:spcPct val="80000"/>
              </a:lnSpc>
              <a:spcBef>
                <a:spcPts val="0"/>
              </a:spcBef>
              <a:spcAft>
                <a:spcPts val="0"/>
              </a:spcAft>
              <a:buClr>
                <a:srgbClr val="000000"/>
              </a:buClr>
              <a:buSzPts val="1400"/>
              <a:buNone/>
              <a:defRPr sz="1400"/>
            </a:lvl7pPr>
            <a:lvl8pPr lvl="7" algn="l">
              <a:lnSpc>
                <a:spcPct val="80000"/>
              </a:lnSpc>
              <a:spcBef>
                <a:spcPts val="0"/>
              </a:spcBef>
              <a:spcAft>
                <a:spcPts val="0"/>
              </a:spcAft>
              <a:buClr>
                <a:srgbClr val="000000"/>
              </a:buClr>
              <a:buSzPts val="1400"/>
              <a:buNone/>
              <a:defRPr sz="1400"/>
            </a:lvl8pPr>
            <a:lvl9pPr lvl="8" algn="l">
              <a:lnSpc>
                <a:spcPct val="80000"/>
              </a:lnSpc>
              <a:spcBef>
                <a:spcPts val="0"/>
              </a:spcBef>
              <a:spcAft>
                <a:spcPts val="0"/>
              </a:spcAft>
              <a:buClr>
                <a:srgbClr val="000000"/>
              </a:buClr>
              <a:buSzPts val="1400"/>
              <a:buNone/>
              <a:defRPr sz="1400"/>
            </a:lvl9pPr>
          </a:lstStyle>
          <a:p/>
        </p:txBody>
      </p:sp>
      <p:sp>
        <p:nvSpPr>
          <p:cNvPr id="467" name="Google Shape;467;p57"/>
          <p:cNvSpPr/>
          <p:nvPr/>
        </p:nvSpPr>
        <p:spPr>
          <a:xfrm>
            <a:off x="8096250" y="4277900"/>
            <a:ext cx="727200" cy="727200"/>
          </a:xfrm>
          <a:prstGeom prst="rect">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8" name="Google Shape;468;p57"/>
          <p:cNvSpPr/>
          <p:nvPr/>
        </p:nvSpPr>
        <p:spPr>
          <a:xfrm>
            <a:off x="395075"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272832"/>
              </a:solidFill>
              <a:latin typeface="Roboto Mono"/>
              <a:ea typeface="Roboto Mono"/>
              <a:cs typeface="Roboto Mono"/>
              <a:sym typeface="Roboto Mono"/>
            </a:endParaRPr>
          </a:p>
        </p:txBody>
      </p:sp>
      <p:sp>
        <p:nvSpPr>
          <p:cNvPr id="469" name="Google Shape;469;p57"/>
          <p:cNvSpPr/>
          <p:nvPr/>
        </p:nvSpPr>
        <p:spPr>
          <a:xfrm>
            <a:off x="528679" y="4105324"/>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0" name="Google Shape;470;p57"/>
          <p:cNvSpPr/>
          <p:nvPr/>
        </p:nvSpPr>
        <p:spPr>
          <a:xfrm>
            <a:off x="528679" y="4421846"/>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1" name="Google Shape;471;p57"/>
          <p:cNvSpPr/>
          <p:nvPr/>
        </p:nvSpPr>
        <p:spPr>
          <a:xfrm>
            <a:off x="528679" y="3784486"/>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2" name="Google Shape;472;p57"/>
          <p:cNvSpPr/>
          <p:nvPr/>
        </p:nvSpPr>
        <p:spPr>
          <a:xfrm>
            <a:off x="3801978" y="1093700"/>
            <a:ext cx="1523100" cy="36804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272832"/>
              </a:solidFill>
              <a:latin typeface="Roboto Mono"/>
              <a:ea typeface="Roboto Mono"/>
              <a:cs typeface="Roboto Mono"/>
              <a:sym typeface="Roboto Mono"/>
            </a:endParaRPr>
          </a:p>
        </p:txBody>
      </p:sp>
      <p:sp>
        <p:nvSpPr>
          <p:cNvPr id="473" name="Google Shape;473;p57"/>
          <p:cNvSpPr/>
          <p:nvPr/>
        </p:nvSpPr>
        <p:spPr>
          <a:xfrm>
            <a:off x="524059" y="121183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CONNECT</a:t>
            </a:r>
            <a:endParaRPr sz="700">
              <a:solidFill>
                <a:srgbClr val="FFFFFF"/>
              </a:solidFill>
              <a:latin typeface="Roboto Mono Medium"/>
              <a:ea typeface="Roboto Mono Medium"/>
              <a:cs typeface="Roboto Mono Medium"/>
              <a:sym typeface="Roboto Mono Medium"/>
            </a:endParaRPr>
          </a:p>
        </p:txBody>
      </p:sp>
      <p:sp>
        <p:nvSpPr>
          <p:cNvPr id="474" name="Google Shape;474;p57"/>
          <p:cNvSpPr/>
          <p:nvPr/>
        </p:nvSpPr>
        <p:spPr>
          <a:xfrm>
            <a:off x="5492776"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272832"/>
              </a:solidFill>
              <a:latin typeface="Roboto Mono"/>
              <a:ea typeface="Roboto Mono"/>
              <a:cs typeface="Roboto Mono"/>
              <a:sym typeface="Roboto Mono"/>
            </a:endParaRPr>
          </a:p>
        </p:txBody>
      </p:sp>
      <p:sp>
        <p:nvSpPr>
          <p:cNvPr id="475" name="Google Shape;475;p57"/>
          <p:cNvSpPr/>
          <p:nvPr/>
        </p:nvSpPr>
        <p:spPr>
          <a:xfrm>
            <a:off x="2096090"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272832"/>
              </a:solidFill>
              <a:latin typeface="Roboto Mono"/>
              <a:ea typeface="Roboto Mono"/>
              <a:cs typeface="Roboto Mono"/>
              <a:sym typeface="Roboto Mono"/>
            </a:endParaRPr>
          </a:p>
        </p:txBody>
      </p:sp>
      <p:sp>
        <p:nvSpPr>
          <p:cNvPr id="476" name="Google Shape;476;p57"/>
          <p:cNvSpPr/>
          <p:nvPr/>
        </p:nvSpPr>
        <p:spPr>
          <a:xfrm>
            <a:off x="7199174"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272832"/>
              </a:solidFill>
              <a:latin typeface="Roboto Mono"/>
              <a:ea typeface="Roboto Mono"/>
              <a:cs typeface="Roboto Mono"/>
              <a:sym typeface="Roboto Mono"/>
            </a:endParaRPr>
          </a:p>
        </p:txBody>
      </p:sp>
      <p:sp>
        <p:nvSpPr>
          <p:cNvPr id="477" name="Google Shape;477;p57"/>
          <p:cNvSpPr/>
          <p:nvPr/>
        </p:nvSpPr>
        <p:spPr>
          <a:xfrm>
            <a:off x="3935532" y="121183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PROTECT</a:t>
            </a:r>
            <a:endParaRPr sz="700">
              <a:solidFill>
                <a:srgbClr val="FFFFFF"/>
              </a:solidFill>
              <a:latin typeface="Roboto Mono Medium"/>
              <a:ea typeface="Roboto Mono Medium"/>
              <a:cs typeface="Roboto Mono Medium"/>
              <a:sym typeface="Roboto Mono Medium"/>
            </a:endParaRPr>
          </a:p>
        </p:txBody>
      </p:sp>
      <p:sp>
        <p:nvSpPr>
          <p:cNvPr id="478" name="Google Shape;478;p57"/>
          <p:cNvSpPr/>
          <p:nvPr/>
        </p:nvSpPr>
        <p:spPr>
          <a:xfrm>
            <a:off x="5628871" y="1211830"/>
            <a:ext cx="449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BOOST</a:t>
            </a:r>
            <a:endParaRPr sz="700">
              <a:solidFill>
                <a:srgbClr val="FFFFFF"/>
              </a:solidFill>
              <a:latin typeface="Roboto Mono Medium"/>
              <a:ea typeface="Roboto Mono Medium"/>
              <a:cs typeface="Roboto Mono Medium"/>
              <a:sym typeface="Roboto Mono Medium"/>
            </a:endParaRPr>
          </a:p>
        </p:txBody>
      </p:sp>
      <p:sp>
        <p:nvSpPr>
          <p:cNvPr id="479" name="Google Shape;479;p57"/>
          <p:cNvSpPr/>
          <p:nvPr/>
        </p:nvSpPr>
        <p:spPr>
          <a:xfrm>
            <a:off x="2234962" y="1211830"/>
            <a:ext cx="3873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MOVE</a:t>
            </a:r>
            <a:endParaRPr sz="700">
              <a:solidFill>
                <a:srgbClr val="FFFFFF"/>
              </a:solidFill>
              <a:latin typeface="Roboto Mono Medium"/>
              <a:ea typeface="Roboto Mono Medium"/>
              <a:cs typeface="Roboto Mono Medium"/>
              <a:sym typeface="Roboto Mono Medium"/>
            </a:endParaRPr>
          </a:p>
        </p:txBody>
      </p:sp>
      <p:sp>
        <p:nvSpPr>
          <p:cNvPr id="480" name="Google Shape;480;p57"/>
          <p:cNvSpPr/>
          <p:nvPr/>
        </p:nvSpPr>
        <p:spPr>
          <a:xfrm>
            <a:off x="7340281" y="1211830"/>
            <a:ext cx="5259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MANAGE</a:t>
            </a:r>
            <a:endParaRPr sz="700">
              <a:solidFill>
                <a:srgbClr val="FFFFFF"/>
              </a:solidFill>
              <a:latin typeface="Roboto Mono Medium"/>
              <a:ea typeface="Roboto Mono Medium"/>
              <a:cs typeface="Roboto Mono Medium"/>
              <a:sym typeface="Roboto Mono Medium"/>
            </a:endParaRPr>
          </a:p>
        </p:txBody>
      </p:sp>
      <p:sp>
        <p:nvSpPr>
          <p:cNvPr id="481" name="Google Shape;481;p57"/>
          <p:cNvSpPr txBox="1"/>
          <p:nvPr/>
        </p:nvSpPr>
        <p:spPr>
          <a:xfrm>
            <a:off x="3940362" y="159577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Master fraud, risk and compliance </a:t>
            </a:r>
            <a:endParaRPr sz="1000">
              <a:solidFill>
                <a:srgbClr val="FFFFFF"/>
              </a:solidFill>
              <a:latin typeface="Roboto Mono Medium"/>
              <a:ea typeface="Roboto Mono Medium"/>
              <a:cs typeface="Roboto Mono Medium"/>
              <a:sym typeface="Roboto Mono Medium"/>
            </a:endParaRPr>
          </a:p>
        </p:txBody>
      </p:sp>
      <p:sp>
        <p:nvSpPr>
          <p:cNvPr id="482" name="Google Shape;482;p57"/>
          <p:cNvSpPr txBox="1"/>
          <p:nvPr/>
        </p:nvSpPr>
        <p:spPr>
          <a:xfrm>
            <a:off x="5629324" y="1595775"/>
            <a:ext cx="1077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Payments to power your performance</a:t>
            </a:r>
            <a:endParaRPr sz="1000">
              <a:solidFill>
                <a:srgbClr val="FFFFFF"/>
              </a:solidFill>
              <a:latin typeface="Roboto Mono Medium"/>
              <a:ea typeface="Roboto Mono Medium"/>
              <a:cs typeface="Roboto Mono Medium"/>
              <a:sym typeface="Roboto Mono Medium"/>
            </a:endParaRPr>
          </a:p>
        </p:txBody>
      </p:sp>
      <p:sp>
        <p:nvSpPr>
          <p:cNvPr id="483" name="Google Shape;483;p57"/>
          <p:cNvSpPr txBox="1"/>
          <p:nvPr/>
        </p:nvSpPr>
        <p:spPr>
          <a:xfrm>
            <a:off x="7338158" y="159577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Control how money moves worldwide</a:t>
            </a:r>
            <a:endParaRPr sz="1000">
              <a:solidFill>
                <a:srgbClr val="FFFFFF"/>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000">
              <a:solidFill>
                <a:srgbClr val="FFFFFF"/>
              </a:solidFill>
              <a:latin typeface="Roboto Mono Medium"/>
              <a:ea typeface="Roboto Mono Medium"/>
              <a:cs typeface="Roboto Mono Medium"/>
              <a:sym typeface="Roboto Mono Medium"/>
            </a:endParaRPr>
          </a:p>
        </p:txBody>
      </p:sp>
      <p:sp>
        <p:nvSpPr>
          <p:cNvPr id="484" name="Google Shape;484;p57"/>
          <p:cNvSpPr/>
          <p:nvPr/>
        </p:nvSpPr>
        <p:spPr>
          <a:xfrm>
            <a:off x="528679" y="3142406"/>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5" name="Google Shape;485;p57"/>
          <p:cNvSpPr txBox="1"/>
          <p:nvPr/>
        </p:nvSpPr>
        <p:spPr>
          <a:xfrm>
            <a:off x="733101" y="4179067"/>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MOBILE SDK</a:t>
            </a:r>
            <a:endParaRPr b="1" sz="550">
              <a:solidFill>
                <a:srgbClr val="FFFFFF"/>
              </a:solidFill>
            </a:endParaRPr>
          </a:p>
        </p:txBody>
      </p:sp>
      <p:sp>
        <p:nvSpPr>
          <p:cNvPr id="486" name="Google Shape;486;p57"/>
          <p:cNvSpPr txBox="1"/>
          <p:nvPr/>
        </p:nvSpPr>
        <p:spPr>
          <a:xfrm>
            <a:off x="733101" y="321615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HOSTED PAYMENT PAGE</a:t>
            </a:r>
            <a:endParaRPr b="1" sz="550">
              <a:solidFill>
                <a:srgbClr val="FFFFFF"/>
              </a:solidFill>
            </a:endParaRPr>
          </a:p>
        </p:txBody>
      </p:sp>
      <p:sp>
        <p:nvSpPr>
          <p:cNvPr id="487" name="Google Shape;487;p57"/>
          <p:cNvSpPr txBox="1"/>
          <p:nvPr/>
        </p:nvSpPr>
        <p:spPr>
          <a:xfrm>
            <a:off x="733101" y="4495585"/>
            <a:ext cx="9039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UNIFIED PAYMENTS API</a:t>
            </a:r>
            <a:endParaRPr b="1" sz="550">
              <a:solidFill>
                <a:srgbClr val="FFFFFF"/>
              </a:solidFill>
              <a:latin typeface="Roboto Mono"/>
              <a:ea typeface="Roboto Mono"/>
              <a:cs typeface="Roboto Mono"/>
              <a:sym typeface="Roboto Mono"/>
            </a:endParaRPr>
          </a:p>
        </p:txBody>
      </p:sp>
      <p:sp>
        <p:nvSpPr>
          <p:cNvPr id="488" name="Google Shape;488;p57"/>
          <p:cNvSpPr/>
          <p:nvPr/>
        </p:nvSpPr>
        <p:spPr>
          <a:xfrm>
            <a:off x="3930431" y="3786697"/>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9" name="Google Shape;489;p57"/>
          <p:cNvSpPr/>
          <p:nvPr/>
        </p:nvSpPr>
        <p:spPr>
          <a:xfrm>
            <a:off x="3930431" y="3465861"/>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0" name="Google Shape;490;p57"/>
          <p:cNvSpPr txBox="1"/>
          <p:nvPr/>
        </p:nvSpPr>
        <p:spPr>
          <a:xfrm>
            <a:off x="4137654" y="3539600"/>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IDENTITY VERIFICATION</a:t>
            </a:r>
            <a:endParaRPr b="1" sz="550">
              <a:solidFill>
                <a:srgbClr val="FFFFFF"/>
              </a:solidFill>
            </a:endParaRPr>
          </a:p>
        </p:txBody>
      </p:sp>
      <p:sp>
        <p:nvSpPr>
          <p:cNvPr id="491" name="Google Shape;491;p57"/>
          <p:cNvSpPr txBox="1"/>
          <p:nvPr/>
        </p:nvSpPr>
        <p:spPr>
          <a:xfrm>
            <a:off x="4137654"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DISPUTES</a:t>
            </a:r>
            <a:endParaRPr b="1" sz="550">
              <a:solidFill>
                <a:srgbClr val="FFFFFF"/>
              </a:solidFill>
            </a:endParaRPr>
          </a:p>
        </p:txBody>
      </p:sp>
      <p:sp>
        <p:nvSpPr>
          <p:cNvPr id="492" name="Google Shape;492;p57"/>
          <p:cNvSpPr/>
          <p:nvPr/>
        </p:nvSpPr>
        <p:spPr>
          <a:xfrm>
            <a:off x="3930431" y="2823784"/>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3" name="Google Shape;493;p57"/>
          <p:cNvSpPr/>
          <p:nvPr/>
        </p:nvSpPr>
        <p:spPr>
          <a:xfrm>
            <a:off x="5626204" y="3465852"/>
            <a:ext cx="1272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4" name="Google Shape;494;p57"/>
          <p:cNvSpPr/>
          <p:nvPr/>
        </p:nvSpPr>
        <p:spPr>
          <a:xfrm>
            <a:off x="5621851" y="2823784"/>
            <a:ext cx="1272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5" name="Google Shape;495;p57"/>
          <p:cNvSpPr txBox="1"/>
          <p:nvPr/>
        </p:nvSpPr>
        <p:spPr>
          <a:xfrm>
            <a:off x="5835135"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INTELLIGENT ACCEPTANCE</a:t>
            </a:r>
            <a:endParaRPr b="1" sz="550">
              <a:solidFill>
                <a:srgbClr val="FFFFFF"/>
              </a:solidFill>
            </a:endParaRPr>
          </a:p>
        </p:txBody>
      </p:sp>
      <p:sp>
        <p:nvSpPr>
          <p:cNvPr id="496" name="Google Shape;496;p57"/>
          <p:cNvSpPr/>
          <p:nvPr/>
        </p:nvSpPr>
        <p:spPr>
          <a:xfrm>
            <a:off x="5626204" y="3142423"/>
            <a:ext cx="1272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7" name="Google Shape;497;p57"/>
          <p:cNvSpPr txBox="1"/>
          <p:nvPr/>
        </p:nvSpPr>
        <p:spPr>
          <a:xfrm>
            <a:off x="5835135"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NETWORK TOKENS</a:t>
            </a:r>
            <a:endParaRPr b="1" sz="550">
              <a:solidFill>
                <a:srgbClr val="FFFFFF"/>
              </a:solidFill>
            </a:endParaRPr>
          </a:p>
        </p:txBody>
      </p:sp>
      <p:sp>
        <p:nvSpPr>
          <p:cNvPr id="498" name="Google Shape;498;p57"/>
          <p:cNvSpPr txBox="1"/>
          <p:nvPr/>
        </p:nvSpPr>
        <p:spPr>
          <a:xfrm>
            <a:off x="5835143" y="3521211"/>
            <a:ext cx="747600" cy="13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None/>
            </a:pPr>
            <a:r>
              <a:rPr b="1" lang="en" sz="550">
                <a:solidFill>
                  <a:srgbClr val="FFFFFF"/>
                </a:solidFill>
                <a:latin typeface="Roboto Mono"/>
                <a:ea typeface="Roboto Mono"/>
                <a:cs typeface="Roboto Mono"/>
                <a:sym typeface="Roboto Mono"/>
              </a:rPr>
              <a:t>REAL TIME </a:t>
            </a:r>
            <a:br>
              <a:rPr b="1" lang="en" sz="550">
                <a:solidFill>
                  <a:srgbClr val="FFFFFF"/>
                </a:solidFill>
                <a:latin typeface="Roboto Mono"/>
                <a:ea typeface="Roboto Mono"/>
                <a:cs typeface="Roboto Mono"/>
                <a:sym typeface="Roboto Mono"/>
              </a:rPr>
            </a:br>
            <a:r>
              <a:rPr b="1" lang="en" sz="550">
                <a:solidFill>
                  <a:srgbClr val="FFFFFF"/>
                </a:solidFill>
                <a:latin typeface="Roboto Mono"/>
                <a:ea typeface="Roboto Mono"/>
                <a:cs typeface="Roboto Mono"/>
                <a:sym typeface="Roboto Mono"/>
              </a:rPr>
              <a:t>ACCOUNT UPDATER</a:t>
            </a:r>
            <a:endParaRPr b="1" sz="550">
              <a:solidFill>
                <a:srgbClr val="FFFFFF"/>
              </a:solidFill>
            </a:endParaRPr>
          </a:p>
        </p:txBody>
      </p:sp>
      <p:sp>
        <p:nvSpPr>
          <p:cNvPr id="499" name="Google Shape;499;p57"/>
          <p:cNvSpPr/>
          <p:nvPr/>
        </p:nvSpPr>
        <p:spPr>
          <a:xfrm>
            <a:off x="3930417" y="3142427"/>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0" name="Google Shape;500;p57"/>
          <p:cNvSpPr/>
          <p:nvPr/>
        </p:nvSpPr>
        <p:spPr>
          <a:xfrm>
            <a:off x="7339605" y="2823784"/>
            <a:ext cx="1260300" cy="2295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1" name="Google Shape;501;p57"/>
          <p:cNvSpPr txBox="1"/>
          <p:nvPr/>
        </p:nvSpPr>
        <p:spPr>
          <a:xfrm>
            <a:off x="7550797" y="2897524"/>
            <a:ext cx="8286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DASHBOARD</a:t>
            </a:r>
            <a:endParaRPr b="1" sz="550">
              <a:solidFill>
                <a:srgbClr val="FFFFFF"/>
              </a:solidFill>
            </a:endParaRPr>
          </a:p>
        </p:txBody>
      </p:sp>
      <p:sp>
        <p:nvSpPr>
          <p:cNvPr id="502" name="Google Shape;502;p57"/>
          <p:cNvSpPr/>
          <p:nvPr/>
        </p:nvSpPr>
        <p:spPr>
          <a:xfrm>
            <a:off x="7339605" y="3142422"/>
            <a:ext cx="1260300" cy="2295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3" name="Google Shape;503;p57"/>
          <p:cNvSpPr txBox="1"/>
          <p:nvPr/>
        </p:nvSpPr>
        <p:spPr>
          <a:xfrm>
            <a:off x="7550797" y="3216166"/>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BUSINESS ACCOUNT</a:t>
            </a:r>
            <a:endParaRPr b="1" sz="550">
              <a:solidFill>
                <a:srgbClr val="FFFFFF"/>
              </a:solidFill>
            </a:endParaRPr>
          </a:p>
        </p:txBody>
      </p:sp>
      <p:sp>
        <p:nvSpPr>
          <p:cNvPr id="504" name="Google Shape;504;p57"/>
          <p:cNvSpPr/>
          <p:nvPr/>
        </p:nvSpPr>
        <p:spPr>
          <a:xfrm>
            <a:off x="3934126" y="4103216"/>
            <a:ext cx="1269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5" name="Google Shape;505;p57"/>
          <p:cNvSpPr txBox="1"/>
          <p:nvPr/>
        </p:nvSpPr>
        <p:spPr>
          <a:xfrm>
            <a:off x="4137654" y="417695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VAULT</a:t>
            </a:r>
            <a:endParaRPr b="1" sz="550">
              <a:solidFill>
                <a:srgbClr val="FFFFFF"/>
              </a:solidFill>
            </a:endParaRPr>
          </a:p>
        </p:txBody>
      </p:sp>
      <p:sp>
        <p:nvSpPr>
          <p:cNvPr id="506" name="Google Shape;506;p57"/>
          <p:cNvSpPr/>
          <p:nvPr/>
        </p:nvSpPr>
        <p:spPr>
          <a:xfrm>
            <a:off x="528679" y="3461050"/>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7" name="Google Shape;507;p57"/>
          <p:cNvSpPr txBox="1"/>
          <p:nvPr/>
        </p:nvSpPr>
        <p:spPr>
          <a:xfrm>
            <a:off x="733101" y="3858231"/>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PAYMENT LINKS</a:t>
            </a:r>
            <a:endParaRPr b="1" sz="550">
              <a:solidFill>
                <a:srgbClr val="FFFFFF"/>
              </a:solidFill>
            </a:endParaRPr>
          </a:p>
        </p:txBody>
      </p:sp>
      <p:sp>
        <p:nvSpPr>
          <p:cNvPr id="508" name="Google Shape;508;p57"/>
          <p:cNvSpPr/>
          <p:nvPr/>
        </p:nvSpPr>
        <p:spPr>
          <a:xfrm>
            <a:off x="7339605" y="3465852"/>
            <a:ext cx="1260300" cy="2295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9" name="Google Shape;509;p57"/>
          <p:cNvSpPr txBox="1"/>
          <p:nvPr/>
        </p:nvSpPr>
        <p:spPr>
          <a:xfrm>
            <a:off x="7550797" y="3539600"/>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TREASURY &amp; FX</a:t>
            </a:r>
            <a:endParaRPr b="1" sz="550">
              <a:solidFill>
                <a:srgbClr val="FFFFFF"/>
              </a:solidFill>
            </a:endParaRPr>
          </a:p>
        </p:txBody>
      </p:sp>
      <p:pic>
        <p:nvPicPr>
          <p:cNvPr id="510" name="Google Shape;510;p57"/>
          <p:cNvPicPr preferRelativeResize="0"/>
          <p:nvPr/>
        </p:nvPicPr>
        <p:blipFill rotWithShape="1">
          <a:blip r:embed="rId3">
            <a:alphaModFix/>
          </a:blip>
          <a:srcRect b="0" l="603" r="603" t="0"/>
          <a:stretch/>
        </p:blipFill>
        <p:spPr>
          <a:xfrm>
            <a:off x="3984722" y="2889486"/>
            <a:ext cx="115875" cy="115875"/>
          </a:xfrm>
          <a:prstGeom prst="rect">
            <a:avLst/>
          </a:prstGeom>
          <a:noFill/>
          <a:ln>
            <a:noFill/>
          </a:ln>
        </p:spPr>
      </p:pic>
      <p:pic>
        <p:nvPicPr>
          <p:cNvPr id="511" name="Google Shape;511;p57"/>
          <p:cNvPicPr preferRelativeResize="0"/>
          <p:nvPr/>
        </p:nvPicPr>
        <p:blipFill rotWithShape="1">
          <a:blip r:embed="rId4">
            <a:alphaModFix/>
          </a:blip>
          <a:srcRect b="0" l="505" r="495" t="0"/>
          <a:stretch/>
        </p:blipFill>
        <p:spPr>
          <a:xfrm>
            <a:off x="3984621" y="3531561"/>
            <a:ext cx="115875" cy="115875"/>
          </a:xfrm>
          <a:prstGeom prst="rect">
            <a:avLst/>
          </a:prstGeom>
          <a:noFill/>
          <a:ln>
            <a:noFill/>
          </a:ln>
        </p:spPr>
      </p:pic>
      <p:pic>
        <p:nvPicPr>
          <p:cNvPr id="512" name="Google Shape;512;p57"/>
          <p:cNvPicPr preferRelativeResize="0"/>
          <p:nvPr/>
        </p:nvPicPr>
        <p:blipFill rotWithShape="1">
          <a:blip r:embed="rId5">
            <a:alphaModFix/>
          </a:blip>
          <a:srcRect b="0" l="583" r="593" t="0"/>
          <a:stretch/>
        </p:blipFill>
        <p:spPr>
          <a:xfrm>
            <a:off x="3984749" y="3852441"/>
            <a:ext cx="115875" cy="115875"/>
          </a:xfrm>
          <a:prstGeom prst="rect">
            <a:avLst/>
          </a:prstGeom>
          <a:noFill/>
          <a:ln>
            <a:noFill/>
          </a:ln>
        </p:spPr>
      </p:pic>
      <p:pic>
        <p:nvPicPr>
          <p:cNvPr id="513" name="Google Shape;513;p57"/>
          <p:cNvPicPr preferRelativeResize="0"/>
          <p:nvPr/>
        </p:nvPicPr>
        <p:blipFill rotWithShape="1">
          <a:blip r:embed="rId6">
            <a:alphaModFix/>
          </a:blip>
          <a:srcRect b="0" l="603" r="603" t="0"/>
          <a:stretch/>
        </p:blipFill>
        <p:spPr>
          <a:xfrm>
            <a:off x="5673060" y="3208128"/>
            <a:ext cx="115875" cy="115875"/>
          </a:xfrm>
          <a:prstGeom prst="rect">
            <a:avLst/>
          </a:prstGeom>
          <a:noFill/>
          <a:ln>
            <a:noFill/>
          </a:ln>
        </p:spPr>
      </p:pic>
      <p:pic>
        <p:nvPicPr>
          <p:cNvPr id="514" name="Google Shape;514;p57"/>
          <p:cNvPicPr preferRelativeResize="0"/>
          <p:nvPr/>
        </p:nvPicPr>
        <p:blipFill rotWithShape="1">
          <a:blip r:embed="rId7">
            <a:alphaModFix/>
          </a:blip>
          <a:srcRect b="0" l="485" r="485" t="0"/>
          <a:stretch/>
        </p:blipFill>
        <p:spPr>
          <a:xfrm>
            <a:off x="5672844" y="2889384"/>
            <a:ext cx="115875" cy="115875"/>
          </a:xfrm>
          <a:prstGeom prst="rect">
            <a:avLst/>
          </a:prstGeom>
          <a:noFill/>
          <a:ln>
            <a:noFill/>
          </a:ln>
        </p:spPr>
      </p:pic>
      <p:pic>
        <p:nvPicPr>
          <p:cNvPr id="515" name="Google Shape;515;p57"/>
          <p:cNvPicPr preferRelativeResize="0"/>
          <p:nvPr/>
        </p:nvPicPr>
        <p:blipFill rotWithShape="1">
          <a:blip r:embed="rId8">
            <a:alphaModFix/>
          </a:blip>
          <a:srcRect b="0" l="603" r="603" t="0"/>
          <a:stretch/>
        </p:blipFill>
        <p:spPr>
          <a:xfrm>
            <a:off x="5673060" y="3531561"/>
            <a:ext cx="115875" cy="115875"/>
          </a:xfrm>
          <a:prstGeom prst="rect">
            <a:avLst/>
          </a:prstGeom>
          <a:noFill/>
          <a:ln>
            <a:noFill/>
          </a:ln>
        </p:spPr>
      </p:pic>
      <p:pic>
        <p:nvPicPr>
          <p:cNvPr id="516" name="Google Shape;516;p57"/>
          <p:cNvPicPr preferRelativeResize="0"/>
          <p:nvPr/>
        </p:nvPicPr>
        <p:blipFill rotWithShape="1">
          <a:blip r:embed="rId9">
            <a:alphaModFix/>
          </a:blip>
          <a:srcRect b="0" l="505" r="495" t="0"/>
          <a:stretch/>
        </p:blipFill>
        <p:spPr>
          <a:xfrm>
            <a:off x="3984621" y="3208128"/>
            <a:ext cx="115875" cy="115875"/>
          </a:xfrm>
          <a:prstGeom prst="rect">
            <a:avLst/>
          </a:prstGeom>
          <a:noFill/>
          <a:ln>
            <a:noFill/>
          </a:ln>
        </p:spPr>
      </p:pic>
      <p:sp>
        <p:nvSpPr>
          <p:cNvPr id="517" name="Google Shape;517;p57"/>
          <p:cNvSpPr/>
          <p:nvPr/>
        </p:nvSpPr>
        <p:spPr>
          <a:xfrm>
            <a:off x="2236908" y="3465856"/>
            <a:ext cx="12606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8" name="Google Shape;518;p57"/>
          <p:cNvSpPr txBox="1"/>
          <p:nvPr/>
        </p:nvSpPr>
        <p:spPr>
          <a:xfrm>
            <a:off x="2445090" y="3539600"/>
            <a:ext cx="9885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ISSUING</a:t>
            </a:r>
            <a:endParaRPr b="1" sz="550">
              <a:solidFill>
                <a:srgbClr val="FFFFFF"/>
              </a:solidFill>
            </a:endParaRPr>
          </a:p>
        </p:txBody>
      </p:sp>
      <p:pic>
        <p:nvPicPr>
          <p:cNvPr id="519" name="Google Shape;519;p57"/>
          <p:cNvPicPr preferRelativeResize="0"/>
          <p:nvPr/>
        </p:nvPicPr>
        <p:blipFill rotWithShape="1">
          <a:blip r:embed="rId10">
            <a:alphaModFix/>
          </a:blip>
          <a:srcRect b="0" l="603" r="603" t="0"/>
          <a:stretch/>
        </p:blipFill>
        <p:spPr>
          <a:xfrm>
            <a:off x="2296227" y="3531561"/>
            <a:ext cx="115875" cy="115875"/>
          </a:xfrm>
          <a:prstGeom prst="rect">
            <a:avLst/>
          </a:prstGeom>
          <a:noFill/>
          <a:ln>
            <a:noFill/>
          </a:ln>
        </p:spPr>
      </p:pic>
      <p:sp>
        <p:nvSpPr>
          <p:cNvPr id="520" name="Google Shape;520;p57"/>
          <p:cNvSpPr/>
          <p:nvPr/>
        </p:nvSpPr>
        <p:spPr>
          <a:xfrm>
            <a:off x="2236908" y="3786689"/>
            <a:ext cx="12606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1" name="Google Shape;521;p57"/>
          <p:cNvSpPr txBox="1"/>
          <p:nvPr/>
        </p:nvSpPr>
        <p:spPr>
          <a:xfrm>
            <a:off x="2445090"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PAYOUTS</a:t>
            </a:r>
            <a:endParaRPr b="1" sz="550">
              <a:solidFill>
                <a:srgbClr val="FFFFFF"/>
              </a:solidFill>
            </a:endParaRPr>
          </a:p>
        </p:txBody>
      </p:sp>
      <p:pic>
        <p:nvPicPr>
          <p:cNvPr id="522" name="Google Shape;522;p57"/>
          <p:cNvPicPr preferRelativeResize="0"/>
          <p:nvPr/>
        </p:nvPicPr>
        <p:blipFill rotWithShape="1">
          <a:blip r:embed="rId11">
            <a:alphaModFix/>
          </a:blip>
          <a:srcRect b="0" l="505" r="495" t="0"/>
          <a:stretch/>
        </p:blipFill>
        <p:spPr>
          <a:xfrm>
            <a:off x="2296126" y="3852396"/>
            <a:ext cx="115875" cy="115875"/>
          </a:xfrm>
          <a:prstGeom prst="rect">
            <a:avLst/>
          </a:prstGeom>
          <a:noFill/>
          <a:ln>
            <a:noFill/>
          </a:ln>
        </p:spPr>
      </p:pic>
      <p:sp>
        <p:nvSpPr>
          <p:cNvPr id="523" name="Google Shape;523;p57"/>
          <p:cNvSpPr/>
          <p:nvPr/>
        </p:nvSpPr>
        <p:spPr>
          <a:xfrm>
            <a:off x="2236908" y="2823784"/>
            <a:ext cx="12603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4" name="Google Shape;524;p57"/>
          <p:cNvSpPr txBox="1"/>
          <p:nvPr/>
        </p:nvSpPr>
        <p:spPr>
          <a:xfrm>
            <a:off x="2445090" y="2897524"/>
            <a:ext cx="935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ACQUIRING</a:t>
            </a:r>
            <a:endParaRPr b="1" sz="550">
              <a:solidFill>
                <a:srgbClr val="FFFFFF"/>
              </a:solidFill>
            </a:endParaRPr>
          </a:p>
        </p:txBody>
      </p:sp>
      <p:pic>
        <p:nvPicPr>
          <p:cNvPr id="525" name="Google Shape;525;p57"/>
          <p:cNvPicPr preferRelativeResize="0"/>
          <p:nvPr/>
        </p:nvPicPr>
        <p:blipFill rotWithShape="1">
          <a:blip r:embed="rId12">
            <a:alphaModFix/>
          </a:blip>
          <a:srcRect b="2714" l="0" r="0" t="2714"/>
          <a:stretch/>
        </p:blipFill>
        <p:spPr>
          <a:xfrm>
            <a:off x="2296254" y="2889530"/>
            <a:ext cx="96884" cy="98036"/>
          </a:xfrm>
          <a:prstGeom prst="rect">
            <a:avLst/>
          </a:prstGeom>
          <a:noFill/>
          <a:ln>
            <a:noFill/>
          </a:ln>
        </p:spPr>
      </p:pic>
      <p:pic>
        <p:nvPicPr>
          <p:cNvPr id="526" name="Google Shape;526;p57"/>
          <p:cNvPicPr preferRelativeResize="0"/>
          <p:nvPr/>
        </p:nvPicPr>
        <p:blipFill rotWithShape="1">
          <a:blip r:embed="rId13">
            <a:alphaModFix/>
          </a:blip>
          <a:srcRect b="0" l="710" r="710" t="0"/>
          <a:stretch/>
        </p:blipFill>
        <p:spPr>
          <a:xfrm>
            <a:off x="7395714" y="2889384"/>
            <a:ext cx="115875" cy="115875"/>
          </a:xfrm>
          <a:prstGeom prst="rect">
            <a:avLst/>
          </a:prstGeom>
          <a:noFill/>
          <a:ln>
            <a:noFill/>
          </a:ln>
        </p:spPr>
      </p:pic>
      <p:pic>
        <p:nvPicPr>
          <p:cNvPr id="527" name="Google Shape;527;p57"/>
          <p:cNvPicPr preferRelativeResize="0"/>
          <p:nvPr/>
        </p:nvPicPr>
        <p:blipFill rotWithShape="1">
          <a:blip r:embed="rId14">
            <a:alphaModFix/>
          </a:blip>
          <a:srcRect b="0" l="583" r="593" t="0"/>
          <a:stretch/>
        </p:blipFill>
        <p:spPr>
          <a:xfrm>
            <a:off x="7395744" y="3208175"/>
            <a:ext cx="115875" cy="115875"/>
          </a:xfrm>
          <a:prstGeom prst="rect">
            <a:avLst/>
          </a:prstGeom>
          <a:noFill/>
          <a:ln>
            <a:noFill/>
          </a:ln>
        </p:spPr>
      </p:pic>
      <p:sp>
        <p:nvSpPr>
          <p:cNvPr id="528" name="Google Shape;528;p57"/>
          <p:cNvSpPr/>
          <p:nvPr/>
        </p:nvSpPr>
        <p:spPr>
          <a:xfrm>
            <a:off x="2236908" y="3142424"/>
            <a:ext cx="12606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9" name="Google Shape;529;p57"/>
          <p:cNvSpPr txBox="1"/>
          <p:nvPr/>
        </p:nvSpPr>
        <p:spPr>
          <a:xfrm>
            <a:off x="2445090" y="3216166"/>
            <a:ext cx="94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PAYMENT METHODS</a:t>
            </a:r>
            <a:endParaRPr b="1" sz="550">
              <a:solidFill>
                <a:srgbClr val="FFFFFF"/>
              </a:solidFill>
            </a:endParaRPr>
          </a:p>
        </p:txBody>
      </p:sp>
      <p:pic>
        <p:nvPicPr>
          <p:cNvPr id="530" name="Google Shape;530;p57"/>
          <p:cNvPicPr preferRelativeResize="0"/>
          <p:nvPr/>
        </p:nvPicPr>
        <p:blipFill rotWithShape="1">
          <a:blip r:embed="rId15">
            <a:alphaModFix/>
          </a:blip>
          <a:srcRect b="0" l="583" r="593" t="0"/>
          <a:stretch/>
        </p:blipFill>
        <p:spPr>
          <a:xfrm flipH="1">
            <a:off x="2277499" y="3207932"/>
            <a:ext cx="115875" cy="115875"/>
          </a:xfrm>
          <a:prstGeom prst="rect">
            <a:avLst/>
          </a:prstGeom>
          <a:noFill/>
          <a:ln>
            <a:noFill/>
          </a:ln>
        </p:spPr>
      </p:pic>
      <p:pic>
        <p:nvPicPr>
          <p:cNvPr id="531" name="Google Shape;531;p57"/>
          <p:cNvPicPr preferRelativeResize="0"/>
          <p:nvPr/>
        </p:nvPicPr>
        <p:blipFill rotWithShape="1">
          <a:blip r:embed="rId16">
            <a:alphaModFix/>
          </a:blip>
          <a:srcRect b="0" l="583" r="593" t="0"/>
          <a:stretch/>
        </p:blipFill>
        <p:spPr>
          <a:xfrm>
            <a:off x="3984513" y="4168720"/>
            <a:ext cx="115875" cy="115875"/>
          </a:xfrm>
          <a:prstGeom prst="rect">
            <a:avLst/>
          </a:prstGeom>
          <a:noFill/>
          <a:ln>
            <a:noFill/>
          </a:ln>
        </p:spPr>
      </p:pic>
      <p:pic>
        <p:nvPicPr>
          <p:cNvPr id="532" name="Google Shape;532;p57"/>
          <p:cNvPicPr preferRelativeResize="0"/>
          <p:nvPr/>
        </p:nvPicPr>
        <p:blipFill rotWithShape="1">
          <a:blip r:embed="rId17">
            <a:alphaModFix/>
          </a:blip>
          <a:srcRect b="0" l="583" r="593" t="0"/>
          <a:stretch/>
        </p:blipFill>
        <p:spPr>
          <a:xfrm>
            <a:off x="581487" y="4487604"/>
            <a:ext cx="115875" cy="115875"/>
          </a:xfrm>
          <a:prstGeom prst="rect">
            <a:avLst/>
          </a:prstGeom>
          <a:noFill/>
          <a:ln>
            <a:noFill/>
          </a:ln>
        </p:spPr>
      </p:pic>
      <p:pic>
        <p:nvPicPr>
          <p:cNvPr id="533" name="Google Shape;533;p57"/>
          <p:cNvPicPr preferRelativeResize="0"/>
          <p:nvPr/>
        </p:nvPicPr>
        <p:blipFill rotWithShape="1">
          <a:blip r:embed="rId18">
            <a:alphaModFix/>
          </a:blip>
          <a:srcRect b="0" l="583" r="593" t="0"/>
          <a:stretch/>
        </p:blipFill>
        <p:spPr>
          <a:xfrm>
            <a:off x="571458" y="4160933"/>
            <a:ext cx="116914" cy="118317"/>
          </a:xfrm>
          <a:prstGeom prst="rect">
            <a:avLst/>
          </a:prstGeom>
          <a:noFill/>
          <a:ln>
            <a:noFill/>
          </a:ln>
        </p:spPr>
      </p:pic>
      <p:sp>
        <p:nvSpPr>
          <p:cNvPr id="534" name="Google Shape;534;p57"/>
          <p:cNvSpPr txBox="1"/>
          <p:nvPr/>
        </p:nvSpPr>
        <p:spPr>
          <a:xfrm>
            <a:off x="4137654"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FRAUD DETECTION PRO</a:t>
            </a:r>
            <a:endParaRPr b="1" sz="550">
              <a:solidFill>
                <a:srgbClr val="FFFFFF"/>
              </a:solidFill>
            </a:endParaRPr>
          </a:p>
        </p:txBody>
      </p:sp>
      <p:sp>
        <p:nvSpPr>
          <p:cNvPr id="535" name="Google Shape;535;p57"/>
          <p:cNvSpPr txBox="1"/>
          <p:nvPr/>
        </p:nvSpPr>
        <p:spPr>
          <a:xfrm>
            <a:off x="4137654"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AUTHENTICATION</a:t>
            </a:r>
            <a:endParaRPr b="1" sz="550">
              <a:solidFill>
                <a:srgbClr val="FFFFFF"/>
              </a:solidFill>
            </a:endParaRPr>
          </a:p>
        </p:txBody>
      </p:sp>
      <p:sp>
        <p:nvSpPr>
          <p:cNvPr id="536" name="Google Shape;536;p57"/>
          <p:cNvSpPr txBox="1"/>
          <p:nvPr/>
        </p:nvSpPr>
        <p:spPr>
          <a:xfrm>
            <a:off x="2234961" y="159575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Simplify</a:t>
            </a:r>
            <a:endParaRPr sz="1000">
              <a:solidFill>
                <a:srgbClr val="FFFFFF"/>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global pay-ins and payouts</a:t>
            </a:r>
            <a:endParaRPr sz="1000">
              <a:solidFill>
                <a:srgbClr val="FFFFFF"/>
              </a:solidFill>
              <a:latin typeface="Roboto Mono Medium"/>
              <a:ea typeface="Roboto Mono Medium"/>
              <a:cs typeface="Roboto Mono Medium"/>
              <a:sym typeface="Roboto Mono Medium"/>
            </a:endParaRPr>
          </a:p>
        </p:txBody>
      </p:sp>
      <p:sp>
        <p:nvSpPr>
          <p:cNvPr id="537" name="Google Shape;537;p57"/>
          <p:cNvSpPr txBox="1"/>
          <p:nvPr/>
        </p:nvSpPr>
        <p:spPr>
          <a:xfrm>
            <a:off x="733101" y="3534798"/>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PLUGINS</a:t>
            </a:r>
            <a:endParaRPr b="1" sz="550">
              <a:solidFill>
                <a:srgbClr val="FFFFFF"/>
              </a:solidFill>
            </a:endParaRPr>
          </a:p>
        </p:txBody>
      </p:sp>
      <p:pic>
        <p:nvPicPr>
          <p:cNvPr id="538" name="Google Shape;538;p57"/>
          <p:cNvPicPr preferRelativeResize="0"/>
          <p:nvPr/>
        </p:nvPicPr>
        <p:blipFill rotWithShape="1">
          <a:blip r:embed="rId19">
            <a:alphaModFix/>
          </a:blip>
          <a:srcRect b="0" l="583" r="593" t="0"/>
          <a:stretch/>
        </p:blipFill>
        <p:spPr>
          <a:xfrm>
            <a:off x="571469" y="3516680"/>
            <a:ext cx="115875" cy="119738"/>
          </a:xfrm>
          <a:prstGeom prst="rect">
            <a:avLst/>
          </a:prstGeom>
          <a:noFill/>
          <a:ln>
            <a:noFill/>
          </a:ln>
        </p:spPr>
      </p:pic>
      <p:pic>
        <p:nvPicPr>
          <p:cNvPr id="539" name="Google Shape;539;p57"/>
          <p:cNvPicPr preferRelativeResize="0"/>
          <p:nvPr/>
        </p:nvPicPr>
        <p:blipFill rotWithShape="1">
          <a:blip r:embed="rId20">
            <a:alphaModFix/>
          </a:blip>
          <a:srcRect b="0" l="1504" r="1494" t="0"/>
          <a:stretch/>
        </p:blipFill>
        <p:spPr>
          <a:xfrm>
            <a:off x="590096" y="3216784"/>
            <a:ext cx="79431" cy="79431"/>
          </a:xfrm>
          <a:prstGeom prst="rect">
            <a:avLst/>
          </a:prstGeom>
          <a:noFill/>
          <a:ln>
            <a:noFill/>
          </a:ln>
        </p:spPr>
      </p:pic>
      <p:pic>
        <p:nvPicPr>
          <p:cNvPr id="540" name="Google Shape;540;p57"/>
          <p:cNvPicPr preferRelativeResize="0"/>
          <p:nvPr/>
        </p:nvPicPr>
        <p:blipFill rotWithShape="1">
          <a:blip r:embed="rId21">
            <a:alphaModFix/>
          </a:blip>
          <a:srcRect b="0" l="593" r="583" t="0"/>
          <a:stretch/>
        </p:blipFill>
        <p:spPr>
          <a:xfrm>
            <a:off x="565002" y="3833569"/>
            <a:ext cx="115875" cy="115875"/>
          </a:xfrm>
          <a:prstGeom prst="rect">
            <a:avLst/>
          </a:prstGeom>
          <a:noFill/>
          <a:ln>
            <a:noFill/>
          </a:ln>
        </p:spPr>
      </p:pic>
      <p:pic>
        <p:nvPicPr>
          <p:cNvPr id="541" name="Google Shape;541;p57"/>
          <p:cNvPicPr preferRelativeResize="0"/>
          <p:nvPr/>
        </p:nvPicPr>
        <p:blipFill rotWithShape="1">
          <a:blip r:embed="rId22">
            <a:alphaModFix/>
          </a:blip>
          <a:srcRect b="0" l="583" r="593" t="0"/>
          <a:stretch/>
        </p:blipFill>
        <p:spPr>
          <a:xfrm>
            <a:off x="7395505" y="3531366"/>
            <a:ext cx="115875" cy="115875"/>
          </a:xfrm>
          <a:prstGeom prst="rect">
            <a:avLst/>
          </a:prstGeom>
          <a:noFill/>
          <a:ln>
            <a:noFill/>
          </a:ln>
        </p:spPr>
      </p:pic>
      <p:sp>
        <p:nvSpPr>
          <p:cNvPr id="542" name="Google Shape;542;p57"/>
          <p:cNvSpPr/>
          <p:nvPr/>
        </p:nvSpPr>
        <p:spPr>
          <a:xfrm>
            <a:off x="528679" y="2821500"/>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Inter"/>
              <a:ea typeface="Inter"/>
              <a:cs typeface="Inter"/>
              <a:sym typeface="Inter"/>
            </a:endParaRPr>
          </a:p>
        </p:txBody>
      </p:sp>
      <p:sp>
        <p:nvSpPr>
          <p:cNvPr id="543" name="Google Shape;543;p57"/>
          <p:cNvSpPr txBox="1"/>
          <p:nvPr/>
        </p:nvSpPr>
        <p:spPr>
          <a:xfrm>
            <a:off x="733100" y="2895246"/>
            <a:ext cx="287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FLOW</a:t>
            </a:r>
            <a:endParaRPr b="1" sz="550">
              <a:solidFill>
                <a:srgbClr val="FFFFFF"/>
              </a:solidFill>
            </a:endParaRPr>
          </a:p>
        </p:txBody>
      </p:sp>
      <p:pic>
        <p:nvPicPr>
          <p:cNvPr id="544" name="Google Shape;544;p57"/>
          <p:cNvPicPr preferRelativeResize="0"/>
          <p:nvPr/>
        </p:nvPicPr>
        <p:blipFill rotWithShape="1">
          <a:blip r:embed="rId23">
            <a:alphaModFix/>
          </a:blip>
          <a:srcRect b="0" l="593" r="583" t="0"/>
          <a:stretch/>
        </p:blipFill>
        <p:spPr>
          <a:xfrm>
            <a:off x="566974" y="2883920"/>
            <a:ext cx="115875" cy="115875"/>
          </a:xfrm>
          <a:prstGeom prst="rect">
            <a:avLst/>
          </a:prstGeom>
          <a:noFill/>
          <a:ln>
            <a:noFill/>
          </a:ln>
        </p:spPr>
      </p:pic>
      <p:sp>
        <p:nvSpPr>
          <p:cNvPr id="545" name="Google Shape;545;p57"/>
          <p:cNvSpPr txBox="1"/>
          <p:nvPr/>
        </p:nvSpPr>
        <p:spPr>
          <a:xfrm>
            <a:off x="528675" y="2170500"/>
            <a:ext cx="12300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FFFFFF"/>
                </a:solidFill>
                <a:latin typeface="Inter"/>
                <a:ea typeface="Inter"/>
                <a:cs typeface="Inter"/>
                <a:sym typeface="Inter"/>
              </a:rPr>
              <a:t>Flexible options enable businesses to accept payments online – from simple, fast-start methods to full custom integration.</a:t>
            </a:r>
            <a:endParaRPr sz="600">
              <a:solidFill>
                <a:srgbClr val="FFFFFF"/>
              </a:solidFill>
              <a:latin typeface="Inter"/>
              <a:ea typeface="Inter"/>
              <a:cs typeface="Inter"/>
              <a:sym typeface="Inter"/>
            </a:endParaRPr>
          </a:p>
          <a:p>
            <a:pPr indent="0" lvl="0" marL="0" rtl="0" algn="l">
              <a:spcBef>
                <a:spcPts val="0"/>
              </a:spcBef>
              <a:spcAft>
                <a:spcPts val="0"/>
              </a:spcAft>
              <a:buNone/>
            </a:pPr>
            <a:r>
              <a:t/>
            </a:r>
            <a:endParaRPr sz="600">
              <a:solidFill>
                <a:srgbClr val="FFFFFF"/>
              </a:solidFill>
              <a:latin typeface="Inter"/>
              <a:ea typeface="Inter"/>
              <a:cs typeface="Inter"/>
              <a:sym typeface="Inter"/>
            </a:endParaRPr>
          </a:p>
        </p:txBody>
      </p:sp>
      <p:sp>
        <p:nvSpPr>
          <p:cNvPr id="546" name="Google Shape;546;p57"/>
          <p:cNvSpPr txBox="1"/>
          <p:nvPr/>
        </p:nvSpPr>
        <p:spPr>
          <a:xfrm>
            <a:off x="3931663" y="2170500"/>
            <a:ext cx="10782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FFFFFF"/>
                </a:solidFill>
                <a:latin typeface="Inter"/>
                <a:ea typeface="Inter"/>
                <a:cs typeface="Inter"/>
                <a:sym typeface="Inter"/>
              </a:rPr>
              <a:t>Combat fraud with AI trained on billions of transactions that flow across our network – built to keep you compliant with changing regulatory standards. </a:t>
            </a:r>
            <a:endParaRPr sz="600">
              <a:solidFill>
                <a:srgbClr val="FFFFFF"/>
              </a:solidFill>
              <a:latin typeface="Inter"/>
              <a:ea typeface="Inter"/>
              <a:cs typeface="Inter"/>
              <a:sym typeface="Inter"/>
            </a:endParaRPr>
          </a:p>
          <a:p>
            <a:pPr indent="0" lvl="0" marL="0" rtl="0" algn="l">
              <a:spcBef>
                <a:spcPts val="0"/>
              </a:spcBef>
              <a:spcAft>
                <a:spcPts val="0"/>
              </a:spcAft>
              <a:buNone/>
            </a:pPr>
            <a:r>
              <a:t/>
            </a:r>
            <a:endParaRPr sz="600">
              <a:solidFill>
                <a:srgbClr val="FFFFFF"/>
              </a:solidFill>
              <a:latin typeface="Inter"/>
              <a:ea typeface="Inter"/>
              <a:cs typeface="Inter"/>
              <a:sym typeface="Inter"/>
            </a:endParaRPr>
          </a:p>
        </p:txBody>
      </p:sp>
      <p:sp>
        <p:nvSpPr>
          <p:cNvPr id="547" name="Google Shape;547;p57"/>
          <p:cNvSpPr txBox="1"/>
          <p:nvPr/>
        </p:nvSpPr>
        <p:spPr>
          <a:xfrm>
            <a:off x="5628875" y="2170525"/>
            <a:ext cx="12138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FFFFFF"/>
                </a:solidFill>
                <a:latin typeface="Inter"/>
                <a:ea typeface="Inter"/>
                <a:cs typeface="Inter"/>
                <a:sym typeface="Inter"/>
              </a:rPr>
              <a:t>Leverage AI and deep payment expertise to unlock revenue with the latest payment optimizations.  </a:t>
            </a:r>
            <a:endParaRPr sz="600">
              <a:solidFill>
                <a:srgbClr val="FFFFFF"/>
              </a:solidFill>
              <a:latin typeface="Inter"/>
              <a:ea typeface="Inter"/>
              <a:cs typeface="Inter"/>
              <a:sym typeface="Inter"/>
            </a:endParaRPr>
          </a:p>
          <a:p>
            <a:pPr indent="0" lvl="0" marL="0" rtl="0" algn="l">
              <a:spcBef>
                <a:spcPts val="0"/>
              </a:spcBef>
              <a:spcAft>
                <a:spcPts val="0"/>
              </a:spcAft>
              <a:buNone/>
            </a:pPr>
            <a:r>
              <a:t/>
            </a:r>
            <a:endParaRPr sz="600">
              <a:solidFill>
                <a:srgbClr val="FFFFFF"/>
              </a:solidFill>
              <a:latin typeface="Inter"/>
              <a:ea typeface="Inter"/>
              <a:cs typeface="Inter"/>
              <a:sym typeface="Inter"/>
            </a:endParaRPr>
          </a:p>
        </p:txBody>
      </p:sp>
      <p:sp>
        <p:nvSpPr>
          <p:cNvPr id="548" name="Google Shape;548;p57"/>
          <p:cNvSpPr txBox="1"/>
          <p:nvPr/>
        </p:nvSpPr>
        <p:spPr>
          <a:xfrm>
            <a:off x="2234950" y="2170500"/>
            <a:ext cx="12138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FFFFFF"/>
                </a:solidFill>
                <a:latin typeface="Inter"/>
                <a:ea typeface="Inter"/>
                <a:cs typeface="Inter"/>
                <a:sym typeface="Inter"/>
              </a:rPr>
              <a:t>Reap the benefits of our global network, access local acquiring, and process the digital  payment methods your customers want to use.</a:t>
            </a:r>
            <a:endParaRPr sz="600">
              <a:solidFill>
                <a:srgbClr val="FFFFFF"/>
              </a:solidFill>
              <a:latin typeface="Inter"/>
              <a:ea typeface="Inter"/>
              <a:cs typeface="Inter"/>
              <a:sym typeface="Inter"/>
            </a:endParaRPr>
          </a:p>
          <a:p>
            <a:pPr indent="0" lvl="0" marL="0" rtl="0" algn="l">
              <a:spcBef>
                <a:spcPts val="0"/>
              </a:spcBef>
              <a:spcAft>
                <a:spcPts val="0"/>
              </a:spcAft>
              <a:buNone/>
            </a:pPr>
            <a:r>
              <a:t/>
            </a:r>
            <a:endParaRPr sz="600">
              <a:solidFill>
                <a:srgbClr val="FFFFFF"/>
              </a:solidFill>
              <a:latin typeface="Inter"/>
              <a:ea typeface="Inter"/>
              <a:cs typeface="Inter"/>
              <a:sym typeface="Inter"/>
            </a:endParaRPr>
          </a:p>
        </p:txBody>
      </p:sp>
      <p:sp>
        <p:nvSpPr>
          <p:cNvPr id="549" name="Google Shape;549;p57"/>
          <p:cNvSpPr txBox="1"/>
          <p:nvPr/>
        </p:nvSpPr>
        <p:spPr>
          <a:xfrm>
            <a:off x="7343950" y="2170500"/>
            <a:ext cx="11988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FFFFFF"/>
                </a:solidFill>
                <a:latin typeface="Inter"/>
                <a:ea typeface="Inter"/>
                <a:cs typeface="Inter"/>
                <a:sym typeface="Inter"/>
              </a:rPr>
              <a:t>A simple intuitive way to monitor, set, and action money flows and liquidity. From reconciliation to global currency management.</a:t>
            </a:r>
            <a:endParaRPr sz="600">
              <a:solidFill>
                <a:srgbClr val="FFFFFF"/>
              </a:solidFill>
              <a:latin typeface="Inter"/>
              <a:ea typeface="Inter"/>
              <a:cs typeface="Inter"/>
              <a:sym typeface="Inter"/>
            </a:endParaRPr>
          </a:p>
          <a:p>
            <a:pPr indent="0" lvl="0" marL="0" rtl="0" algn="l">
              <a:spcBef>
                <a:spcPts val="0"/>
              </a:spcBef>
              <a:spcAft>
                <a:spcPts val="0"/>
              </a:spcAft>
              <a:buNone/>
            </a:pPr>
            <a:r>
              <a:t/>
            </a:r>
            <a:endParaRPr sz="600">
              <a:solidFill>
                <a:srgbClr val="FFFFFF"/>
              </a:solidFill>
              <a:latin typeface="Inter"/>
              <a:ea typeface="Inter"/>
              <a:cs typeface="Inter"/>
              <a:sym typeface="Inter"/>
            </a:endParaRPr>
          </a:p>
        </p:txBody>
      </p:sp>
      <p:sp>
        <p:nvSpPr>
          <p:cNvPr id="550" name="Google Shape;550;p57"/>
          <p:cNvSpPr txBox="1"/>
          <p:nvPr/>
        </p:nvSpPr>
        <p:spPr>
          <a:xfrm>
            <a:off x="540788" y="159575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Select your </a:t>
            </a:r>
            <a:endParaRPr sz="1000">
              <a:solidFill>
                <a:srgbClr val="FFFFFF"/>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way to process payments online</a:t>
            </a:r>
            <a:endParaRPr sz="1000">
              <a:solidFill>
                <a:srgbClr val="FFFFFF"/>
              </a:solidFill>
              <a:latin typeface="Roboto Mono Medium"/>
              <a:ea typeface="Roboto Mono Medium"/>
              <a:cs typeface="Roboto Mono Medium"/>
              <a:sym typeface="Roboto Mono Medium"/>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7. Full Marketecture (Dark w/ Patterns)" showMasterSp="0">
  <p:cSld name="Title Black_3_1">
    <p:bg>
      <p:bgPr>
        <a:solidFill>
          <a:schemeClr val="dk2"/>
        </a:solidFill>
      </p:bgPr>
    </p:bg>
    <p:spTree>
      <p:nvGrpSpPr>
        <p:cNvPr id="551" name="Shape 551"/>
        <p:cNvGrpSpPr/>
        <p:nvPr/>
      </p:nvGrpSpPr>
      <p:grpSpPr>
        <a:xfrm>
          <a:off x="0" y="0"/>
          <a:ext cx="0" cy="0"/>
          <a:chOff x="0" y="0"/>
          <a:chExt cx="0" cy="0"/>
        </a:xfrm>
      </p:grpSpPr>
      <p:sp>
        <p:nvSpPr>
          <p:cNvPr id="552" name="Google Shape;552;p58"/>
          <p:cNvSpPr txBox="1"/>
          <p:nvPr>
            <p:ph type="title"/>
          </p:nvPr>
        </p:nvSpPr>
        <p:spPr>
          <a:xfrm>
            <a:off x="419775" y="417750"/>
            <a:ext cx="6875400" cy="24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600"/>
              <a:buNone/>
              <a:defRPr>
                <a:solidFill>
                  <a:schemeClr val="lt1"/>
                </a:solidFill>
              </a:defRPr>
            </a:lvl1pPr>
            <a:lvl2pPr lvl="1" algn="l">
              <a:lnSpc>
                <a:spcPct val="80000"/>
              </a:lnSpc>
              <a:spcBef>
                <a:spcPts val="0"/>
              </a:spcBef>
              <a:spcAft>
                <a:spcPts val="0"/>
              </a:spcAft>
              <a:buClr>
                <a:srgbClr val="000000"/>
              </a:buClr>
              <a:buSzPts val="1400"/>
              <a:buNone/>
              <a:defRPr sz="1400"/>
            </a:lvl2pPr>
            <a:lvl3pPr lvl="2" algn="l">
              <a:lnSpc>
                <a:spcPct val="80000"/>
              </a:lnSpc>
              <a:spcBef>
                <a:spcPts val="0"/>
              </a:spcBef>
              <a:spcAft>
                <a:spcPts val="0"/>
              </a:spcAft>
              <a:buClr>
                <a:srgbClr val="000000"/>
              </a:buClr>
              <a:buSzPts val="1400"/>
              <a:buNone/>
              <a:defRPr sz="1400"/>
            </a:lvl3pPr>
            <a:lvl4pPr lvl="3" algn="l">
              <a:lnSpc>
                <a:spcPct val="80000"/>
              </a:lnSpc>
              <a:spcBef>
                <a:spcPts val="0"/>
              </a:spcBef>
              <a:spcAft>
                <a:spcPts val="0"/>
              </a:spcAft>
              <a:buClr>
                <a:srgbClr val="000000"/>
              </a:buClr>
              <a:buSzPts val="1400"/>
              <a:buNone/>
              <a:defRPr sz="1400"/>
            </a:lvl4pPr>
            <a:lvl5pPr lvl="4" algn="l">
              <a:lnSpc>
                <a:spcPct val="80000"/>
              </a:lnSpc>
              <a:spcBef>
                <a:spcPts val="0"/>
              </a:spcBef>
              <a:spcAft>
                <a:spcPts val="0"/>
              </a:spcAft>
              <a:buClr>
                <a:srgbClr val="000000"/>
              </a:buClr>
              <a:buSzPts val="1400"/>
              <a:buNone/>
              <a:defRPr sz="1400"/>
            </a:lvl5pPr>
            <a:lvl6pPr lvl="5" algn="l">
              <a:lnSpc>
                <a:spcPct val="80000"/>
              </a:lnSpc>
              <a:spcBef>
                <a:spcPts val="0"/>
              </a:spcBef>
              <a:spcAft>
                <a:spcPts val="0"/>
              </a:spcAft>
              <a:buClr>
                <a:srgbClr val="000000"/>
              </a:buClr>
              <a:buSzPts val="1400"/>
              <a:buNone/>
              <a:defRPr sz="1400"/>
            </a:lvl6pPr>
            <a:lvl7pPr lvl="6" algn="l">
              <a:lnSpc>
                <a:spcPct val="80000"/>
              </a:lnSpc>
              <a:spcBef>
                <a:spcPts val="0"/>
              </a:spcBef>
              <a:spcAft>
                <a:spcPts val="0"/>
              </a:spcAft>
              <a:buClr>
                <a:srgbClr val="000000"/>
              </a:buClr>
              <a:buSzPts val="1400"/>
              <a:buNone/>
              <a:defRPr sz="1400"/>
            </a:lvl7pPr>
            <a:lvl8pPr lvl="7" algn="l">
              <a:lnSpc>
                <a:spcPct val="80000"/>
              </a:lnSpc>
              <a:spcBef>
                <a:spcPts val="0"/>
              </a:spcBef>
              <a:spcAft>
                <a:spcPts val="0"/>
              </a:spcAft>
              <a:buClr>
                <a:srgbClr val="000000"/>
              </a:buClr>
              <a:buSzPts val="1400"/>
              <a:buNone/>
              <a:defRPr sz="1400"/>
            </a:lvl8pPr>
            <a:lvl9pPr lvl="8" algn="l">
              <a:lnSpc>
                <a:spcPct val="80000"/>
              </a:lnSpc>
              <a:spcBef>
                <a:spcPts val="0"/>
              </a:spcBef>
              <a:spcAft>
                <a:spcPts val="0"/>
              </a:spcAft>
              <a:buClr>
                <a:srgbClr val="000000"/>
              </a:buClr>
              <a:buSzPts val="1400"/>
              <a:buNone/>
              <a:defRPr sz="1400"/>
            </a:lvl9pPr>
          </a:lstStyle>
          <a:p/>
        </p:txBody>
      </p:sp>
      <p:sp>
        <p:nvSpPr>
          <p:cNvPr id="553" name="Google Shape;553;p58"/>
          <p:cNvSpPr/>
          <p:nvPr/>
        </p:nvSpPr>
        <p:spPr>
          <a:xfrm>
            <a:off x="8096250" y="4277900"/>
            <a:ext cx="727200" cy="727200"/>
          </a:xfrm>
          <a:prstGeom prst="rect">
            <a:avLst/>
          </a:prstGeom>
          <a:solidFill>
            <a:srgbClr val="272832"/>
          </a:solidFill>
          <a:ln cap="flat" cmpd="sng" w="9525">
            <a:solidFill>
              <a:srgbClr val="2728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4" name="Google Shape;554;p58"/>
          <p:cNvSpPr/>
          <p:nvPr/>
        </p:nvSpPr>
        <p:spPr>
          <a:xfrm>
            <a:off x="395075"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555" name="Google Shape;555;p58"/>
          <p:cNvSpPr/>
          <p:nvPr/>
        </p:nvSpPr>
        <p:spPr>
          <a:xfrm>
            <a:off x="528679" y="4105324"/>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6" name="Google Shape;556;p58"/>
          <p:cNvSpPr/>
          <p:nvPr/>
        </p:nvSpPr>
        <p:spPr>
          <a:xfrm>
            <a:off x="528679" y="4421846"/>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7" name="Google Shape;557;p58"/>
          <p:cNvSpPr/>
          <p:nvPr/>
        </p:nvSpPr>
        <p:spPr>
          <a:xfrm>
            <a:off x="528679" y="3784486"/>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8" name="Google Shape;558;p58"/>
          <p:cNvSpPr/>
          <p:nvPr/>
        </p:nvSpPr>
        <p:spPr>
          <a:xfrm>
            <a:off x="3801978" y="1093700"/>
            <a:ext cx="1523100" cy="36804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559" name="Google Shape;559;p58"/>
          <p:cNvSpPr/>
          <p:nvPr/>
        </p:nvSpPr>
        <p:spPr>
          <a:xfrm>
            <a:off x="524059" y="182628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CONNECT</a:t>
            </a:r>
            <a:endParaRPr sz="700">
              <a:solidFill>
                <a:srgbClr val="FFFFFF"/>
              </a:solidFill>
              <a:latin typeface="Roboto Mono Medium"/>
              <a:ea typeface="Roboto Mono Medium"/>
              <a:cs typeface="Roboto Mono Medium"/>
              <a:sym typeface="Roboto Mono Medium"/>
            </a:endParaRPr>
          </a:p>
        </p:txBody>
      </p:sp>
      <p:sp>
        <p:nvSpPr>
          <p:cNvPr id="560" name="Google Shape;560;p58"/>
          <p:cNvSpPr/>
          <p:nvPr/>
        </p:nvSpPr>
        <p:spPr>
          <a:xfrm>
            <a:off x="5492776"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561" name="Google Shape;561;p58"/>
          <p:cNvSpPr/>
          <p:nvPr/>
        </p:nvSpPr>
        <p:spPr>
          <a:xfrm>
            <a:off x="2096090"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562" name="Google Shape;562;p58"/>
          <p:cNvSpPr/>
          <p:nvPr/>
        </p:nvSpPr>
        <p:spPr>
          <a:xfrm>
            <a:off x="7199174" y="1093700"/>
            <a:ext cx="1523100" cy="3673800"/>
          </a:xfrm>
          <a:prstGeom prst="roundRect">
            <a:avLst>
              <a:gd fmla="val 5494" name="adj"/>
            </a:avLst>
          </a:prstGeom>
          <a:solidFill>
            <a:srgbClr val="414248"/>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563" name="Google Shape;563;p58"/>
          <p:cNvSpPr/>
          <p:nvPr/>
        </p:nvSpPr>
        <p:spPr>
          <a:xfrm>
            <a:off x="3935532" y="182628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PROTECT</a:t>
            </a:r>
            <a:endParaRPr sz="700">
              <a:solidFill>
                <a:srgbClr val="FFFFFF"/>
              </a:solidFill>
              <a:latin typeface="Roboto Mono Medium"/>
              <a:ea typeface="Roboto Mono Medium"/>
              <a:cs typeface="Roboto Mono Medium"/>
              <a:sym typeface="Roboto Mono Medium"/>
            </a:endParaRPr>
          </a:p>
        </p:txBody>
      </p:sp>
      <p:sp>
        <p:nvSpPr>
          <p:cNvPr id="564" name="Google Shape;564;p58"/>
          <p:cNvSpPr/>
          <p:nvPr/>
        </p:nvSpPr>
        <p:spPr>
          <a:xfrm>
            <a:off x="5628871" y="1826280"/>
            <a:ext cx="449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BOOST</a:t>
            </a:r>
            <a:endParaRPr sz="700">
              <a:solidFill>
                <a:srgbClr val="FFFFFF"/>
              </a:solidFill>
              <a:latin typeface="Roboto Mono Medium"/>
              <a:ea typeface="Roboto Mono Medium"/>
              <a:cs typeface="Roboto Mono Medium"/>
              <a:sym typeface="Roboto Mono Medium"/>
            </a:endParaRPr>
          </a:p>
        </p:txBody>
      </p:sp>
      <p:sp>
        <p:nvSpPr>
          <p:cNvPr id="565" name="Google Shape;565;p58"/>
          <p:cNvSpPr/>
          <p:nvPr/>
        </p:nvSpPr>
        <p:spPr>
          <a:xfrm>
            <a:off x="2234962" y="1826280"/>
            <a:ext cx="3873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MOVE</a:t>
            </a:r>
            <a:endParaRPr sz="700">
              <a:solidFill>
                <a:srgbClr val="FFFFFF"/>
              </a:solidFill>
              <a:latin typeface="Roboto Mono Medium"/>
              <a:ea typeface="Roboto Mono Medium"/>
              <a:cs typeface="Roboto Mono Medium"/>
              <a:sym typeface="Roboto Mono Medium"/>
            </a:endParaRPr>
          </a:p>
        </p:txBody>
      </p:sp>
      <p:sp>
        <p:nvSpPr>
          <p:cNvPr id="566" name="Google Shape;566;p58"/>
          <p:cNvSpPr/>
          <p:nvPr/>
        </p:nvSpPr>
        <p:spPr>
          <a:xfrm>
            <a:off x="7340281" y="1826280"/>
            <a:ext cx="5259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MANAGE</a:t>
            </a:r>
            <a:endParaRPr sz="700">
              <a:solidFill>
                <a:srgbClr val="FFFFFF"/>
              </a:solidFill>
              <a:latin typeface="Roboto Mono Medium"/>
              <a:ea typeface="Roboto Mono Medium"/>
              <a:cs typeface="Roboto Mono Medium"/>
              <a:sym typeface="Roboto Mono Medium"/>
            </a:endParaRPr>
          </a:p>
        </p:txBody>
      </p:sp>
      <p:sp>
        <p:nvSpPr>
          <p:cNvPr id="567" name="Google Shape;567;p58"/>
          <p:cNvSpPr txBox="1"/>
          <p:nvPr/>
        </p:nvSpPr>
        <p:spPr>
          <a:xfrm>
            <a:off x="3940362" y="221022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Master fraud, risk and compliance </a:t>
            </a:r>
            <a:endParaRPr sz="1000">
              <a:solidFill>
                <a:srgbClr val="FFFFFF"/>
              </a:solidFill>
              <a:latin typeface="Roboto Mono Medium"/>
              <a:ea typeface="Roboto Mono Medium"/>
              <a:cs typeface="Roboto Mono Medium"/>
              <a:sym typeface="Roboto Mono Medium"/>
            </a:endParaRPr>
          </a:p>
        </p:txBody>
      </p:sp>
      <p:sp>
        <p:nvSpPr>
          <p:cNvPr id="568" name="Google Shape;568;p58"/>
          <p:cNvSpPr txBox="1"/>
          <p:nvPr/>
        </p:nvSpPr>
        <p:spPr>
          <a:xfrm>
            <a:off x="5629324" y="2210225"/>
            <a:ext cx="1077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Payments to power your performance</a:t>
            </a:r>
            <a:endParaRPr sz="1000">
              <a:solidFill>
                <a:srgbClr val="FFFFFF"/>
              </a:solidFill>
              <a:latin typeface="Roboto Mono Medium"/>
              <a:ea typeface="Roboto Mono Medium"/>
              <a:cs typeface="Roboto Mono Medium"/>
              <a:sym typeface="Roboto Mono Medium"/>
            </a:endParaRPr>
          </a:p>
        </p:txBody>
      </p:sp>
      <p:sp>
        <p:nvSpPr>
          <p:cNvPr id="569" name="Google Shape;569;p58"/>
          <p:cNvSpPr txBox="1"/>
          <p:nvPr/>
        </p:nvSpPr>
        <p:spPr>
          <a:xfrm>
            <a:off x="2218533" y="1645609"/>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FFFFFF"/>
                </a:solidFill>
                <a:latin typeface="Roboto Mono Medium"/>
                <a:ea typeface="Roboto Mono Medium"/>
                <a:cs typeface="Roboto Mono Medium"/>
                <a:sym typeface="Roboto Mono Medium"/>
              </a:rPr>
              <a:t> </a:t>
            </a:r>
            <a:endParaRPr sz="1100">
              <a:solidFill>
                <a:srgbClr val="FFFFFF"/>
              </a:solidFill>
              <a:latin typeface="Roboto Mono Medium"/>
              <a:ea typeface="Roboto Mono Medium"/>
              <a:cs typeface="Roboto Mono Medium"/>
              <a:sym typeface="Roboto Mono Medium"/>
            </a:endParaRPr>
          </a:p>
        </p:txBody>
      </p:sp>
      <p:sp>
        <p:nvSpPr>
          <p:cNvPr id="570" name="Google Shape;570;p58"/>
          <p:cNvSpPr txBox="1"/>
          <p:nvPr/>
        </p:nvSpPr>
        <p:spPr>
          <a:xfrm>
            <a:off x="7338158" y="221022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Control how money moves worldwide</a:t>
            </a:r>
            <a:endParaRPr sz="1000">
              <a:solidFill>
                <a:srgbClr val="FFFFFF"/>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000">
              <a:solidFill>
                <a:srgbClr val="FFFFFF"/>
              </a:solidFill>
              <a:latin typeface="Roboto Mono Medium"/>
              <a:ea typeface="Roboto Mono Medium"/>
              <a:cs typeface="Roboto Mono Medium"/>
              <a:sym typeface="Roboto Mono Medium"/>
            </a:endParaRPr>
          </a:p>
        </p:txBody>
      </p:sp>
      <p:sp>
        <p:nvSpPr>
          <p:cNvPr id="571" name="Google Shape;571;p58"/>
          <p:cNvSpPr/>
          <p:nvPr/>
        </p:nvSpPr>
        <p:spPr>
          <a:xfrm>
            <a:off x="528679" y="3142406"/>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2" name="Google Shape;572;p58"/>
          <p:cNvSpPr txBox="1"/>
          <p:nvPr/>
        </p:nvSpPr>
        <p:spPr>
          <a:xfrm>
            <a:off x="733101" y="4179067"/>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MOBILE SDK</a:t>
            </a:r>
            <a:endParaRPr b="1" sz="550">
              <a:solidFill>
                <a:srgbClr val="FFFFFF"/>
              </a:solidFill>
            </a:endParaRPr>
          </a:p>
        </p:txBody>
      </p:sp>
      <p:sp>
        <p:nvSpPr>
          <p:cNvPr id="573" name="Google Shape;573;p58"/>
          <p:cNvSpPr txBox="1"/>
          <p:nvPr/>
        </p:nvSpPr>
        <p:spPr>
          <a:xfrm>
            <a:off x="733101" y="321615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HOSTED PAYMENT PAGE</a:t>
            </a:r>
            <a:endParaRPr b="1" sz="550">
              <a:solidFill>
                <a:srgbClr val="FFFFFF"/>
              </a:solidFill>
            </a:endParaRPr>
          </a:p>
        </p:txBody>
      </p:sp>
      <p:sp>
        <p:nvSpPr>
          <p:cNvPr id="574" name="Google Shape;574;p58"/>
          <p:cNvSpPr txBox="1"/>
          <p:nvPr/>
        </p:nvSpPr>
        <p:spPr>
          <a:xfrm>
            <a:off x="733101" y="4495585"/>
            <a:ext cx="9039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UNIFIED PAYMENTS API</a:t>
            </a:r>
            <a:endParaRPr b="1" sz="550">
              <a:solidFill>
                <a:srgbClr val="FFFFFF"/>
              </a:solidFill>
              <a:latin typeface="Roboto Mono"/>
              <a:ea typeface="Roboto Mono"/>
              <a:cs typeface="Roboto Mono"/>
              <a:sym typeface="Roboto Mono"/>
            </a:endParaRPr>
          </a:p>
        </p:txBody>
      </p:sp>
      <p:sp>
        <p:nvSpPr>
          <p:cNvPr id="575" name="Google Shape;575;p58"/>
          <p:cNvSpPr/>
          <p:nvPr/>
        </p:nvSpPr>
        <p:spPr>
          <a:xfrm>
            <a:off x="3930431" y="3786697"/>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6" name="Google Shape;576;p58"/>
          <p:cNvSpPr/>
          <p:nvPr/>
        </p:nvSpPr>
        <p:spPr>
          <a:xfrm>
            <a:off x="3930431" y="3465861"/>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7" name="Google Shape;577;p58"/>
          <p:cNvSpPr txBox="1"/>
          <p:nvPr/>
        </p:nvSpPr>
        <p:spPr>
          <a:xfrm>
            <a:off x="4137654" y="3539600"/>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IDENTITY VERIFICATION</a:t>
            </a:r>
            <a:endParaRPr b="1" sz="550">
              <a:solidFill>
                <a:srgbClr val="FFFFFF"/>
              </a:solidFill>
            </a:endParaRPr>
          </a:p>
        </p:txBody>
      </p:sp>
      <p:sp>
        <p:nvSpPr>
          <p:cNvPr id="578" name="Google Shape;578;p58"/>
          <p:cNvSpPr txBox="1"/>
          <p:nvPr/>
        </p:nvSpPr>
        <p:spPr>
          <a:xfrm>
            <a:off x="4137654"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DISPUTES</a:t>
            </a:r>
            <a:endParaRPr b="1" sz="550">
              <a:solidFill>
                <a:srgbClr val="FFFFFF"/>
              </a:solidFill>
            </a:endParaRPr>
          </a:p>
        </p:txBody>
      </p:sp>
      <p:sp>
        <p:nvSpPr>
          <p:cNvPr id="579" name="Google Shape;579;p58"/>
          <p:cNvSpPr/>
          <p:nvPr/>
        </p:nvSpPr>
        <p:spPr>
          <a:xfrm>
            <a:off x="3930431" y="2823784"/>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0" name="Google Shape;580;p58"/>
          <p:cNvSpPr/>
          <p:nvPr/>
        </p:nvSpPr>
        <p:spPr>
          <a:xfrm>
            <a:off x="5626204" y="3465852"/>
            <a:ext cx="1272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1" name="Google Shape;581;p58"/>
          <p:cNvSpPr/>
          <p:nvPr/>
        </p:nvSpPr>
        <p:spPr>
          <a:xfrm>
            <a:off x="5621851" y="2823784"/>
            <a:ext cx="1272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2" name="Google Shape;582;p58"/>
          <p:cNvSpPr txBox="1"/>
          <p:nvPr/>
        </p:nvSpPr>
        <p:spPr>
          <a:xfrm>
            <a:off x="5835135"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INTELLIGENT ACCEPTANCE</a:t>
            </a:r>
            <a:endParaRPr b="1" sz="550">
              <a:solidFill>
                <a:srgbClr val="FFFFFF"/>
              </a:solidFill>
            </a:endParaRPr>
          </a:p>
        </p:txBody>
      </p:sp>
      <p:sp>
        <p:nvSpPr>
          <p:cNvPr id="583" name="Google Shape;583;p58"/>
          <p:cNvSpPr/>
          <p:nvPr/>
        </p:nvSpPr>
        <p:spPr>
          <a:xfrm>
            <a:off x="5626204" y="3142423"/>
            <a:ext cx="1272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4" name="Google Shape;584;p58"/>
          <p:cNvSpPr txBox="1"/>
          <p:nvPr/>
        </p:nvSpPr>
        <p:spPr>
          <a:xfrm>
            <a:off x="5835135"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NETWORK TOKENS</a:t>
            </a:r>
            <a:endParaRPr b="1" sz="550">
              <a:solidFill>
                <a:srgbClr val="FFFFFF"/>
              </a:solidFill>
            </a:endParaRPr>
          </a:p>
        </p:txBody>
      </p:sp>
      <p:sp>
        <p:nvSpPr>
          <p:cNvPr id="585" name="Google Shape;585;p58"/>
          <p:cNvSpPr txBox="1"/>
          <p:nvPr/>
        </p:nvSpPr>
        <p:spPr>
          <a:xfrm>
            <a:off x="5835143" y="3521211"/>
            <a:ext cx="747600" cy="13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None/>
            </a:pPr>
            <a:r>
              <a:rPr b="1" lang="en" sz="550">
                <a:solidFill>
                  <a:srgbClr val="FFFFFF"/>
                </a:solidFill>
                <a:latin typeface="Roboto Mono"/>
                <a:ea typeface="Roboto Mono"/>
                <a:cs typeface="Roboto Mono"/>
                <a:sym typeface="Roboto Mono"/>
              </a:rPr>
              <a:t>REAL TIME </a:t>
            </a:r>
            <a:br>
              <a:rPr b="1" lang="en" sz="550">
                <a:solidFill>
                  <a:srgbClr val="FFFFFF"/>
                </a:solidFill>
                <a:latin typeface="Roboto Mono"/>
                <a:ea typeface="Roboto Mono"/>
                <a:cs typeface="Roboto Mono"/>
                <a:sym typeface="Roboto Mono"/>
              </a:rPr>
            </a:br>
            <a:r>
              <a:rPr b="1" lang="en" sz="550">
                <a:solidFill>
                  <a:srgbClr val="FFFFFF"/>
                </a:solidFill>
                <a:latin typeface="Roboto Mono"/>
                <a:ea typeface="Roboto Mono"/>
                <a:cs typeface="Roboto Mono"/>
                <a:sym typeface="Roboto Mono"/>
              </a:rPr>
              <a:t>ACCOUNT UPDATER</a:t>
            </a:r>
            <a:endParaRPr b="1" sz="550">
              <a:solidFill>
                <a:srgbClr val="FFFFFF"/>
              </a:solidFill>
            </a:endParaRPr>
          </a:p>
        </p:txBody>
      </p:sp>
      <p:sp>
        <p:nvSpPr>
          <p:cNvPr id="586" name="Google Shape;586;p58"/>
          <p:cNvSpPr/>
          <p:nvPr/>
        </p:nvSpPr>
        <p:spPr>
          <a:xfrm>
            <a:off x="3930417" y="3142427"/>
            <a:ext cx="12738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7" name="Google Shape;587;p58"/>
          <p:cNvSpPr/>
          <p:nvPr/>
        </p:nvSpPr>
        <p:spPr>
          <a:xfrm>
            <a:off x="7339605" y="2823784"/>
            <a:ext cx="1260300" cy="2295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8" name="Google Shape;588;p58"/>
          <p:cNvSpPr txBox="1"/>
          <p:nvPr/>
        </p:nvSpPr>
        <p:spPr>
          <a:xfrm>
            <a:off x="7550797" y="2897524"/>
            <a:ext cx="8286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DASHBOARD</a:t>
            </a:r>
            <a:endParaRPr b="1" sz="550">
              <a:solidFill>
                <a:srgbClr val="FFFFFF"/>
              </a:solidFill>
            </a:endParaRPr>
          </a:p>
        </p:txBody>
      </p:sp>
      <p:sp>
        <p:nvSpPr>
          <p:cNvPr id="589" name="Google Shape;589;p58"/>
          <p:cNvSpPr/>
          <p:nvPr/>
        </p:nvSpPr>
        <p:spPr>
          <a:xfrm>
            <a:off x="7339605" y="3142422"/>
            <a:ext cx="1260300" cy="2295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0" name="Google Shape;590;p58"/>
          <p:cNvSpPr txBox="1"/>
          <p:nvPr/>
        </p:nvSpPr>
        <p:spPr>
          <a:xfrm>
            <a:off x="7550797" y="3216166"/>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BALANCES</a:t>
            </a:r>
            <a:endParaRPr b="1" sz="550">
              <a:solidFill>
                <a:srgbClr val="FFFFFF"/>
              </a:solidFill>
            </a:endParaRPr>
          </a:p>
        </p:txBody>
      </p:sp>
      <p:sp>
        <p:nvSpPr>
          <p:cNvPr id="591" name="Google Shape;591;p58"/>
          <p:cNvSpPr/>
          <p:nvPr/>
        </p:nvSpPr>
        <p:spPr>
          <a:xfrm>
            <a:off x="3934126" y="4103216"/>
            <a:ext cx="12699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2" name="Google Shape;592;p58"/>
          <p:cNvSpPr txBox="1"/>
          <p:nvPr/>
        </p:nvSpPr>
        <p:spPr>
          <a:xfrm>
            <a:off x="4137654" y="417695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VAULT</a:t>
            </a:r>
            <a:endParaRPr b="1" sz="550">
              <a:solidFill>
                <a:srgbClr val="FFFFFF"/>
              </a:solidFill>
            </a:endParaRPr>
          </a:p>
        </p:txBody>
      </p:sp>
      <p:sp>
        <p:nvSpPr>
          <p:cNvPr id="593" name="Google Shape;593;p58"/>
          <p:cNvSpPr/>
          <p:nvPr/>
        </p:nvSpPr>
        <p:spPr>
          <a:xfrm>
            <a:off x="528679" y="3461050"/>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4" name="Google Shape;594;p58"/>
          <p:cNvSpPr txBox="1"/>
          <p:nvPr/>
        </p:nvSpPr>
        <p:spPr>
          <a:xfrm>
            <a:off x="733101" y="3858231"/>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PAYMENT LINKS</a:t>
            </a:r>
            <a:endParaRPr b="1" sz="550">
              <a:solidFill>
                <a:srgbClr val="FFFFFF"/>
              </a:solidFill>
            </a:endParaRPr>
          </a:p>
        </p:txBody>
      </p:sp>
      <p:sp>
        <p:nvSpPr>
          <p:cNvPr id="595" name="Google Shape;595;p58"/>
          <p:cNvSpPr/>
          <p:nvPr/>
        </p:nvSpPr>
        <p:spPr>
          <a:xfrm>
            <a:off x="7339605" y="3465852"/>
            <a:ext cx="1260300" cy="2295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6" name="Google Shape;596;p58"/>
          <p:cNvSpPr txBox="1"/>
          <p:nvPr/>
        </p:nvSpPr>
        <p:spPr>
          <a:xfrm>
            <a:off x="7550797" y="3539600"/>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TREASURY &amp; FX</a:t>
            </a:r>
            <a:endParaRPr b="1" sz="550">
              <a:solidFill>
                <a:srgbClr val="FFFFFF"/>
              </a:solidFill>
            </a:endParaRPr>
          </a:p>
        </p:txBody>
      </p:sp>
      <p:pic>
        <p:nvPicPr>
          <p:cNvPr id="597" name="Google Shape;597;p58"/>
          <p:cNvPicPr preferRelativeResize="0"/>
          <p:nvPr/>
        </p:nvPicPr>
        <p:blipFill rotWithShape="1">
          <a:blip r:embed="rId2">
            <a:alphaModFix/>
          </a:blip>
          <a:srcRect b="0" l="603" r="603" t="0"/>
          <a:stretch/>
        </p:blipFill>
        <p:spPr>
          <a:xfrm>
            <a:off x="3984722" y="2889486"/>
            <a:ext cx="115875" cy="115875"/>
          </a:xfrm>
          <a:prstGeom prst="rect">
            <a:avLst/>
          </a:prstGeom>
          <a:noFill/>
          <a:ln>
            <a:noFill/>
          </a:ln>
        </p:spPr>
      </p:pic>
      <p:pic>
        <p:nvPicPr>
          <p:cNvPr id="598" name="Google Shape;598;p58"/>
          <p:cNvPicPr preferRelativeResize="0"/>
          <p:nvPr/>
        </p:nvPicPr>
        <p:blipFill rotWithShape="1">
          <a:blip r:embed="rId3">
            <a:alphaModFix/>
          </a:blip>
          <a:srcRect b="0" l="505" r="495" t="0"/>
          <a:stretch/>
        </p:blipFill>
        <p:spPr>
          <a:xfrm>
            <a:off x="3984621" y="3531561"/>
            <a:ext cx="115875" cy="115875"/>
          </a:xfrm>
          <a:prstGeom prst="rect">
            <a:avLst/>
          </a:prstGeom>
          <a:noFill/>
          <a:ln>
            <a:noFill/>
          </a:ln>
        </p:spPr>
      </p:pic>
      <p:pic>
        <p:nvPicPr>
          <p:cNvPr id="599" name="Google Shape;599;p58"/>
          <p:cNvPicPr preferRelativeResize="0"/>
          <p:nvPr/>
        </p:nvPicPr>
        <p:blipFill rotWithShape="1">
          <a:blip r:embed="rId4">
            <a:alphaModFix/>
          </a:blip>
          <a:srcRect b="0" l="583" r="593" t="0"/>
          <a:stretch/>
        </p:blipFill>
        <p:spPr>
          <a:xfrm>
            <a:off x="3984749" y="3852441"/>
            <a:ext cx="115875" cy="115875"/>
          </a:xfrm>
          <a:prstGeom prst="rect">
            <a:avLst/>
          </a:prstGeom>
          <a:noFill/>
          <a:ln>
            <a:noFill/>
          </a:ln>
        </p:spPr>
      </p:pic>
      <p:pic>
        <p:nvPicPr>
          <p:cNvPr id="600" name="Google Shape;600;p58"/>
          <p:cNvPicPr preferRelativeResize="0"/>
          <p:nvPr/>
        </p:nvPicPr>
        <p:blipFill rotWithShape="1">
          <a:blip r:embed="rId5">
            <a:alphaModFix/>
          </a:blip>
          <a:srcRect b="0" l="603" r="603" t="0"/>
          <a:stretch/>
        </p:blipFill>
        <p:spPr>
          <a:xfrm>
            <a:off x="5673060" y="3208128"/>
            <a:ext cx="115875" cy="115875"/>
          </a:xfrm>
          <a:prstGeom prst="rect">
            <a:avLst/>
          </a:prstGeom>
          <a:noFill/>
          <a:ln>
            <a:noFill/>
          </a:ln>
        </p:spPr>
      </p:pic>
      <p:pic>
        <p:nvPicPr>
          <p:cNvPr id="601" name="Google Shape;601;p58"/>
          <p:cNvPicPr preferRelativeResize="0"/>
          <p:nvPr/>
        </p:nvPicPr>
        <p:blipFill rotWithShape="1">
          <a:blip r:embed="rId6">
            <a:alphaModFix/>
          </a:blip>
          <a:srcRect b="0" l="485" r="485" t="0"/>
          <a:stretch/>
        </p:blipFill>
        <p:spPr>
          <a:xfrm>
            <a:off x="5672844" y="2889384"/>
            <a:ext cx="115875" cy="115875"/>
          </a:xfrm>
          <a:prstGeom prst="rect">
            <a:avLst/>
          </a:prstGeom>
          <a:noFill/>
          <a:ln>
            <a:noFill/>
          </a:ln>
        </p:spPr>
      </p:pic>
      <p:pic>
        <p:nvPicPr>
          <p:cNvPr id="602" name="Google Shape;602;p58"/>
          <p:cNvPicPr preferRelativeResize="0"/>
          <p:nvPr/>
        </p:nvPicPr>
        <p:blipFill rotWithShape="1">
          <a:blip r:embed="rId7">
            <a:alphaModFix/>
          </a:blip>
          <a:srcRect b="0" l="603" r="603" t="0"/>
          <a:stretch/>
        </p:blipFill>
        <p:spPr>
          <a:xfrm>
            <a:off x="5673060" y="3531561"/>
            <a:ext cx="115875" cy="115875"/>
          </a:xfrm>
          <a:prstGeom prst="rect">
            <a:avLst/>
          </a:prstGeom>
          <a:noFill/>
          <a:ln>
            <a:noFill/>
          </a:ln>
        </p:spPr>
      </p:pic>
      <p:pic>
        <p:nvPicPr>
          <p:cNvPr id="603" name="Google Shape;603;p58"/>
          <p:cNvPicPr preferRelativeResize="0"/>
          <p:nvPr/>
        </p:nvPicPr>
        <p:blipFill rotWithShape="1">
          <a:blip r:embed="rId8">
            <a:alphaModFix/>
          </a:blip>
          <a:srcRect b="0" l="505" r="495" t="0"/>
          <a:stretch/>
        </p:blipFill>
        <p:spPr>
          <a:xfrm>
            <a:off x="3984621" y="3208128"/>
            <a:ext cx="115875" cy="115875"/>
          </a:xfrm>
          <a:prstGeom prst="rect">
            <a:avLst/>
          </a:prstGeom>
          <a:noFill/>
          <a:ln>
            <a:noFill/>
          </a:ln>
        </p:spPr>
      </p:pic>
      <p:sp>
        <p:nvSpPr>
          <p:cNvPr id="604" name="Google Shape;604;p58"/>
          <p:cNvSpPr/>
          <p:nvPr/>
        </p:nvSpPr>
        <p:spPr>
          <a:xfrm>
            <a:off x="2236908" y="3465856"/>
            <a:ext cx="12606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05" name="Google Shape;605;p58"/>
          <p:cNvSpPr txBox="1"/>
          <p:nvPr/>
        </p:nvSpPr>
        <p:spPr>
          <a:xfrm>
            <a:off x="2445090" y="3539600"/>
            <a:ext cx="9885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ISSUING</a:t>
            </a:r>
            <a:endParaRPr b="1" sz="550">
              <a:solidFill>
                <a:srgbClr val="FFFFFF"/>
              </a:solidFill>
            </a:endParaRPr>
          </a:p>
        </p:txBody>
      </p:sp>
      <p:pic>
        <p:nvPicPr>
          <p:cNvPr id="606" name="Google Shape;606;p58"/>
          <p:cNvPicPr preferRelativeResize="0"/>
          <p:nvPr/>
        </p:nvPicPr>
        <p:blipFill rotWithShape="1">
          <a:blip r:embed="rId9">
            <a:alphaModFix/>
          </a:blip>
          <a:srcRect b="0" l="603" r="603" t="0"/>
          <a:stretch/>
        </p:blipFill>
        <p:spPr>
          <a:xfrm>
            <a:off x="2296227" y="3531561"/>
            <a:ext cx="115875" cy="115875"/>
          </a:xfrm>
          <a:prstGeom prst="rect">
            <a:avLst/>
          </a:prstGeom>
          <a:noFill/>
          <a:ln>
            <a:noFill/>
          </a:ln>
        </p:spPr>
      </p:pic>
      <p:sp>
        <p:nvSpPr>
          <p:cNvPr id="607" name="Google Shape;607;p58"/>
          <p:cNvSpPr/>
          <p:nvPr/>
        </p:nvSpPr>
        <p:spPr>
          <a:xfrm>
            <a:off x="2236908" y="3786689"/>
            <a:ext cx="12606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08" name="Google Shape;608;p58"/>
          <p:cNvSpPr txBox="1"/>
          <p:nvPr/>
        </p:nvSpPr>
        <p:spPr>
          <a:xfrm>
            <a:off x="2445090"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PAYOUTS</a:t>
            </a:r>
            <a:endParaRPr b="1" sz="550">
              <a:solidFill>
                <a:srgbClr val="FFFFFF"/>
              </a:solidFill>
            </a:endParaRPr>
          </a:p>
        </p:txBody>
      </p:sp>
      <p:pic>
        <p:nvPicPr>
          <p:cNvPr id="609" name="Google Shape;609;p58"/>
          <p:cNvPicPr preferRelativeResize="0"/>
          <p:nvPr/>
        </p:nvPicPr>
        <p:blipFill rotWithShape="1">
          <a:blip r:embed="rId10">
            <a:alphaModFix/>
          </a:blip>
          <a:srcRect b="0" l="505" r="495" t="0"/>
          <a:stretch/>
        </p:blipFill>
        <p:spPr>
          <a:xfrm>
            <a:off x="2296126" y="3852396"/>
            <a:ext cx="115875" cy="115875"/>
          </a:xfrm>
          <a:prstGeom prst="rect">
            <a:avLst/>
          </a:prstGeom>
          <a:noFill/>
          <a:ln>
            <a:noFill/>
          </a:ln>
        </p:spPr>
      </p:pic>
      <p:sp>
        <p:nvSpPr>
          <p:cNvPr id="610" name="Google Shape;610;p58"/>
          <p:cNvSpPr/>
          <p:nvPr/>
        </p:nvSpPr>
        <p:spPr>
          <a:xfrm>
            <a:off x="2236908" y="2823784"/>
            <a:ext cx="12603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1" name="Google Shape;611;p58"/>
          <p:cNvSpPr txBox="1"/>
          <p:nvPr/>
        </p:nvSpPr>
        <p:spPr>
          <a:xfrm>
            <a:off x="2445090" y="2897524"/>
            <a:ext cx="935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ACQUIRING</a:t>
            </a:r>
            <a:endParaRPr b="1" sz="550">
              <a:solidFill>
                <a:srgbClr val="FFFFFF"/>
              </a:solidFill>
            </a:endParaRPr>
          </a:p>
        </p:txBody>
      </p:sp>
      <p:pic>
        <p:nvPicPr>
          <p:cNvPr id="612" name="Google Shape;612;p58"/>
          <p:cNvPicPr preferRelativeResize="0"/>
          <p:nvPr/>
        </p:nvPicPr>
        <p:blipFill rotWithShape="1">
          <a:blip r:embed="rId11">
            <a:alphaModFix/>
          </a:blip>
          <a:srcRect b="2714" l="0" r="0" t="2714"/>
          <a:stretch/>
        </p:blipFill>
        <p:spPr>
          <a:xfrm>
            <a:off x="2296254" y="2889530"/>
            <a:ext cx="96884" cy="98036"/>
          </a:xfrm>
          <a:prstGeom prst="rect">
            <a:avLst/>
          </a:prstGeom>
          <a:noFill/>
          <a:ln>
            <a:noFill/>
          </a:ln>
        </p:spPr>
      </p:pic>
      <p:pic>
        <p:nvPicPr>
          <p:cNvPr id="613" name="Google Shape;613;p58"/>
          <p:cNvPicPr preferRelativeResize="0"/>
          <p:nvPr/>
        </p:nvPicPr>
        <p:blipFill rotWithShape="1">
          <a:blip r:embed="rId12">
            <a:alphaModFix/>
          </a:blip>
          <a:srcRect b="0" l="710" r="710" t="0"/>
          <a:stretch/>
        </p:blipFill>
        <p:spPr>
          <a:xfrm>
            <a:off x="7395714" y="2889384"/>
            <a:ext cx="115875" cy="115875"/>
          </a:xfrm>
          <a:prstGeom prst="rect">
            <a:avLst/>
          </a:prstGeom>
          <a:noFill/>
          <a:ln>
            <a:noFill/>
          </a:ln>
        </p:spPr>
      </p:pic>
      <p:pic>
        <p:nvPicPr>
          <p:cNvPr id="614" name="Google Shape;614;p58"/>
          <p:cNvPicPr preferRelativeResize="0"/>
          <p:nvPr/>
        </p:nvPicPr>
        <p:blipFill rotWithShape="1">
          <a:blip r:embed="rId13">
            <a:alphaModFix/>
          </a:blip>
          <a:srcRect b="0" l="583" r="593" t="0"/>
          <a:stretch/>
        </p:blipFill>
        <p:spPr>
          <a:xfrm>
            <a:off x="7395744" y="3208175"/>
            <a:ext cx="115875" cy="115875"/>
          </a:xfrm>
          <a:prstGeom prst="rect">
            <a:avLst/>
          </a:prstGeom>
          <a:noFill/>
          <a:ln>
            <a:noFill/>
          </a:ln>
        </p:spPr>
      </p:pic>
      <p:sp>
        <p:nvSpPr>
          <p:cNvPr id="615" name="Google Shape;615;p58"/>
          <p:cNvSpPr/>
          <p:nvPr/>
        </p:nvSpPr>
        <p:spPr>
          <a:xfrm>
            <a:off x="2236908" y="3142424"/>
            <a:ext cx="12606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6" name="Google Shape;616;p58"/>
          <p:cNvSpPr txBox="1"/>
          <p:nvPr/>
        </p:nvSpPr>
        <p:spPr>
          <a:xfrm>
            <a:off x="2445090" y="3216166"/>
            <a:ext cx="94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PAYMENT METHODS</a:t>
            </a:r>
            <a:endParaRPr b="1" sz="550">
              <a:solidFill>
                <a:srgbClr val="FFFFFF"/>
              </a:solidFill>
            </a:endParaRPr>
          </a:p>
        </p:txBody>
      </p:sp>
      <p:pic>
        <p:nvPicPr>
          <p:cNvPr id="617" name="Google Shape;617;p58"/>
          <p:cNvPicPr preferRelativeResize="0"/>
          <p:nvPr/>
        </p:nvPicPr>
        <p:blipFill rotWithShape="1">
          <a:blip r:embed="rId14">
            <a:alphaModFix/>
          </a:blip>
          <a:srcRect b="0" l="583" r="593" t="0"/>
          <a:stretch/>
        </p:blipFill>
        <p:spPr>
          <a:xfrm flipH="1">
            <a:off x="2277499" y="3207932"/>
            <a:ext cx="115875" cy="115875"/>
          </a:xfrm>
          <a:prstGeom prst="rect">
            <a:avLst/>
          </a:prstGeom>
          <a:noFill/>
          <a:ln>
            <a:noFill/>
          </a:ln>
        </p:spPr>
      </p:pic>
      <p:pic>
        <p:nvPicPr>
          <p:cNvPr id="618" name="Google Shape;618;p58"/>
          <p:cNvPicPr preferRelativeResize="0"/>
          <p:nvPr/>
        </p:nvPicPr>
        <p:blipFill rotWithShape="1">
          <a:blip r:embed="rId15">
            <a:alphaModFix/>
          </a:blip>
          <a:srcRect b="0" l="583" r="593" t="0"/>
          <a:stretch/>
        </p:blipFill>
        <p:spPr>
          <a:xfrm>
            <a:off x="3984513" y="4168720"/>
            <a:ext cx="115875" cy="115875"/>
          </a:xfrm>
          <a:prstGeom prst="rect">
            <a:avLst/>
          </a:prstGeom>
          <a:noFill/>
          <a:ln>
            <a:noFill/>
          </a:ln>
        </p:spPr>
      </p:pic>
      <p:pic>
        <p:nvPicPr>
          <p:cNvPr id="619" name="Google Shape;619;p58"/>
          <p:cNvPicPr preferRelativeResize="0"/>
          <p:nvPr/>
        </p:nvPicPr>
        <p:blipFill rotWithShape="1">
          <a:blip r:embed="rId16">
            <a:alphaModFix/>
          </a:blip>
          <a:srcRect b="0" l="583" r="593" t="0"/>
          <a:stretch/>
        </p:blipFill>
        <p:spPr>
          <a:xfrm>
            <a:off x="581487" y="4487604"/>
            <a:ext cx="115875" cy="115875"/>
          </a:xfrm>
          <a:prstGeom prst="rect">
            <a:avLst/>
          </a:prstGeom>
          <a:noFill/>
          <a:ln>
            <a:noFill/>
          </a:ln>
        </p:spPr>
      </p:pic>
      <p:pic>
        <p:nvPicPr>
          <p:cNvPr id="620" name="Google Shape;620;p58"/>
          <p:cNvPicPr preferRelativeResize="0"/>
          <p:nvPr/>
        </p:nvPicPr>
        <p:blipFill rotWithShape="1">
          <a:blip r:embed="rId17">
            <a:alphaModFix/>
          </a:blip>
          <a:srcRect b="0" l="583" r="593" t="0"/>
          <a:stretch/>
        </p:blipFill>
        <p:spPr>
          <a:xfrm>
            <a:off x="571458" y="4160933"/>
            <a:ext cx="116914" cy="118317"/>
          </a:xfrm>
          <a:prstGeom prst="rect">
            <a:avLst/>
          </a:prstGeom>
          <a:noFill/>
          <a:ln>
            <a:noFill/>
          </a:ln>
        </p:spPr>
      </p:pic>
      <p:sp>
        <p:nvSpPr>
          <p:cNvPr id="621" name="Google Shape;621;p58"/>
          <p:cNvSpPr txBox="1"/>
          <p:nvPr/>
        </p:nvSpPr>
        <p:spPr>
          <a:xfrm>
            <a:off x="4137654"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FRAUD DETECTION PRO</a:t>
            </a:r>
            <a:endParaRPr b="1" sz="550">
              <a:solidFill>
                <a:srgbClr val="FFFFFF"/>
              </a:solidFill>
            </a:endParaRPr>
          </a:p>
        </p:txBody>
      </p:sp>
      <p:sp>
        <p:nvSpPr>
          <p:cNvPr id="622" name="Google Shape;622;p58"/>
          <p:cNvSpPr txBox="1"/>
          <p:nvPr/>
        </p:nvSpPr>
        <p:spPr>
          <a:xfrm>
            <a:off x="4137654"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AUTHENTICATION</a:t>
            </a:r>
            <a:endParaRPr b="1" sz="550">
              <a:solidFill>
                <a:srgbClr val="FFFFFF"/>
              </a:solidFill>
            </a:endParaRPr>
          </a:p>
        </p:txBody>
      </p:sp>
      <p:sp>
        <p:nvSpPr>
          <p:cNvPr id="623" name="Google Shape;623;p58"/>
          <p:cNvSpPr txBox="1"/>
          <p:nvPr/>
        </p:nvSpPr>
        <p:spPr>
          <a:xfrm>
            <a:off x="2234961" y="221020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Simplify</a:t>
            </a:r>
            <a:endParaRPr sz="1000">
              <a:solidFill>
                <a:srgbClr val="FFFFFF"/>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global pay-ins and payouts</a:t>
            </a:r>
            <a:endParaRPr sz="1000">
              <a:solidFill>
                <a:srgbClr val="FFFFFF"/>
              </a:solidFill>
              <a:latin typeface="Roboto Mono Medium"/>
              <a:ea typeface="Roboto Mono Medium"/>
              <a:cs typeface="Roboto Mono Medium"/>
              <a:sym typeface="Roboto Mono Medium"/>
            </a:endParaRPr>
          </a:p>
        </p:txBody>
      </p:sp>
      <p:sp>
        <p:nvSpPr>
          <p:cNvPr id="624" name="Google Shape;624;p58"/>
          <p:cNvSpPr txBox="1"/>
          <p:nvPr/>
        </p:nvSpPr>
        <p:spPr>
          <a:xfrm>
            <a:off x="733101" y="3534798"/>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PLUGINS</a:t>
            </a:r>
            <a:endParaRPr b="1" sz="550">
              <a:solidFill>
                <a:srgbClr val="FFFFFF"/>
              </a:solidFill>
            </a:endParaRPr>
          </a:p>
        </p:txBody>
      </p:sp>
      <p:pic>
        <p:nvPicPr>
          <p:cNvPr id="625" name="Google Shape;625;p58"/>
          <p:cNvPicPr preferRelativeResize="0"/>
          <p:nvPr/>
        </p:nvPicPr>
        <p:blipFill rotWithShape="1">
          <a:blip r:embed="rId18">
            <a:alphaModFix/>
          </a:blip>
          <a:srcRect b="0" l="583" r="593" t="0"/>
          <a:stretch/>
        </p:blipFill>
        <p:spPr>
          <a:xfrm>
            <a:off x="571469" y="3516680"/>
            <a:ext cx="115875" cy="119738"/>
          </a:xfrm>
          <a:prstGeom prst="rect">
            <a:avLst/>
          </a:prstGeom>
          <a:noFill/>
          <a:ln>
            <a:noFill/>
          </a:ln>
        </p:spPr>
      </p:pic>
      <p:pic>
        <p:nvPicPr>
          <p:cNvPr id="626" name="Google Shape;626;p58"/>
          <p:cNvPicPr preferRelativeResize="0"/>
          <p:nvPr/>
        </p:nvPicPr>
        <p:blipFill rotWithShape="1">
          <a:blip r:embed="rId19">
            <a:alphaModFix/>
          </a:blip>
          <a:srcRect b="0" l="1504" r="1494" t="0"/>
          <a:stretch/>
        </p:blipFill>
        <p:spPr>
          <a:xfrm>
            <a:off x="590096" y="3216784"/>
            <a:ext cx="79431" cy="79431"/>
          </a:xfrm>
          <a:prstGeom prst="rect">
            <a:avLst/>
          </a:prstGeom>
          <a:noFill/>
          <a:ln>
            <a:noFill/>
          </a:ln>
        </p:spPr>
      </p:pic>
      <p:pic>
        <p:nvPicPr>
          <p:cNvPr id="627" name="Google Shape;627;p58"/>
          <p:cNvPicPr preferRelativeResize="0"/>
          <p:nvPr/>
        </p:nvPicPr>
        <p:blipFill rotWithShape="1">
          <a:blip r:embed="rId20">
            <a:alphaModFix/>
          </a:blip>
          <a:srcRect b="0" l="593" r="583" t="0"/>
          <a:stretch/>
        </p:blipFill>
        <p:spPr>
          <a:xfrm>
            <a:off x="565002" y="3833569"/>
            <a:ext cx="115875" cy="115875"/>
          </a:xfrm>
          <a:prstGeom prst="rect">
            <a:avLst/>
          </a:prstGeom>
          <a:noFill/>
          <a:ln>
            <a:noFill/>
          </a:ln>
        </p:spPr>
      </p:pic>
      <p:pic>
        <p:nvPicPr>
          <p:cNvPr id="628" name="Google Shape;628;p58"/>
          <p:cNvPicPr preferRelativeResize="0"/>
          <p:nvPr/>
        </p:nvPicPr>
        <p:blipFill rotWithShape="1">
          <a:blip r:embed="rId21">
            <a:alphaModFix/>
          </a:blip>
          <a:srcRect b="0" l="583" r="593" t="0"/>
          <a:stretch/>
        </p:blipFill>
        <p:spPr>
          <a:xfrm>
            <a:off x="7395505" y="3531366"/>
            <a:ext cx="115875" cy="115875"/>
          </a:xfrm>
          <a:prstGeom prst="rect">
            <a:avLst/>
          </a:prstGeom>
          <a:noFill/>
          <a:ln>
            <a:noFill/>
          </a:ln>
        </p:spPr>
      </p:pic>
      <p:sp>
        <p:nvSpPr>
          <p:cNvPr id="629" name="Google Shape;629;p58"/>
          <p:cNvSpPr/>
          <p:nvPr/>
        </p:nvSpPr>
        <p:spPr>
          <a:xfrm>
            <a:off x="528679" y="2821500"/>
            <a:ext cx="1277100" cy="239100"/>
          </a:xfrm>
          <a:prstGeom prst="roundRect">
            <a:avLst>
              <a:gd fmla="val 16667" name="adj"/>
            </a:avLst>
          </a:prstGeom>
          <a:solidFill>
            <a:srgbClr val="27283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Inter"/>
              <a:ea typeface="Inter"/>
              <a:cs typeface="Inter"/>
              <a:sym typeface="Inter"/>
            </a:endParaRPr>
          </a:p>
        </p:txBody>
      </p:sp>
      <p:sp>
        <p:nvSpPr>
          <p:cNvPr id="630" name="Google Shape;630;p58"/>
          <p:cNvSpPr txBox="1"/>
          <p:nvPr/>
        </p:nvSpPr>
        <p:spPr>
          <a:xfrm>
            <a:off x="733100" y="2895246"/>
            <a:ext cx="287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FFFFFF"/>
                </a:solidFill>
                <a:latin typeface="Roboto Mono"/>
                <a:ea typeface="Roboto Mono"/>
                <a:cs typeface="Roboto Mono"/>
                <a:sym typeface="Roboto Mono"/>
              </a:rPr>
              <a:t>FLOW</a:t>
            </a:r>
            <a:endParaRPr b="1" sz="550">
              <a:solidFill>
                <a:srgbClr val="FFFFFF"/>
              </a:solidFill>
            </a:endParaRPr>
          </a:p>
        </p:txBody>
      </p:sp>
      <p:pic>
        <p:nvPicPr>
          <p:cNvPr id="631" name="Google Shape;631;p58"/>
          <p:cNvPicPr preferRelativeResize="0"/>
          <p:nvPr/>
        </p:nvPicPr>
        <p:blipFill rotWithShape="1">
          <a:blip r:embed="rId22">
            <a:alphaModFix/>
          </a:blip>
          <a:srcRect b="0" l="593" r="583" t="0"/>
          <a:stretch/>
        </p:blipFill>
        <p:spPr>
          <a:xfrm>
            <a:off x="566974" y="2883920"/>
            <a:ext cx="115875" cy="115875"/>
          </a:xfrm>
          <a:prstGeom prst="rect">
            <a:avLst/>
          </a:prstGeom>
          <a:noFill/>
          <a:ln>
            <a:noFill/>
          </a:ln>
        </p:spPr>
      </p:pic>
      <p:pic>
        <p:nvPicPr>
          <p:cNvPr id="632" name="Google Shape;632;p58"/>
          <p:cNvPicPr preferRelativeResize="0"/>
          <p:nvPr/>
        </p:nvPicPr>
        <p:blipFill rotWithShape="1">
          <a:blip r:embed="rId23">
            <a:alphaModFix amt="30000"/>
          </a:blip>
          <a:srcRect b="8" l="2243" r="23247" t="21009"/>
          <a:stretch/>
        </p:blipFill>
        <p:spPr>
          <a:xfrm>
            <a:off x="395075" y="1093700"/>
            <a:ext cx="1523100" cy="538500"/>
          </a:xfrm>
          <a:prstGeom prst="round2SameRect">
            <a:avLst>
              <a:gd fmla="val 15924" name="adj1"/>
              <a:gd fmla="val 0" name="adj2"/>
            </a:avLst>
          </a:prstGeom>
          <a:noFill/>
          <a:ln>
            <a:noFill/>
          </a:ln>
        </p:spPr>
      </p:pic>
      <p:pic>
        <p:nvPicPr>
          <p:cNvPr id="633" name="Google Shape;633;p58"/>
          <p:cNvPicPr preferRelativeResize="0"/>
          <p:nvPr/>
        </p:nvPicPr>
        <p:blipFill rotWithShape="1">
          <a:blip r:embed="rId24">
            <a:alphaModFix amt="30000"/>
          </a:blip>
          <a:srcRect b="0" l="10458" r="0" t="0"/>
          <a:stretch/>
        </p:blipFill>
        <p:spPr>
          <a:xfrm>
            <a:off x="2096087" y="1093700"/>
            <a:ext cx="1523100" cy="538500"/>
          </a:xfrm>
          <a:prstGeom prst="round2SameRect">
            <a:avLst>
              <a:gd fmla="val 15999" name="adj1"/>
              <a:gd fmla="val 0" name="adj2"/>
            </a:avLst>
          </a:prstGeom>
          <a:noFill/>
          <a:ln>
            <a:noFill/>
          </a:ln>
        </p:spPr>
      </p:pic>
      <p:pic>
        <p:nvPicPr>
          <p:cNvPr id="634" name="Google Shape;634;p58"/>
          <p:cNvPicPr preferRelativeResize="0"/>
          <p:nvPr/>
        </p:nvPicPr>
        <p:blipFill rotWithShape="1">
          <a:blip r:embed="rId25">
            <a:alphaModFix amt="30000"/>
          </a:blip>
          <a:srcRect b="7" l="3978" r="33471" t="33689"/>
          <a:stretch/>
        </p:blipFill>
        <p:spPr>
          <a:xfrm>
            <a:off x="3802524" y="1093700"/>
            <a:ext cx="1523100" cy="538500"/>
          </a:xfrm>
          <a:prstGeom prst="round2SameRect">
            <a:avLst>
              <a:gd fmla="val 16651" name="adj1"/>
              <a:gd fmla="val 0" name="adj2"/>
            </a:avLst>
          </a:prstGeom>
          <a:noFill/>
          <a:ln>
            <a:noFill/>
          </a:ln>
        </p:spPr>
      </p:pic>
      <p:pic>
        <p:nvPicPr>
          <p:cNvPr id="635" name="Google Shape;635;p58"/>
          <p:cNvPicPr preferRelativeResize="0"/>
          <p:nvPr/>
        </p:nvPicPr>
        <p:blipFill rotWithShape="1">
          <a:blip r:embed="rId26">
            <a:alphaModFix amt="30000"/>
          </a:blip>
          <a:srcRect b="7" l="3990" r="33467" t="33694"/>
          <a:stretch/>
        </p:blipFill>
        <p:spPr>
          <a:xfrm>
            <a:off x="5492789" y="1093752"/>
            <a:ext cx="1523100" cy="538500"/>
          </a:xfrm>
          <a:prstGeom prst="round2SameRect">
            <a:avLst>
              <a:gd fmla="val 16434" name="adj1"/>
              <a:gd fmla="val 0" name="adj2"/>
            </a:avLst>
          </a:prstGeom>
          <a:noFill/>
          <a:ln>
            <a:noFill/>
          </a:ln>
        </p:spPr>
      </p:pic>
      <p:pic>
        <p:nvPicPr>
          <p:cNvPr id="636" name="Google Shape;636;p58"/>
          <p:cNvPicPr preferRelativeResize="0"/>
          <p:nvPr/>
        </p:nvPicPr>
        <p:blipFill rotWithShape="1">
          <a:blip r:embed="rId27">
            <a:alphaModFix amt="30000"/>
          </a:blip>
          <a:srcRect b="0" l="2839" r="2830" t="0"/>
          <a:stretch/>
        </p:blipFill>
        <p:spPr>
          <a:xfrm>
            <a:off x="7199174" y="1093700"/>
            <a:ext cx="1523100" cy="538500"/>
          </a:xfrm>
          <a:prstGeom prst="round2SameRect">
            <a:avLst>
              <a:gd fmla="val 16566" name="adj1"/>
              <a:gd fmla="val 0" name="adj2"/>
            </a:avLst>
          </a:prstGeom>
          <a:noFill/>
          <a:ln>
            <a:noFill/>
          </a:ln>
        </p:spPr>
      </p:pic>
      <p:sp>
        <p:nvSpPr>
          <p:cNvPr id="637" name="Google Shape;637;p58"/>
          <p:cNvSpPr txBox="1"/>
          <p:nvPr/>
        </p:nvSpPr>
        <p:spPr>
          <a:xfrm>
            <a:off x="529561" y="221020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Select your </a:t>
            </a:r>
            <a:endParaRPr sz="1000">
              <a:solidFill>
                <a:srgbClr val="FFFFFF"/>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FFFFFF"/>
                </a:solidFill>
                <a:latin typeface="Roboto Mono Medium"/>
                <a:ea typeface="Roboto Mono Medium"/>
                <a:cs typeface="Roboto Mono Medium"/>
                <a:sym typeface="Roboto Mono Medium"/>
              </a:rPr>
              <a:t>way to process payments online</a:t>
            </a:r>
            <a:endParaRPr sz="1000">
              <a:solidFill>
                <a:srgbClr val="FFFFFF"/>
              </a:solidFill>
              <a:latin typeface="Roboto Mono Medium"/>
              <a:ea typeface="Roboto Mono Medium"/>
              <a:cs typeface="Roboto Mono Medium"/>
              <a:sym typeface="Roboto Mono Medium"/>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4. Full Marketecture (Light)">
  <p:cSld name="Timeline 5 dates continue_1">
    <p:spTree>
      <p:nvGrpSpPr>
        <p:cNvPr id="638" name="Shape 638"/>
        <p:cNvGrpSpPr/>
        <p:nvPr/>
      </p:nvGrpSpPr>
      <p:grpSpPr>
        <a:xfrm>
          <a:off x="0" y="0"/>
          <a:ext cx="0" cy="0"/>
          <a:chOff x="0" y="0"/>
          <a:chExt cx="0" cy="0"/>
        </a:xfrm>
      </p:grpSpPr>
      <p:sp>
        <p:nvSpPr>
          <p:cNvPr id="639" name="Google Shape;639;p59"/>
          <p:cNvSpPr txBox="1"/>
          <p:nvPr>
            <p:ph type="title"/>
          </p:nvPr>
        </p:nvSpPr>
        <p:spPr>
          <a:xfrm>
            <a:off x="419775" y="417750"/>
            <a:ext cx="6875400" cy="24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600"/>
              <a:buNone/>
              <a:defRPr>
                <a:solidFill>
                  <a:schemeClr val="dk2"/>
                </a:solidFill>
              </a:defRPr>
            </a:lvl1pPr>
            <a:lvl2pPr lvl="1" algn="l">
              <a:lnSpc>
                <a:spcPct val="80000"/>
              </a:lnSpc>
              <a:spcBef>
                <a:spcPts val="0"/>
              </a:spcBef>
              <a:spcAft>
                <a:spcPts val="0"/>
              </a:spcAft>
              <a:buClr>
                <a:schemeClr val="dk2"/>
              </a:buClr>
              <a:buSzPts val="1400"/>
              <a:buNone/>
              <a:defRPr sz="1400">
                <a:solidFill>
                  <a:schemeClr val="dk2"/>
                </a:solidFill>
              </a:defRPr>
            </a:lvl2pPr>
            <a:lvl3pPr lvl="2" algn="l">
              <a:lnSpc>
                <a:spcPct val="80000"/>
              </a:lnSpc>
              <a:spcBef>
                <a:spcPts val="0"/>
              </a:spcBef>
              <a:spcAft>
                <a:spcPts val="0"/>
              </a:spcAft>
              <a:buClr>
                <a:schemeClr val="dk2"/>
              </a:buClr>
              <a:buSzPts val="1400"/>
              <a:buNone/>
              <a:defRPr sz="1400">
                <a:solidFill>
                  <a:schemeClr val="dk2"/>
                </a:solidFill>
              </a:defRPr>
            </a:lvl3pPr>
            <a:lvl4pPr lvl="3" algn="l">
              <a:lnSpc>
                <a:spcPct val="80000"/>
              </a:lnSpc>
              <a:spcBef>
                <a:spcPts val="0"/>
              </a:spcBef>
              <a:spcAft>
                <a:spcPts val="0"/>
              </a:spcAft>
              <a:buClr>
                <a:schemeClr val="dk2"/>
              </a:buClr>
              <a:buSzPts val="1400"/>
              <a:buNone/>
              <a:defRPr sz="1400">
                <a:solidFill>
                  <a:schemeClr val="dk2"/>
                </a:solidFill>
              </a:defRPr>
            </a:lvl4pPr>
            <a:lvl5pPr lvl="4" algn="l">
              <a:lnSpc>
                <a:spcPct val="80000"/>
              </a:lnSpc>
              <a:spcBef>
                <a:spcPts val="0"/>
              </a:spcBef>
              <a:spcAft>
                <a:spcPts val="0"/>
              </a:spcAft>
              <a:buClr>
                <a:schemeClr val="dk2"/>
              </a:buClr>
              <a:buSzPts val="1400"/>
              <a:buNone/>
              <a:defRPr sz="1400">
                <a:solidFill>
                  <a:schemeClr val="dk2"/>
                </a:solidFill>
              </a:defRPr>
            </a:lvl5pPr>
            <a:lvl6pPr lvl="5" algn="l">
              <a:lnSpc>
                <a:spcPct val="80000"/>
              </a:lnSpc>
              <a:spcBef>
                <a:spcPts val="0"/>
              </a:spcBef>
              <a:spcAft>
                <a:spcPts val="0"/>
              </a:spcAft>
              <a:buClr>
                <a:schemeClr val="dk2"/>
              </a:buClr>
              <a:buSzPts val="1400"/>
              <a:buNone/>
              <a:defRPr sz="1400">
                <a:solidFill>
                  <a:schemeClr val="dk2"/>
                </a:solidFill>
              </a:defRPr>
            </a:lvl6pPr>
            <a:lvl7pPr lvl="6" algn="l">
              <a:lnSpc>
                <a:spcPct val="80000"/>
              </a:lnSpc>
              <a:spcBef>
                <a:spcPts val="0"/>
              </a:spcBef>
              <a:spcAft>
                <a:spcPts val="0"/>
              </a:spcAft>
              <a:buClr>
                <a:schemeClr val="dk2"/>
              </a:buClr>
              <a:buSzPts val="1400"/>
              <a:buNone/>
              <a:defRPr sz="1400">
                <a:solidFill>
                  <a:schemeClr val="dk2"/>
                </a:solidFill>
              </a:defRPr>
            </a:lvl7pPr>
            <a:lvl8pPr lvl="7" algn="l">
              <a:lnSpc>
                <a:spcPct val="80000"/>
              </a:lnSpc>
              <a:spcBef>
                <a:spcPts val="0"/>
              </a:spcBef>
              <a:spcAft>
                <a:spcPts val="0"/>
              </a:spcAft>
              <a:buClr>
                <a:schemeClr val="dk2"/>
              </a:buClr>
              <a:buSzPts val="1400"/>
              <a:buNone/>
              <a:defRPr sz="1400">
                <a:solidFill>
                  <a:schemeClr val="dk2"/>
                </a:solidFill>
              </a:defRPr>
            </a:lvl8pPr>
            <a:lvl9pPr lvl="8" algn="l">
              <a:lnSpc>
                <a:spcPct val="80000"/>
              </a:lnSpc>
              <a:spcBef>
                <a:spcPts val="0"/>
              </a:spcBef>
              <a:spcAft>
                <a:spcPts val="0"/>
              </a:spcAft>
              <a:buClr>
                <a:schemeClr val="dk2"/>
              </a:buClr>
              <a:buSzPts val="1400"/>
              <a:buNone/>
              <a:defRPr sz="1400">
                <a:solidFill>
                  <a:schemeClr val="dk2"/>
                </a:solidFill>
              </a:defRPr>
            </a:lvl9pPr>
          </a:lstStyle>
          <a:p/>
        </p:txBody>
      </p:sp>
      <p:sp>
        <p:nvSpPr>
          <p:cNvPr id="640" name="Google Shape;640;p59"/>
          <p:cNvSpPr/>
          <p:nvPr/>
        </p:nvSpPr>
        <p:spPr>
          <a:xfrm>
            <a:off x="395075"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641" name="Google Shape;641;p59"/>
          <p:cNvSpPr/>
          <p:nvPr/>
        </p:nvSpPr>
        <p:spPr>
          <a:xfrm>
            <a:off x="528679" y="4105324"/>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2" name="Google Shape;642;p59"/>
          <p:cNvSpPr/>
          <p:nvPr/>
        </p:nvSpPr>
        <p:spPr>
          <a:xfrm>
            <a:off x="528679" y="4421846"/>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3" name="Google Shape;643;p59"/>
          <p:cNvSpPr/>
          <p:nvPr/>
        </p:nvSpPr>
        <p:spPr>
          <a:xfrm>
            <a:off x="528679" y="3784486"/>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4" name="Google Shape;644;p59"/>
          <p:cNvSpPr/>
          <p:nvPr/>
        </p:nvSpPr>
        <p:spPr>
          <a:xfrm>
            <a:off x="3801978" y="1093700"/>
            <a:ext cx="1523100" cy="36804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645" name="Google Shape;645;p59"/>
          <p:cNvSpPr/>
          <p:nvPr/>
        </p:nvSpPr>
        <p:spPr>
          <a:xfrm>
            <a:off x="524059" y="121183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CONNECT</a:t>
            </a:r>
            <a:endParaRPr sz="700">
              <a:solidFill>
                <a:srgbClr val="FFFFFF"/>
              </a:solidFill>
              <a:latin typeface="Roboto Mono Medium"/>
              <a:ea typeface="Roboto Mono Medium"/>
              <a:cs typeface="Roboto Mono Medium"/>
              <a:sym typeface="Roboto Mono Medium"/>
            </a:endParaRPr>
          </a:p>
        </p:txBody>
      </p:sp>
      <p:sp>
        <p:nvSpPr>
          <p:cNvPr id="646" name="Google Shape;646;p59"/>
          <p:cNvSpPr/>
          <p:nvPr/>
        </p:nvSpPr>
        <p:spPr>
          <a:xfrm>
            <a:off x="5492776"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647" name="Google Shape;647;p59"/>
          <p:cNvSpPr/>
          <p:nvPr/>
        </p:nvSpPr>
        <p:spPr>
          <a:xfrm>
            <a:off x="2096090"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648" name="Google Shape;648;p59"/>
          <p:cNvSpPr/>
          <p:nvPr/>
        </p:nvSpPr>
        <p:spPr>
          <a:xfrm>
            <a:off x="7199174"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649" name="Google Shape;649;p59"/>
          <p:cNvSpPr/>
          <p:nvPr/>
        </p:nvSpPr>
        <p:spPr>
          <a:xfrm>
            <a:off x="3935532" y="121183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PROTECT</a:t>
            </a:r>
            <a:endParaRPr sz="700">
              <a:solidFill>
                <a:srgbClr val="FFFFFF"/>
              </a:solidFill>
              <a:latin typeface="Roboto Mono Medium"/>
              <a:ea typeface="Roboto Mono Medium"/>
              <a:cs typeface="Roboto Mono Medium"/>
              <a:sym typeface="Roboto Mono Medium"/>
            </a:endParaRPr>
          </a:p>
        </p:txBody>
      </p:sp>
      <p:sp>
        <p:nvSpPr>
          <p:cNvPr id="650" name="Google Shape;650;p59"/>
          <p:cNvSpPr/>
          <p:nvPr/>
        </p:nvSpPr>
        <p:spPr>
          <a:xfrm>
            <a:off x="5628871" y="1211830"/>
            <a:ext cx="449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BOOST</a:t>
            </a:r>
            <a:endParaRPr sz="700">
              <a:solidFill>
                <a:srgbClr val="FFFFFF"/>
              </a:solidFill>
              <a:latin typeface="Roboto Mono Medium"/>
              <a:ea typeface="Roboto Mono Medium"/>
              <a:cs typeface="Roboto Mono Medium"/>
              <a:sym typeface="Roboto Mono Medium"/>
            </a:endParaRPr>
          </a:p>
        </p:txBody>
      </p:sp>
      <p:sp>
        <p:nvSpPr>
          <p:cNvPr id="651" name="Google Shape;651;p59"/>
          <p:cNvSpPr/>
          <p:nvPr/>
        </p:nvSpPr>
        <p:spPr>
          <a:xfrm>
            <a:off x="2234962" y="1211830"/>
            <a:ext cx="3873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MOVE</a:t>
            </a:r>
            <a:endParaRPr sz="700">
              <a:solidFill>
                <a:srgbClr val="FFFFFF"/>
              </a:solidFill>
              <a:latin typeface="Roboto Mono Medium"/>
              <a:ea typeface="Roboto Mono Medium"/>
              <a:cs typeface="Roboto Mono Medium"/>
              <a:sym typeface="Roboto Mono Medium"/>
            </a:endParaRPr>
          </a:p>
        </p:txBody>
      </p:sp>
      <p:sp>
        <p:nvSpPr>
          <p:cNvPr id="652" name="Google Shape;652;p59"/>
          <p:cNvSpPr/>
          <p:nvPr/>
        </p:nvSpPr>
        <p:spPr>
          <a:xfrm>
            <a:off x="7340281" y="1211830"/>
            <a:ext cx="5259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MANAGE</a:t>
            </a:r>
            <a:endParaRPr sz="700">
              <a:solidFill>
                <a:srgbClr val="FFFFFF"/>
              </a:solidFill>
              <a:latin typeface="Roboto Mono Medium"/>
              <a:ea typeface="Roboto Mono Medium"/>
              <a:cs typeface="Roboto Mono Medium"/>
              <a:sym typeface="Roboto Mono Medium"/>
            </a:endParaRPr>
          </a:p>
        </p:txBody>
      </p:sp>
      <p:sp>
        <p:nvSpPr>
          <p:cNvPr id="653" name="Google Shape;653;p59"/>
          <p:cNvSpPr txBox="1"/>
          <p:nvPr/>
        </p:nvSpPr>
        <p:spPr>
          <a:xfrm>
            <a:off x="3940362" y="159577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Master fraud, risk and compliance </a:t>
            </a:r>
            <a:endParaRPr sz="1000">
              <a:solidFill>
                <a:srgbClr val="272832"/>
              </a:solidFill>
              <a:latin typeface="Roboto Mono Medium"/>
              <a:ea typeface="Roboto Mono Medium"/>
              <a:cs typeface="Roboto Mono Medium"/>
              <a:sym typeface="Roboto Mono Medium"/>
            </a:endParaRPr>
          </a:p>
        </p:txBody>
      </p:sp>
      <p:sp>
        <p:nvSpPr>
          <p:cNvPr id="654" name="Google Shape;654;p59"/>
          <p:cNvSpPr txBox="1"/>
          <p:nvPr/>
        </p:nvSpPr>
        <p:spPr>
          <a:xfrm>
            <a:off x="5629324" y="1595775"/>
            <a:ext cx="1077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Payments to power your performance</a:t>
            </a:r>
            <a:endParaRPr sz="1000">
              <a:solidFill>
                <a:srgbClr val="272832"/>
              </a:solidFill>
              <a:latin typeface="Roboto Mono Medium"/>
              <a:ea typeface="Roboto Mono Medium"/>
              <a:cs typeface="Roboto Mono Medium"/>
              <a:sym typeface="Roboto Mono Medium"/>
            </a:endParaRPr>
          </a:p>
        </p:txBody>
      </p:sp>
      <p:sp>
        <p:nvSpPr>
          <p:cNvPr id="655" name="Google Shape;655;p59"/>
          <p:cNvSpPr txBox="1"/>
          <p:nvPr/>
        </p:nvSpPr>
        <p:spPr>
          <a:xfrm>
            <a:off x="7338158" y="159577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Control how money moves worldwide</a:t>
            </a:r>
            <a:endParaRPr sz="1000">
              <a:solidFill>
                <a:srgbClr val="272832"/>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000">
              <a:solidFill>
                <a:srgbClr val="272832"/>
              </a:solidFill>
              <a:latin typeface="Roboto Mono Medium"/>
              <a:ea typeface="Roboto Mono Medium"/>
              <a:cs typeface="Roboto Mono Medium"/>
              <a:sym typeface="Roboto Mono Medium"/>
            </a:endParaRPr>
          </a:p>
        </p:txBody>
      </p:sp>
      <p:sp>
        <p:nvSpPr>
          <p:cNvPr id="656" name="Google Shape;656;p59"/>
          <p:cNvSpPr/>
          <p:nvPr/>
        </p:nvSpPr>
        <p:spPr>
          <a:xfrm>
            <a:off x="528679" y="3142406"/>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7" name="Google Shape;657;p59"/>
          <p:cNvSpPr txBox="1"/>
          <p:nvPr/>
        </p:nvSpPr>
        <p:spPr>
          <a:xfrm>
            <a:off x="733101" y="4179067"/>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MOBILE SDK</a:t>
            </a:r>
            <a:endParaRPr b="1" sz="550">
              <a:solidFill>
                <a:srgbClr val="000000"/>
              </a:solidFill>
            </a:endParaRPr>
          </a:p>
        </p:txBody>
      </p:sp>
      <p:sp>
        <p:nvSpPr>
          <p:cNvPr id="658" name="Google Shape;658;p59"/>
          <p:cNvSpPr txBox="1"/>
          <p:nvPr/>
        </p:nvSpPr>
        <p:spPr>
          <a:xfrm>
            <a:off x="733101" y="321615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HOSTED PAYMENT PAGE</a:t>
            </a:r>
            <a:endParaRPr b="1" sz="550">
              <a:solidFill>
                <a:srgbClr val="000000"/>
              </a:solidFill>
            </a:endParaRPr>
          </a:p>
        </p:txBody>
      </p:sp>
      <p:sp>
        <p:nvSpPr>
          <p:cNvPr id="659" name="Google Shape;659;p59"/>
          <p:cNvSpPr txBox="1"/>
          <p:nvPr/>
        </p:nvSpPr>
        <p:spPr>
          <a:xfrm>
            <a:off x="733101" y="4495585"/>
            <a:ext cx="9039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UNIFIED PAYMENTS API</a:t>
            </a:r>
            <a:endParaRPr b="1" sz="550">
              <a:solidFill>
                <a:srgbClr val="000000"/>
              </a:solidFill>
              <a:latin typeface="Roboto Mono"/>
              <a:ea typeface="Roboto Mono"/>
              <a:cs typeface="Roboto Mono"/>
              <a:sym typeface="Roboto Mono"/>
            </a:endParaRPr>
          </a:p>
        </p:txBody>
      </p:sp>
      <p:sp>
        <p:nvSpPr>
          <p:cNvPr id="660" name="Google Shape;660;p59"/>
          <p:cNvSpPr/>
          <p:nvPr/>
        </p:nvSpPr>
        <p:spPr>
          <a:xfrm>
            <a:off x="3930431" y="3786697"/>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1" name="Google Shape;661;p59"/>
          <p:cNvSpPr/>
          <p:nvPr/>
        </p:nvSpPr>
        <p:spPr>
          <a:xfrm>
            <a:off x="3930431" y="3465861"/>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2" name="Google Shape;662;p59"/>
          <p:cNvSpPr txBox="1"/>
          <p:nvPr/>
        </p:nvSpPr>
        <p:spPr>
          <a:xfrm>
            <a:off x="4137654" y="3539600"/>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IDENTITY VERIFICATION</a:t>
            </a:r>
            <a:endParaRPr b="1" sz="550">
              <a:solidFill>
                <a:srgbClr val="000000"/>
              </a:solidFill>
            </a:endParaRPr>
          </a:p>
        </p:txBody>
      </p:sp>
      <p:sp>
        <p:nvSpPr>
          <p:cNvPr id="663" name="Google Shape;663;p59"/>
          <p:cNvSpPr txBox="1"/>
          <p:nvPr/>
        </p:nvSpPr>
        <p:spPr>
          <a:xfrm>
            <a:off x="4137654"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DISPUTES</a:t>
            </a:r>
            <a:endParaRPr b="1" sz="550">
              <a:solidFill>
                <a:srgbClr val="000000"/>
              </a:solidFill>
            </a:endParaRPr>
          </a:p>
        </p:txBody>
      </p:sp>
      <p:sp>
        <p:nvSpPr>
          <p:cNvPr id="664" name="Google Shape;664;p59"/>
          <p:cNvSpPr/>
          <p:nvPr/>
        </p:nvSpPr>
        <p:spPr>
          <a:xfrm>
            <a:off x="3930431" y="2823784"/>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5" name="Google Shape;665;p59"/>
          <p:cNvSpPr/>
          <p:nvPr/>
        </p:nvSpPr>
        <p:spPr>
          <a:xfrm>
            <a:off x="5626204" y="3465852"/>
            <a:ext cx="1272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6" name="Google Shape;666;p59"/>
          <p:cNvSpPr/>
          <p:nvPr/>
        </p:nvSpPr>
        <p:spPr>
          <a:xfrm>
            <a:off x="5621851" y="2823784"/>
            <a:ext cx="1272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7" name="Google Shape;667;p59"/>
          <p:cNvSpPr txBox="1"/>
          <p:nvPr/>
        </p:nvSpPr>
        <p:spPr>
          <a:xfrm>
            <a:off x="5835135"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INTELLIGENT ACCEPTANCE</a:t>
            </a:r>
            <a:endParaRPr b="1" sz="550">
              <a:solidFill>
                <a:srgbClr val="000000"/>
              </a:solidFill>
            </a:endParaRPr>
          </a:p>
        </p:txBody>
      </p:sp>
      <p:sp>
        <p:nvSpPr>
          <p:cNvPr id="668" name="Google Shape;668;p59"/>
          <p:cNvSpPr/>
          <p:nvPr/>
        </p:nvSpPr>
        <p:spPr>
          <a:xfrm>
            <a:off x="5626204" y="3142423"/>
            <a:ext cx="1272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9" name="Google Shape;669;p59"/>
          <p:cNvSpPr txBox="1"/>
          <p:nvPr/>
        </p:nvSpPr>
        <p:spPr>
          <a:xfrm>
            <a:off x="5835135"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NETWORK TOKENS</a:t>
            </a:r>
            <a:endParaRPr b="1" sz="550">
              <a:solidFill>
                <a:srgbClr val="000000"/>
              </a:solidFill>
            </a:endParaRPr>
          </a:p>
        </p:txBody>
      </p:sp>
      <p:sp>
        <p:nvSpPr>
          <p:cNvPr id="670" name="Google Shape;670;p59"/>
          <p:cNvSpPr txBox="1"/>
          <p:nvPr/>
        </p:nvSpPr>
        <p:spPr>
          <a:xfrm>
            <a:off x="5835143" y="3521211"/>
            <a:ext cx="747600" cy="13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None/>
            </a:pPr>
            <a:r>
              <a:rPr b="1" lang="en" sz="550">
                <a:solidFill>
                  <a:srgbClr val="000000"/>
                </a:solidFill>
                <a:latin typeface="Roboto Mono"/>
                <a:ea typeface="Roboto Mono"/>
                <a:cs typeface="Roboto Mono"/>
                <a:sym typeface="Roboto Mono"/>
              </a:rPr>
              <a:t>REAL TIME </a:t>
            </a:r>
            <a:br>
              <a:rPr b="1" lang="en" sz="550">
                <a:solidFill>
                  <a:srgbClr val="000000"/>
                </a:solidFill>
                <a:latin typeface="Roboto Mono"/>
                <a:ea typeface="Roboto Mono"/>
                <a:cs typeface="Roboto Mono"/>
                <a:sym typeface="Roboto Mono"/>
              </a:rPr>
            </a:br>
            <a:r>
              <a:rPr b="1" lang="en" sz="550">
                <a:solidFill>
                  <a:srgbClr val="000000"/>
                </a:solidFill>
                <a:latin typeface="Roboto Mono"/>
                <a:ea typeface="Roboto Mono"/>
                <a:cs typeface="Roboto Mono"/>
                <a:sym typeface="Roboto Mono"/>
              </a:rPr>
              <a:t>ACCOUNT UPDATER</a:t>
            </a:r>
            <a:endParaRPr b="1" sz="550">
              <a:solidFill>
                <a:srgbClr val="000000"/>
              </a:solidFill>
            </a:endParaRPr>
          </a:p>
        </p:txBody>
      </p:sp>
      <p:sp>
        <p:nvSpPr>
          <p:cNvPr id="671" name="Google Shape;671;p59"/>
          <p:cNvSpPr/>
          <p:nvPr/>
        </p:nvSpPr>
        <p:spPr>
          <a:xfrm>
            <a:off x="3930417" y="3142427"/>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2" name="Google Shape;672;p59"/>
          <p:cNvSpPr/>
          <p:nvPr/>
        </p:nvSpPr>
        <p:spPr>
          <a:xfrm>
            <a:off x="7339605" y="2823784"/>
            <a:ext cx="1260300" cy="2295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3" name="Google Shape;673;p59"/>
          <p:cNvSpPr txBox="1"/>
          <p:nvPr/>
        </p:nvSpPr>
        <p:spPr>
          <a:xfrm>
            <a:off x="7550797" y="2897524"/>
            <a:ext cx="8286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DASHBOARD</a:t>
            </a:r>
            <a:endParaRPr b="1" sz="550">
              <a:solidFill>
                <a:srgbClr val="000000"/>
              </a:solidFill>
            </a:endParaRPr>
          </a:p>
        </p:txBody>
      </p:sp>
      <p:sp>
        <p:nvSpPr>
          <p:cNvPr id="674" name="Google Shape;674;p59"/>
          <p:cNvSpPr/>
          <p:nvPr/>
        </p:nvSpPr>
        <p:spPr>
          <a:xfrm>
            <a:off x="7339605" y="3142422"/>
            <a:ext cx="1260300" cy="2295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5" name="Google Shape;675;p59"/>
          <p:cNvSpPr txBox="1"/>
          <p:nvPr/>
        </p:nvSpPr>
        <p:spPr>
          <a:xfrm>
            <a:off x="7550797" y="3216166"/>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BUSINESS ACCOUNT</a:t>
            </a:r>
            <a:endParaRPr b="1" sz="550">
              <a:solidFill>
                <a:srgbClr val="000000"/>
              </a:solidFill>
              <a:latin typeface="Roboto Mono"/>
              <a:ea typeface="Roboto Mono"/>
              <a:cs typeface="Roboto Mono"/>
              <a:sym typeface="Roboto Mono"/>
            </a:endParaRPr>
          </a:p>
        </p:txBody>
      </p:sp>
      <p:sp>
        <p:nvSpPr>
          <p:cNvPr id="676" name="Google Shape;676;p59"/>
          <p:cNvSpPr/>
          <p:nvPr/>
        </p:nvSpPr>
        <p:spPr>
          <a:xfrm>
            <a:off x="3934126" y="4103216"/>
            <a:ext cx="1269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7" name="Google Shape;677;p59"/>
          <p:cNvSpPr txBox="1"/>
          <p:nvPr/>
        </p:nvSpPr>
        <p:spPr>
          <a:xfrm>
            <a:off x="4137654" y="417695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VAULT</a:t>
            </a:r>
            <a:endParaRPr b="1" sz="550">
              <a:solidFill>
                <a:srgbClr val="000000"/>
              </a:solidFill>
            </a:endParaRPr>
          </a:p>
        </p:txBody>
      </p:sp>
      <p:sp>
        <p:nvSpPr>
          <p:cNvPr id="678" name="Google Shape;678;p59"/>
          <p:cNvSpPr/>
          <p:nvPr/>
        </p:nvSpPr>
        <p:spPr>
          <a:xfrm>
            <a:off x="528679" y="3461050"/>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9" name="Google Shape;679;p59"/>
          <p:cNvSpPr txBox="1"/>
          <p:nvPr/>
        </p:nvSpPr>
        <p:spPr>
          <a:xfrm>
            <a:off x="733101" y="3858231"/>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PAYMENT LINKS</a:t>
            </a:r>
            <a:endParaRPr b="1" sz="550">
              <a:solidFill>
                <a:srgbClr val="000000"/>
              </a:solidFill>
            </a:endParaRPr>
          </a:p>
        </p:txBody>
      </p:sp>
      <p:sp>
        <p:nvSpPr>
          <p:cNvPr id="680" name="Google Shape;680;p59"/>
          <p:cNvSpPr/>
          <p:nvPr/>
        </p:nvSpPr>
        <p:spPr>
          <a:xfrm>
            <a:off x="7339605" y="3465852"/>
            <a:ext cx="1260300" cy="2295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1" name="Google Shape;681;p59"/>
          <p:cNvSpPr txBox="1"/>
          <p:nvPr/>
        </p:nvSpPr>
        <p:spPr>
          <a:xfrm>
            <a:off x="7550797" y="3539600"/>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TREASURY &amp; FX</a:t>
            </a:r>
            <a:endParaRPr b="1" sz="550">
              <a:solidFill>
                <a:srgbClr val="000000"/>
              </a:solidFill>
            </a:endParaRPr>
          </a:p>
        </p:txBody>
      </p:sp>
      <p:pic>
        <p:nvPicPr>
          <p:cNvPr id="682" name="Google Shape;682;p59"/>
          <p:cNvPicPr preferRelativeResize="0"/>
          <p:nvPr/>
        </p:nvPicPr>
        <p:blipFill rotWithShape="1">
          <a:blip r:embed="rId2">
            <a:alphaModFix/>
          </a:blip>
          <a:srcRect b="0" l="603" r="603" t="0"/>
          <a:stretch/>
        </p:blipFill>
        <p:spPr>
          <a:xfrm>
            <a:off x="3984722" y="2889486"/>
            <a:ext cx="115875" cy="115875"/>
          </a:xfrm>
          <a:prstGeom prst="rect">
            <a:avLst/>
          </a:prstGeom>
          <a:noFill/>
          <a:ln>
            <a:noFill/>
          </a:ln>
        </p:spPr>
      </p:pic>
      <p:pic>
        <p:nvPicPr>
          <p:cNvPr id="683" name="Google Shape;683;p59"/>
          <p:cNvPicPr preferRelativeResize="0"/>
          <p:nvPr/>
        </p:nvPicPr>
        <p:blipFill rotWithShape="1">
          <a:blip r:embed="rId3">
            <a:alphaModFix/>
          </a:blip>
          <a:srcRect b="0" l="505" r="495" t="0"/>
          <a:stretch/>
        </p:blipFill>
        <p:spPr>
          <a:xfrm>
            <a:off x="3984621" y="3531561"/>
            <a:ext cx="115875" cy="115875"/>
          </a:xfrm>
          <a:prstGeom prst="rect">
            <a:avLst/>
          </a:prstGeom>
          <a:noFill/>
          <a:ln>
            <a:noFill/>
          </a:ln>
        </p:spPr>
      </p:pic>
      <p:pic>
        <p:nvPicPr>
          <p:cNvPr id="684" name="Google Shape;684;p59"/>
          <p:cNvPicPr preferRelativeResize="0"/>
          <p:nvPr/>
        </p:nvPicPr>
        <p:blipFill rotWithShape="1">
          <a:blip r:embed="rId4">
            <a:alphaModFix/>
          </a:blip>
          <a:srcRect b="0" l="583" r="593" t="0"/>
          <a:stretch/>
        </p:blipFill>
        <p:spPr>
          <a:xfrm>
            <a:off x="3984749" y="3852441"/>
            <a:ext cx="115875" cy="115875"/>
          </a:xfrm>
          <a:prstGeom prst="rect">
            <a:avLst/>
          </a:prstGeom>
          <a:noFill/>
          <a:ln>
            <a:noFill/>
          </a:ln>
        </p:spPr>
      </p:pic>
      <p:pic>
        <p:nvPicPr>
          <p:cNvPr id="685" name="Google Shape;685;p59"/>
          <p:cNvPicPr preferRelativeResize="0"/>
          <p:nvPr/>
        </p:nvPicPr>
        <p:blipFill rotWithShape="1">
          <a:blip r:embed="rId5">
            <a:alphaModFix/>
          </a:blip>
          <a:srcRect b="0" l="603" r="603" t="0"/>
          <a:stretch/>
        </p:blipFill>
        <p:spPr>
          <a:xfrm>
            <a:off x="5673060" y="3208128"/>
            <a:ext cx="115875" cy="115875"/>
          </a:xfrm>
          <a:prstGeom prst="rect">
            <a:avLst/>
          </a:prstGeom>
          <a:noFill/>
          <a:ln>
            <a:noFill/>
          </a:ln>
        </p:spPr>
      </p:pic>
      <p:pic>
        <p:nvPicPr>
          <p:cNvPr id="686" name="Google Shape;686;p59"/>
          <p:cNvPicPr preferRelativeResize="0"/>
          <p:nvPr/>
        </p:nvPicPr>
        <p:blipFill rotWithShape="1">
          <a:blip r:embed="rId6">
            <a:alphaModFix/>
          </a:blip>
          <a:srcRect b="0" l="485" r="485" t="0"/>
          <a:stretch/>
        </p:blipFill>
        <p:spPr>
          <a:xfrm>
            <a:off x="5672844" y="2889384"/>
            <a:ext cx="115875" cy="115875"/>
          </a:xfrm>
          <a:prstGeom prst="rect">
            <a:avLst/>
          </a:prstGeom>
          <a:noFill/>
          <a:ln>
            <a:noFill/>
          </a:ln>
        </p:spPr>
      </p:pic>
      <p:pic>
        <p:nvPicPr>
          <p:cNvPr id="687" name="Google Shape;687;p59"/>
          <p:cNvPicPr preferRelativeResize="0"/>
          <p:nvPr/>
        </p:nvPicPr>
        <p:blipFill rotWithShape="1">
          <a:blip r:embed="rId7">
            <a:alphaModFix/>
          </a:blip>
          <a:srcRect b="0" l="603" r="603" t="0"/>
          <a:stretch/>
        </p:blipFill>
        <p:spPr>
          <a:xfrm>
            <a:off x="5673060" y="3531561"/>
            <a:ext cx="115875" cy="115875"/>
          </a:xfrm>
          <a:prstGeom prst="rect">
            <a:avLst/>
          </a:prstGeom>
          <a:noFill/>
          <a:ln>
            <a:noFill/>
          </a:ln>
        </p:spPr>
      </p:pic>
      <p:pic>
        <p:nvPicPr>
          <p:cNvPr id="688" name="Google Shape;688;p59"/>
          <p:cNvPicPr preferRelativeResize="0"/>
          <p:nvPr/>
        </p:nvPicPr>
        <p:blipFill rotWithShape="1">
          <a:blip r:embed="rId8">
            <a:alphaModFix/>
          </a:blip>
          <a:srcRect b="0" l="505" r="495" t="0"/>
          <a:stretch/>
        </p:blipFill>
        <p:spPr>
          <a:xfrm>
            <a:off x="3984621" y="3208128"/>
            <a:ext cx="115875" cy="115875"/>
          </a:xfrm>
          <a:prstGeom prst="rect">
            <a:avLst/>
          </a:prstGeom>
          <a:noFill/>
          <a:ln>
            <a:noFill/>
          </a:ln>
        </p:spPr>
      </p:pic>
      <p:sp>
        <p:nvSpPr>
          <p:cNvPr id="689" name="Google Shape;689;p59"/>
          <p:cNvSpPr/>
          <p:nvPr/>
        </p:nvSpPr>
        <p:spPr>
          <a:xfrm>
            <a:off x="2236908" y="3465856"/>
            <a:ext cx="12606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0" name="Google Shape;690;p59"/>
          <p:cNvSpPr txBox="1"/>
          <p:nvPr/>
        </p:nvSpPr>
        <p:spPr>
          <a:xfrm>
            <a:off x="2445090" y="3539600"/>
            <a:ext cx="9885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ISSUING</a:t>
            </a:r>
            <a:endParaRPr b="1" sz="550">
              <a:solidFill>
                <a:srgbClr val="000000"/>
              </a:solidFill>
            </a:endParaRPr>
          </a:p>
        </p:txBody>
      </p:sp>
      <p:pic>
        <p:nvPicPr>
          <p:cNvPr id="691" name="Google Shape;691;p59"/>
          <p:cNvPicPr preferRelativeResize="0"/>
          <p:nvPr/>
        </p:nvPicPr>
        <p:blipFill rotWithShape="1">
          <a:blip r:embed="rId9">
            <a:alphaModFix/>
          </a:blip>
          <a:srcRect b="0" l="603" r="603" t="0"/>
          <a:stretch/>
        </p:blipFill>
        <p:spPr>
          <a:xfrm>
            <a:off x="2296227" y="3531561"/>
            <a:ext cx="115875" cy="115875"/>
          </a:xfrm>
          <a:prstGeom prst="rect">
            <a:avLst/>
          </a:prstGeom>
          <a:noFill/>
          <a:ln>
            <a:noFill/>
          </a:ln>
        </p:spPr>
      </p:pic>
      <p:sp>
        <p:nvSpPr>
          <p:cNvPr id="692" name="Google Shape;692;p59"/>
          <p:cNvSpPr/>
          <p:nvPr/>
        </p:nvSpPr>
        <p:spPr>
          <a:xfrm>
            <a:off x="2236908" y="3786689"/>
            <a:ext cx="12606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3" name="Google Shape;693;p59"/>
          <p:cNvSpPr txBox="1"/>
          <p:nvPr/>
        </p:nvSpPr>
        <p:spPr>
          <a:xfrm>
            <a:off x="2445090"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PAYOUTS</a:t>
            </a:r>
            <a:endParaRPr b="1" sz="550">
              <a:solidFill>
                <a:srgbClr val="000000"/>
              </a:solidFill>
            </a:endParaRPr>
          </a:p>
        </p:txBody>
      </p:sp>
      <p:pic>
        <p:nvPicPr>
          <p:cNvPr id="694" name="Google Shape;694;p59"/>
          <p:cNvPicPr preferRelativeResize="0"/>
          <p:nvPr/>
        </p:nvPicPr>
        <p:blipFill rotWithShape="1">
          <a:blip r:embed="rId10">
            <a:alphaModFix/>
          </a:blip>
          <a:srcRect b="0" l="505" r="495" t="0"/>
          <a:stretch/>
        </p:blipFill>
        <p:spPr>
          <a:xfrm>
            <a:off x="2296126" y="3852396"/>
            <a:ext cx="115875" cy="115875"/>
          </a:xfrm>
          <a:prstGeom prst="rect">
            <a:avLst/>
          </a:prstGeom>
          <a:noFill/>
          <a:ln>
            <a:noFill/>
          </a:ln>
        </p:spPr>
      </p:pic>
      <p:sp>
        <p:nvSpPr>
          <p:cNvPr id="695" name="Google Shape;695;p59"/>
          <p:cNvSpPr/>
          <p:nvPr/>
        </p:nvSpPr>
        <p:spPr>
          <a:xfrm>
            <a:off x="2236908" y="2823784"/>
            <a:ext cx="12603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6" name="Google Shape;696;p59"/>
          <p:cNvSpPr txBox="1"/>
          <p:nvPr/>
        </p:nvSpPr>
        <p:spPr>
          <a:xfrm>
            <a:off x="2445090" y="2897524"/>
            <a:ext cx="935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ACQUIRING</a:t>
            </a:r>
            <a:endParaRPr b="1" sz="550">
              <a:solidFill>
                <a:srgbClr val="000000"/>
              </a:solidFill>
            </a:endParaRPr>
          </a:p>
        </p:txBody>
      </p:sp>
      <p:pic>
        <p:nvPicPr>
          <p:cNvPr id="697" name="Google Shape;697;p59"/>
          <p:cNvPicPr preferRelativeResize="0"/>
          <p:nvPr/>
        </p:nvPicPr>
        <p:blipFill rotWithShape="1">
          <a:blip r:embed="rId11">
            <a:alphaModFix/>
          </a:blip>
          <a:srcRect b="2714" l="0" r="0" t="2714"/>
          <a:stretch/>
        </p:blipFill>
        <p:spPr>
          <a:xfrm>
            <a:off x="2296254" y="2889530"/>
            <a:ext cx="96884" cy="98036"/>
          </a:xfrm>
          <a:prstGeom prst="rect">
            <a:avLst/>
          </a:prstGeom>
          <a:noFill/>
          <a:ln>
            <a:noFill/>
          </a:ln>
        </p:spPr>
      </p:pic>
      <p:pic>
        <p:nvPicPr>
          <p:cNvPr id="698" name="Google Shape;698;p59"/>
          <p:cNvPicPr preferRelativeResize="0"/>
          <p:nvPr/>
        </p:nvPicPr>
        <p:blipFill rotWithShape="1">
          <a:blip r:embed="rId12">
            <a:alphaModFix/>
          </a:blip>
          <a:srcRect b="0" l="710" r="710" t="0"/>
          <a:stretch/>
        </p:blipFill>
        <p:spPr>
          <a:xfrm>
            <a:off x="7395714" y="2889384"/>
            <a:ext cx="115875" cy="115875"/>
          </a:xfrm>
          <a:prstGeom prst="rect">
            <a:avLst/>
          </a:prstGeom>
          <a:noFill/>
          <a:ln>
            <a:noFill/>
          </a:ln>
        </p:spPr>
      </p:pic>
      <p:pic>
        <p:nvPicPr>
          <p:cNvPr id="699" name="Google Shape;699;p59"/>
          <p:cNvPicPr preferRelativeResize="0"/>
          <p:nvPr/>
        </p:nvPicPr>
        <p:blipFill rotWithShape="1">
          <a:blip r:embed="rId13">
            <a:alphaModFix/>
          </a:blip>
          <a:srcRect b="0" l="583" r="593" t="0"/>
          <a:stretch/>
        </p:blipFill>
        <p:spPr>
          <a:xfrm>
            <a:off x="7395744" y="3208175"/>
            <a:ext cx="115875" cy="115875"/>
          </a:xfrm>
          <a:prstGeom prst="rect">
            <a:avLst/>
          </a:prstGeom>
          <a:noFill/>
          <a:ln>
            <a:noFill/>
          </a:ln>
        </p:spPr>
      </p:pic>
      <p:sp>
        <p:nvSpPr>
          <p:cNvPr id="700" name="Google Shape;700;p59"/>
          <p:cNvSpPr/>
          <p:nvPr/>
        </p:nvSpPr>
        <p:spPr>
          <a:xfrm>
            <a:off x="2236908" y="3142424"/>
            <a:ext cx="12606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1" name="Google Shape;701;p59"/>
          <p:cNvSpPr txBox="1"/>
          <p:nvPr/>
        </p:nvSpPr>
        <p:spPr>
          <a:xfrm>
            <a:off x="2445090" y="3216166"/>
            <a:ext cx="94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PAYMENT METHODS</a:t>
            </a:r>
            <a:endParaRPr b="1" sz="550">
              <a:solidFill>
                <a:srgbClr val="000000"/>
              </a:solidFill>
            </a:endParaRPr>
          </a:p>
        </p:txBody>
      </p:sp>
      <p:pic>
        <p:nvPicPr>
          <p:cNvPr id="702" name="Google Shape;702;p59"/>
          <p:cNvPicPr preferRelativeResize="0"/>
          <p:nvPr/>
        </p:nvPicPr>
        <p:blipFill rotWithShape="1">
          <a:blip r:embed="rId14">
            <a:alphaModFix/>
          </a:blip>
          <a:srcRect b="0" l="583" r="593" t="0"/>
          <a:stretch/>
        </p:blipFill>
        <p:spPr>
          <a:xfrm flipH="1">
            <a:off x="2277499" y="3207932"/>
            <a:ext cx="115875" cy="115875"/>
          </a:xfrm>
          <a:prstGeom prst="rect">
            <a:avLst/>
          </a:prstGeom>
          <a:noFill/>
          <a:ln>
            <a:noFill/>
          </a:ln>
        </p:spPr>
      </p:pic>
      <p:pic>
        <p:nvPicPr>
          <p:cNvPr id="703" name="Google Shape;703;p59"/>
          <p:cNvPicPr preferRelativeResize="0"/>
          <p:nvPr/>
        </p:nvPicPr>
        <p:blipFill rotWithShape="1">
          <a:blip r:embed="rId15">
            <a:alphaModFix/>
          </a:blip>
          <a:srcRect b="0" l="583" r="593" t="0"/>
          <a:stretch/>
        </p:blipFill>
        <p:spPr>
          <a:xfrm>
            <a:off x="3984513" y="4168720"/>
            <a:ext cx="115875" cy="115875"/>
          </a:xfrm>
          <a:prstGeom prst="rect">
            <a:avLst/>
          </a:prstGeom>
          <a:noFill/>
          <a:ln>
            <a:noFill/>
          </a:ln>
        </p:spPr>
      </p:pic>
      <p:pic>
        <p:nvPicPr>
          <p:cNvPr id="704" name="Google Shape;704;p59"/>
          <p:cNvPicPr preferRelativeResize="0"/>
          <p:nvPr/>
        </p:nvPicPr>
        <p:blipFill rotWithShape="1">
          <a:blip r:embed="rId16">
            <a:alphaModFix/>
          </a:blip>
          <a:srcRect b="0" l="583" r="593" t="0"/>
          <a:stretch/>
        </p:blipFill>
        <p:spPr>
          <a:xfrm>
            <a:off x="581487" y="4487604"/>
            <a:ext cx="115875" cy="115875"/>
          </a:xfrm>
          <a:prstGeom prst="rect">
            <a:avLst/>
          </a:prstGeom>
          <a:noFill/>
          <a:ln>
            <a:noFill/>
          </a:ln>
        </p:spPr>
      </p:pic>
      <p:pic>
        <p:nvPicPr>
          <p:cNvPr id="705" name="Google Shape;705;p59"/>
          <p:cNvPicPr preferRelativeResize="0"/>
          <p:nvPr/>
        </p:nvPicPr>
        <p:blipFill rotWithShape="1">
          <a:blip r:embed="rId17">
            <a:alphaModFix/>
          </a:blip>
          <a:srcRect b="0" l="583" r="593" t="0"/>
          <a:stretch/>
        </p:blipFill>
        <p:spPr>
          <a:xfrm>
            <a:off x="571458" y="4160933"/>
            <a:ext cx="116914" cy="118317"/>
          </a:xfrm>
          <a:prstGeom prst="rect">
            <a:avLst/>
          </a:prstGeom>
          <a:noFill/>
          <a:ln>
            <a:noFill/>
          </a:ln>
        </p:spPr>
      </p:pic>
      <p:sp>
        <p:nvSpPr>
          <p:cNvPr id="706" name="Google Shape;706;p59"/>
          <p:cNvSpPr txBox="1"/>
          <p:nvPr/>
        </p:nvSpPr>
        <p:spPr>
          <a:xfrm>
            <a:off x="4137654"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272832"/>
                </a:solidFill>
                <a:latin typeface="Roboto Mono"/>
                <a:ea typeface="Roboto Mono"/>
                <a:cs typeface="Roboto Mono"/>
                <a:sym typeface="Roboto Mono"/>
              </a:rPr>
              <a:t>FRAUD DETECTION PRO</a:t>
            </a:r>
            <a:endParaRPr b="1" sz="550">
              <a:solidFill>
                <a:srgbClr val="272832"/>
              </a:solidFill>
            </a:endParaRPr>
          </a:p>
        </p:txBody>
      </p:sp>
      <p:sp>
        <p:nvSpPr>
          <p:cNvPr id="707" name="Google Shape;707;p59"/>
          <p:cNvSpPr txBox="1"/>
          <p:nvPr/>
        </p:nvSpPr>
        <p:spPr>
          <a:xfrm>
            <a:off x="4137654"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AUTHENTICATION</a:t>
            </a:r>
            <a:endParaRPr b="1" sz="550">
              <a:solidFill>
                <a:srgbClr val="000000"/>
              </a:solidFill>
            </a:endParaRPr>
          </a:p>
        </p:txBody>
      </p:sp>
      <p:sp>
        <p:nvSpPr>
          <p:cNvPr id="708" name="Google Shape;708;p59"/>
          <p:cNvSpPr txBox="1"/>
          <p:nvPr/>
        </p:nvSpPr>
        <p:spPr>
          <a:xfrm>
            <a:off x="2234961" y="159575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Simplify</a:t>
            </a:r>
            <a:endParaRPr sz="1000">
              <a:solidFill>
                <a:srgbClr val="272832"/>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global pay-ins and payouts</a:t>
            </a:r>
            <a:endParaRPr sz="1000">
              <a:solidFill>
                <a:srgbClr val="272832"/>
              </a:solidFill>
              <a:latin typeface="Roboto Mono Medium"/>
              <a:ea typeface="Roboto Mono Medium"/>
              <a:cs typeface="Roboto Mono Medium"/>
              <a:sym typeface="Roboto Mono Medium"/>
            </a:endParaRPr>
          </a:p>
        </p:txBody>
      </p:sp>
      <p:sp>
        <p:nvSpPr>
          <p:cNvPr id="709" name="Google Shape;709;p59"/>
          <p:cNvSpPr txBox="1"/>
          <p:nvPr/>
        </p:nvSpPr>
        <p:spPr>
          <a:xfrm>
            <a:off x="733101" y="3534798"/>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PLUGINS</a:t>
            </a:r>
            <a:endParaRPr b="1" sz="550">
              <a:solidFill>
                <a:srgbClr val="000000"/>
              </a:solidFill>
            </a:endParaRPr>
          </a:p>
        </p:txBody>
      </p:sp>
      <p:pic>
        <p:nvPicPr>
          <p:cNvPr id="710" name="Google Shape;710;p59"/>
          <p:cNvPicPr preferRelativeResize="0"/>
          <p:nvPr/>
        </p:nvPicPr>
        <p:blipFill rotWithShape="1">
          <a:blip r:embed="rId18">
            <a:alphaModFix/>
          </a:blip>
          <a:srcRect b="0" l="583" r="593" t="0"/>
          <a:stretch/>
        </p:blipFill>
        <p:spPr>
          <a:xfrm>
            <a:off x="571469" y="3516680"/>
            <a:ext cx="115875" cy="119738"/>
          </a:xfrm>
          <a:prstGeom prst="rect">
            <a:avLst/>
          </a:prstGeom>
          <a:noFill/>
          <a:ln>
            <a:noFill/>
          </a:ln>
        </p:spPr>
      </p:pic>
      <p:pic>
        <p:nvPicPr>
          <p:cNvPr id="711" name="Google Shape;711;p59"/>
          <p:cNvPicPr preferRelativeResize="0"/>
          <p:nvPr/>
        </p:nvPicPr>
        <p:blipFill rotWithShape="1">
          <a:blip r:embed="rId19">
            <a:alphaModFix/>
          </a:blip>
          <a:srcRect b="0" l="1504" r="1494" t="0"/>
          <a:stretch/>
        </p:blipFill>
        <p:spPr>
          <a:xfrm>
            <a:off x="590096" y="3216784"/>
            <a:ext cx="79431" cy="79431"/>
          </a:xfrm>
          <a:prstGeom prst="rect">
            <a:avLst/>
          </a:prstGeom>
          <a:noFill/>
          <a:ln>
            <a:noFill/>
          </a:ln>
        </p:spPr>
      </p:pic>
      <p:pic>
        <p:nvPicPr>
          <p:cNvPr id="712" name="Google Shape;712;p59"/>
          <p:cNvPicPr preferRelativeResize="0"/>
          <p:nvPr/>
        </p:nvPicPr>
        <p:blipFill rotWithShape="1">
          <a:blip r:embed="rId20">
            <a:alphaModFix/>
          </a:blip>
          <a:srcRect b="0" l="593" r="583" t="0"/>
          <a:stretch/>
        </p:blipFill>
        <p:spPr>
          <a:xfrm>
            <a:off x="565002" y="3833569"/>
            <a:ext cx="115875" cy="115875"/>
          </a:xfrm>
          <a:prstGeom prst="rect">
            <a:avLst/>
          </a:prstGeom>
          <a:noFill/>
          <a:ln>
            <a:noFill/>
          </a:ln>
        </p:spPr>
      </p:pic>
      <p:pic>
        <p:nvPicPr>
          <p:cNvPr id="713" name="Google Shape;713;p59"/>
          <p:cNvPicPr preferRelativeResize="0"/>
          <p:nvPr/>
        </p:nvPicPr>
        <p:blipFill rotWithShape="1">
          <a:blip r:embed="rId21">
            <a:alphaModFix/>
          </a:blip>
          <a:srcRect b="0" l="583" r="593" t="0"/>
          <a:stretch/>
        </p:blipFill>
        <p:spPr>
          <a:xfrm>
            <a:off x="7395505" y="3531366"/>
            <a:ext cx="115875" cy="115875"/>
          </a:xfrm>
          <a:prstGeom prst="rect">
            <a:avLst/>
          </a:prstGeom>
          <a:noFill/>
          <a:ln>
            <a:noFill/>
          </a:ln>
        </p:spPr>
      </p:pic>
      <p:sp>
        <p:nvSpPr>
          <p:cNvPr id="714" name="Google Shape;714;p59"/>
          <p:cNvSpPr/>
          <p:nvPr/>
        </p:nvSpPr>
        <p:spPr>
          <a:xfrm>
            <a:off x="528679" y="2821500"/>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Inter"/>
              <a:ea typeface="Inter"/>
              <a:cs typeface="Inter"/>
              <a:sym typeface="Inter"/>
            </a:endParaRPr>
          </a:p>
        </p:txBody>
      </p:sp>
      <p:sp>
        <p:nvSpPr>
          <p:cNvPr id="715" name="Google Shape;715;p59"/>
          <p:cNvSpPr txBox="1"/>
          <p:nvPr/>
        </p:nvSpPr>
        <p:spPr>
          <a:xfrm>
            <a:off x="733100" y="2895246"/>
            <a:ext cx="287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FLOW</a:t>
            </a:r>
            <a:endParaRPr b="1" sz="550">
              <a:solidFill>
                <a:srgbClr val="000000"/>
              </a:solidFill>
            </a:endParaRPr>
          </a:p>
        </p:txBody>
      </p:sp>
      <p:pic>
        <p:nvPicPr>
          <p:cNvPr id="716" name="Google Shape;716;p59"/>
          <p:cNvPicPr preferRelativeResize="0"/>
          <p:nvPr/>
        </p:nvPicPr>
        <p:blipFill rotWithShape="1">
          <a:blip r:embed="rId22">
            <a:alphaModFix/>
          </a:blip>
          <a:srcRect b="0" l="593" r="583" t="0"/>
          <a:stretch/>
        </p:blipFill>
        <p:spPr>
          <a:xfrm>
            <a:off x="566974" y="2883920"/>
            <a:ext cx="115875" cy="115875"/>
          </a:xfrm>
          <a:prstGeom prst="rect">
            <a:avLst/>
          </a:prstGeom>
          <a:noFill/>
          <a:ln>
            <a:noFill/>
          </a:ln>
        </p:spPr>
      </p:pic>
      <p:sp>
        <p:nvSpPr>
          <p:cNvPr id="717" name="Google Shape;717;p59"/>
          <p:cNvSpPr txBox="1"/>
          <p:nvPr/>
        </p:nvSpPr>
        <p:spPr>
          <a:xfrm>
            <a:off x="528675" y="2170500"/>
            <a:ext cx="12300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414248"/>
                </a:solidFill>
                <a:latin typeface="Inter"/>
                <a:ea typeface="Inter"/>
                <a:cs typeface="Inter"/>
                <a:sym typeface="Inter"/>
              </a:rPr>
              <a:t>Flexible options enable businesses to accept payments online – from simple, fast-start methods to full custom integration.</a:t>
            </a:r>
            <a:endParaRPr sz="600">
              <a:solidFill>
                <a:srgbClr val="414248"/>
              </a:solidFill>
              <a:latin typeface="Inter"/>
              <a:ea typeface="Inter"/>
              <a:cs typeface="Inter"/>
              <a:sym typeface="Inter"/>
            </a:endParaRPr>
          </a:p>
          <a:p>
            <a:pPr indent="0" lvl="0" marL="0" rtl="0" algn="l">
              <a:spcBef>
                <a:spcPts val="0"/>
              </a:spcBef>
              <a:spcAft>
                <a:spcPts val="0"/>
              </a:spcAft>
              <a:buNone/>
            </a:pPr>
            <a:r>
              <a:t/>
            </a:r>
            <a:endParaRPr sz="600">
              <a:solidFill>
                <a:srgbClr val="414248"/>
              </a:solidFill>
              <a:latin typeface="Inter"/>
              <a:ea typeface="Inter"/>
              <a:cs typeface="Inter"/>
              <a:sym typeface="Inter"/>
            </a:endParaRPr>
          </a:p>
        </p:txBody>
      </p:sp>
      <p:sp>
        <p:nvSpPr>
          <p:cNvPr id="718" name="Google Shape;718;p59"/>
          <p:cNvSpPr txBox="1"/>
          <p:nvPr/>
        </p:nvSpPr>
        <p:spPr>
          <a:xfrm>
            <a:off x="3931663" y="2170500"/>
            <a:ext cx="10782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414248"/>
                </a:solidFill>
                <a:latin typeface="Inter"/>
                <a:ea typeface="Inter"/>
                <a:cs typeface="Inter"/>
                <a:sym typeface="Inter"/>
              </a:rPr>
              <a:t>Combat fraud with AI trained on billions of transactions that flow across our network – built to keep you compliant with changing regulatory standards. </a:t>
            </a:r>
            <a:endParaRPr sz="600">
              <a:solidFill>
                <a:srgbClr val="414248"/>
              </a:solidFill>
              <a:latin typeface="Inter"/>
              <a:ea typeface="Inter"/>
              <a:cs typeface="Inter"/>
              <a:sym typeface="Inter"/>
            </a:endParaRPr>
          </a:p>
          <a:p>
            <a:pPr indent="0" lvl="0" marL="0" rtl="0" algn="l">
              <a:spcBef>
                <a:spcPts val="0"/>
              </a:spcBef>
              <a:spcAft>
                <a:spcPts val="0"/>
              </a:spcAft>
              <a:buNone/>
            </a:pPr>
            <a:r>
              <a:t/>
            </a:r>
            <a:endParaRPr sz="600">
              <a:solidFill>
                <a:srgbClr val="414248"/>
              </a:solidFill>
              <a:latin typeface="Inter"/>
              <a:ea typeface="Inter"/>
              <a:cs typeface="Inter"/>
              <a:sym typeface="Inter"/>
            </a:endParaRPr>
          </a:p>
        </p:txBody>
      </p:sp>
      <p:sp>
        <p:nvSpPr>
          <p:cNvPr id="719" name="Google Shape;719;p59"/>
          <p:cNvSpPr txBox="1"/>
          <p:nvPr/>
        </p:nvSpPr>
        <p:spPr>
          <a:xfrm>
            <a:off x="5628875" y="2170525"/>
            <a:ext cx="12138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414248"/>
                </a:solidFill>
                <a:latin typeface="Inter"/>
                <a:ea typeface="Inter"/>
                <a:cs typeface="Inter"/>
                <a:sym typeface="Inter"/>
              </a:rPr>
              <a:t>Leverage AI and deep payment expertise to unlock revenue with the latest payment optimizations.</a:t>
            </a:r>
            <a:endParaRPr sz="600">
              <a:solidFill>
                <a:srgbClr val="414248"/>
              </a:solidFill>
              <a:latin typeface="Inter"/>
              <a:ea typeface="Inter"/>
              <a:cs typeface="Inter"/>
              <a:sym typeface="Inter"/>
            </a:endParaRPr>
          </a:p>
          <a:p>
            <a:pPr indent="0" lvl="0" marL="0" rtl="0" algn="l">
              <a:spcBef>
                <a:spcPts val="0"/>
              </a:spcBef>
              <a:spcAft>
                <a:spcPts val="0"/>
              </a:spcAft>
              <a:buNone/>
            </a:pPr>
            <a:r>
              <a:t/>
            </a:r>
            <a:endParaRPr sz="600">
              <a:solidFill>
                <a:srgbClr val="414248"/>
              </a:solidFill>
              <a:latin typeface="Inter"/>
              <a:ea typeface="Inter"/>
              <a:cs typeface="Inter"/>
              <a:sym typeface="Inter"/>
            </a:endParaRPr>
          </a:p>
        </p:txBody>
      </p:sp>
      <p:sp>
        <p:nvSpPr>
          <p:cNvPr id="720" name="Google Shape;720;p59"/>
          <p:cNvSpPr txBox="1"/>
          <p:nvPr/>
        </p:nvSpPr>
        <p:spPr>
          <a:xfrm>
            <a:off x="2234950" y="2170500"/>
            <a:ext cx="12138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414248"/>
                </a:solidFill>
                <a:latin typeface="Inter"/>
                <a:ea typeface="Inter"/>
                <a:cs typeface="Inter"/>
                <a:sym typeface="Inter"/>
              </a:rPr>
              <a:t>Reap the benefits of our global network, access local acquiring, and process the digital  payment methods your customers want to use.</a:t>
            </a:r>
            <a:endParaRPr sz="600">
              <a:solidFill>
                <a:srgbClr val="414248"/>
              </a:solidFill>
              <a:latin typeface="Inter"/>
              <a:ea typeface="Inter"/>
              <a:cs typeface="Inter"/>
              <a:sym typeface="Inter"/>
            </a:endParaRPr>
          </a:p>
          <a:p>
            <a:pPr indent="0" lvl="0" marL="0" rtl="0" algn="l">
              <a:spcBef>
                <a:spcPts val="0"/>
              </a:spcBef>
              <a:spcAft>
                <a:spcPts val="0"/>
              </a:spcAft>
              <a:buNone/>
            </a:pPr>
            <a:r>
              <a:t/>
            </a:r>
            <a:endParaRPr sz="600">
              <a:solidFill>
                <a:srgbClr val="414248"/>
              </a:solidFill>
              <a:latin typeface="Inter"/>
              <a:ea typeface="Inter"/>
              <a:cs typeface="Inter"/>
              <a:sym typeface="Inter"/>
            </a:endParaRPr>
          </a:p>
        </p:txBody>
      </p:sp>
      <p:sp>
        <p:nvSpPr>
          <p:cNvPr id="721" name="Google Shape;721;p59"/>
          <p:cNvSpPr txBox="1"/>
          <p:nvPr/>
        </p:nvSpPr>
        <p:spPr>
          <a:xfrm>
            <a:off x="7343950" y="2170500"/>
            <a:ext cx="1198800" cy="50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00">
                <a:solidFill>
                  <a:srgbClr val="414248"/>
                </a:solidFill>
                <a:latin typeface="Inter"/>
                <a:ea typeface="Inter"/>
                <a:cs typeface="Inter"/>
                <a:sym typeface="Inter"/>
              </a:rPr>
              <a:t>A simple intuitive way to monitor, set, and action money flows and liquidity. From reconciliation to global currency management.</a:t>
            </a:r>
            <a:endParaRPr sz="600">
              <a:solidFill>
                <a:srgbClr val="414248"/>
              </a:solidFill>
              <a:latin typeface="Inter"/>
              <a:ea typeface="Inter"/>
              <a:cs typeface="Inter"/>
              <a:sym typeface="Inter"/>
            </a:endParaRPr>
          </a:p>
          <a:p>
            <a:pPr indent="0" lvl="0" marL="0" rtl="0" algn="l">
              <a:spcBef>
                <a:spcPts val="0"/>
              </a:spcBef>
              <a:spcAft>
                <a:spcPts val="0"/>
              </a:spcAft>
              <a:buNone/>
            </a:pPr>
            <a:r>
              <a:t/>
            </a:r>
            <a:endParaRPr sz="600">
              <a:solidFill>
                <a:srgbClr val="414248"/>
              </a:solidFill>
              <a:latin typeface="Inter"/>
              <a:ea typeface="Inter"/>
              <a:cs typeface="Inter"/>
              <a:sym typeface="Inter"/>
            </a:endParaRPr>
          </a:p>
        </p:txBody>
      </p:sp>
      <p:sp>
        <p:nvSpPr>
          <p:cNvPr id="722" name="Google Shape;722;p59"/>
          <p:cNvSpPr txBox="1"/>
          <p:nvPr/>
        </p:nvSpPr>
        <p:spPr>
          <a:xfrm>
            <a:off x="514361" y="159575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Select your </a:t>
            </a:r>
            <a:endParaRPr sz="1000">
              <a:solidFill>
                <a:srgbClr val="272832"/>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way to process payments online</a:t>
            </a:r>
            <a:endParaRPr sz="1000">
              <a:solidFill>
                <a:srgbClr val="272832"/>
              </a:solidFill>
              <a:latin typeface="Roboto Mono Medium"/>
              <a:ea typeface="Roboto Mono Medium"/>
              <a:cs typeface="Roboto Mono Medium"/>
              <a:sym typeface="Roboto Mono Medium"/>
            </a:endParaRPr>
          </a:p>
        </p:txBody>
      </p:sp>
    </p:spTree>
  </p:cSld>
  <p:clrMapOvr>
    <a:masterClrMapping/>
  </p:clrMapOvr>
  <p:transition spd="slow">
    <p:push/>
  </p:transition>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5. Full Marketecture (Light w/ Patterns)">
  <p:cSld name="Timeline 5 dates continue_1_1">
    <p:spTree>
      <p:nvGrpSpPr>
        <p:cNvPr id="723" name="Shape 723"/>
        <p:cNvGrpSpPr/>
        <p:nvPr/>
      </p:nvGrpSpPr>
      <p:grpSpPr>
        <a:xfrm>
          <a:off x="0" y="0"/>
          <a:ext cx="0" cy="0"/>
          <a:chOff x="0" y="0"/>
          <a:chExt cx="0" cy="0"/>
        </a:xfrm>
      </p:grpSpPr>
      <p:sp>
        <p:nvSpPr>
          <p:cNvPr id="724" name="Google Shape;724;p60"/>
          <p:cNvSpPr txBox="1"/>
          <p:nvPr>
            <p:ph type="title"/>
          </p:nvPr>
        </p:nvSpPr>
        <p:spPr>
          <a:xfrm>
            <a:off x="419775" y="417750"/>
            <a:ext cx="6875400" cy="24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600"/>
              <a:buNone/>
              <a:defRPr>
                <a:solidFill>
                  <a:schemeClr val="dk2"/>
                </a:solidFill>
              </a:defRPr>
            </a:lvl1pPr>
            <a:lvl2pPr lvl="1" algn="l">
              <a:lnSpc>
                <a:spcPct val="80000"/>
              </a:lnSpc>
              <a:spcBef>
                <a:spcPts val="0"/>
              </a:spcBef>
              <a:spcAft>
                <a:spcPts val="0"/>
              </a:spcAft>
              <a:buClr>
                <a:schemeClr val="dk2"/>
              </a:buClr>
              <a:buSzPts val="1400"/>
              <a:buNone/>
              <a:defRPr sz="1400">
                <a:solidFill>
                  <a:schemeClr val="dk2"/>
                </a:solidFill>
              </a:defRPr>
            </a:lvl2pPr>
            <a:lvl3pPr lvl="2" algn="l">
              <a:lnSpc>
                <a:spcPct val="80000"/>
              </a:lnSpc>
              <a:spcBef>
                <a:spcPts val="0"/>
              </a:spcBef>
              <a:spcAft>
                <a:spcPts val="0"/>
              </a:spcAft>
              <a:buClr>
                <a:schemeClr val="dk2"/>
              </a:buClr>
              <a:buSzPts val="1400"/>
              <a:buNone/>
              <a:defRPr sz="1400">
                <a:solidFill>
                  <a:schemeClr val="dk2"/>
                </a:solidFill>
              </a:defRPr>
            </a:lvl3pPr>
            <a:lvl4pPr lvl="3" algn="l">
              <a:lnSpc>
                <a:spcPct val="80000"/>
              </a:lnSpc>
              <a:spcBef>
                <a:spcPts val="0"/>
              </a:spcBef>
              <a:spcAft>
                <a:spcPts val="0"/>
              </a:spcAft>
              <a:buClr>
                <a:schemeClr val="dk2"/>
              </a:buClr>
              <a:buSzPts val="1400"/>
              <a:buNone/>
              <a:defRPr sz="1400">
                <a:solidFill>
                  <a:schemeClr val="dk2"/>
                </a:solidFill>
              </a:defRPr>
            </a:lvl4pPr>
            <a:lvl5pPr lvl="4" algn="l">
              <a:lnSpc>
                <a:spcPct val="80000"/>
              </a:lnSpc>
              <a:spcBef>
                <a:spcPts val="0"/>
              </a:spcBef>
              <a:spcAft>
                <a:spcPts val="0"/>
              </a:spcAft>
              <a:buClr>
                <a:schemeClr val="dk2"/>
              </a:buClr>
              <a:buSzPts val="1400"/>
              <a:buNone/>
              <a:defRPr sz="1400">
                <a:solidFill>
                  <a:schemeClr val="dk2"/>
                </a:solidFill>
              </a:defRPr>
            </a:lvl5pPr>
            <a:lvl6pPr lvl="5" algn="l">
              <a:lnSpc>
                <a:spcPct val="80000"/>
              </a:lnSpc>
              <a:spcBef>
                <a:spcPts val="0"/>
              </a:spcBef>
              <a:spcAft>
                <a:spcPts val="0"/>
              </a:spcAft>
              <a:buClr>
                <a:schemeClr val="dk2"/>
              </a:buClr>
              <a:buSzPts val="1400"/>
              <a:buNone/>
              <a:defRPr sz="1400">
                <a:solidFill>
                  <a:schemeClr val="dk2"/>
                </a:solidFill>
              </a:defRPr>
            </a:lvl6pPr>
            <a:lvl7pPr lvl="6" algn="l">
              <a:lnSpc>
                <a:spcPct val="80000"/>
              </a:lnSpc>
              <a:spcBef>
                <a:spcPts val="0"/>
              </a:spcBef>
              <a:spcAft>
                <a:spcPts val="0"/>
              </a:spcAft>
              <a:buClr>
                <a:schemeClr val="dk2"/>
              </a:buClr>
              <a:buSzPts val="1400"/>
              <a:buNone/>
              <a:defRPr sz="1400">
                <a:solidFill>
                  <a:schemeClr val="dk2"/>
                </a:solidFill>
              </a:defRPr>
            </a:lvl7pPr>
            <a:lvl8pPr lvl="7" algn="l">
              <a:lnSpc>
                <a:spcPct val="80000"/>
              </a:lnSpc>
              <a:spcBef>
                <a:spcPts val="0"/>
              </a:spcBef>
              <a:spcAft>
                <a:spcPts val="0"/>
              </a:spcAft>
              <a:buClr>
                <a:schemeClr val="dk2"/>
              </a:buClr>
              <a:buSzPts val="1400"/>
              <a:buNone/>
              <a:defRPr sz="1400">
                <a:solidFill>
                  <a:schemeClr val="dk2"/>
                </a:solidFill>
              </a:defRPr>
            </a:lvl8pPr>
            <a:lvl9pPr lvl="8" algn="l">
              <a:lnSpc>
                <a:spcPct val="80000"/>
              </a:lnSpc>
              <a:spcBef>
                <a:spcPts val="0"/>
              </a:spcBef>
              <a:spcAft>
                <a:spcPts val="0"/>
              </a:spcAft>
              <a:buClr>
                <a:schemeClr val="dk2"/>
              </a:buClr>
              <a:buSzPts val="1400"/>
              <a:buNone/>
              <a:defRPr sz="1400">
                <a:solidFill>
                  <a:schemeClr val="dk2"/>
                </a:solidFill>
              </a:defRPr>
            </a:lvl9pPr>
          </a:lstStyle>
          <a:p/>
        </p:txBody>
      </p:sp>
      <p:sp>
        <p:nvSpPr>
          <p:cNvPr id="725" name="Google Shape;725;p60"/>
          <p:cNvSpPr/>
          <p:nvPr/>
        </p:nvSpPr>
        <p:spPr>
          <a:xfrm>
            <a:off x="395075"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726" name="Google Shape;726;p60"/>
          <p:cNvSpPr/>
          <p:nvPr/>
        </p:nvSpPr>
        <p:spPr>
          <a:xfrm>
            <a:off x="528679" y="4105324"/>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7" name="Google Shape;727;p60"/>
          <p:cNvSpPr/>
          <p:nvPr/>
        </p:nvSpPr>
        <p:spPr>
          <a:xfrm>
            <a:off x="528679" y="4421846"/>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8" name="Google Shape;728;p60"/>
          <p:cNvSpPr/>
          <p:nvPr/>
        </p:nvSpPr>
        <p:spPr>
          <a:xfrm>
            <a:off x="528679" y="3784486"/>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9" name="Google Shape;729;p60"/>
          <p:cNvSpPr/>
          <p:nvPr/>
        </p:nvSpPr>
        <p:spPr>
          <a:xfrm>
            <a:off x="3801978" y="1093700"/>
            <a:ext cx="1523100" cy="36804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730" name="Google Shape;730;p60"/>
          <p:cNvSpPr/>
          <p:nvPr/>
        </p:nvSpPr>
        <p:spPr>
          <a:xfrm>
            <a:off x="524059" y="182628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CONNECT</a:t>
            </a:r>
            <a:endParaRPr sz="700">
              <a:solidFill>
                <a:srgbClr val="FFFFFF"/>
              </a:solidFill>
              <a:latin typeface="Roboto Mono Medium"/>
              <a:ea typeface="Roboto Mono Medium"/>
              <a:cs typeface="Roboto Mono Medium"/>
              <a:sym typeface="Roboto Mono Medium"/>
            </a:endParaRPr>
          </a:p>
        </p:txBody>
      </p:sp>
      <p:sp>
        <p:nvSpPr>
          <p:cNvPr id="731" name="Google Shape;731;p60"/>
          <p:cNvSpPr/>
          <p:nvPr/>
        </p:nvSpPr>
        <p:spPr>
          <a:xfrm>
            <a:off x="5492776"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732" name="Google Shape;732;p60"/>
          <p:cNvSpPr/>
          <p:nvPr/>
        </p:nvSpPr>
        <p:spPr>
          <a:xfrm>
            <a:off x="2096090"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733" name="Google Shape;733;p60"/>
          <p:cNvSpPr/>
          <p:nvPr/>
        </p:nvSpPr>
        <p:spPr>
          <a:xfrm>
            <a:off x="7199174" y="1093700"/>
            <a:ext cx="1523100" cy="3673800"/>
          </a:xfrm>
          <a:prstGeom prst="roundRect">
            <a:avLst>
              <a:gd fmla="val 5494" name="adj"/>
            </a:avLst>
          </a:prstGeom>
          <a:solidFill>
            <a:srgbClr val="FFFFFF"/>
          </a:solidFill>
          <a:ln>
            <a:noFill/>
          </a:ln>
        </p:spPr>
        <p:txBody>
          <a:bodyPr anchorCtr="0" anchor="ctr" bIns="0" lIns="194400" spcFirstLastPara="1" rIns="183600" wrap="square" tIns="228600">
            <a:noAutofit/>
          </a:bodyPr>
          <a:lstStyle/>
          <a:p>
            <a:pPr indent="0" lvl="0" marL="0" rtl="0" algn="l">
              <a:lnSpc>
                <a:spcPct val="115000"/>
              </a:lnSpc>
              <a:spcBef>
                <a:spcPts val="0"/>
              </a:spcBef>
              <a:spcAft>
                <a:spcPts val="0"/>
              </a:spcAft>
              <a:buNone/>
            </a:pPr>
            <a:r>
              <a:t/>
            </a:r>
            <a:endParaRPr b="1" sz="1300">
              <a:solidFill>
                <a:srgbClr val="000000"/>
              </a:solidFill>
              <a:latin typeface="Roboto Mono"/>
              <a:ea typeface="Roboto Mono"/>
              <a:cs typeface="Roboto Mono"/>
              <a:sym typeface="Roboto Mono"/>
            </a:endParaRPr>
          </a:p>
        </p:txBody>
      </p:sp>
      <p:sp>
        <p:nvSpPr>
          <p:cNvPr id="734" name="Google Shape;734;p60"/>
          <p:cNvSpPr/>
          <p:nvPr/>
        </p:nvSpPr>
        <p:spPr>
          <a:xfrm>
            <a:off x="3935532" y="1826280"/>
            <a:ext cx="572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PROTECT</a:t>
            </a:r>
            <a:endParaRPr sz="700">
              <a:solidFill>
                <a:srgbClr val="FFFFFF"/>
              </a:solidFill>
              <a:latin typeface="Roboto Mono Medium"/>
              <a:ea typeface="Roboto Mono Medium"/>
              <a:cs typeface="Roboto Mono Medium"/>
              <a:sym typeface="Roboto Mono Medium"/>
            </a:endParaRPr>
          </a:p>
        </p:txBody>
      </p:sp>
      <p:sp>
        <p:nvSpPr>
          <p:cNvPr id="735" name="Google Shape;735;p60"/>
          <p:cNvSpPr/>
          <p:nvPr/>
        </p:nvSpPr>
        <p:spPr>
          <a:xfrm>
            <a:off x="5628871" y="1826280"/>
            <a:ext cx="4494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BOOST</a:t>
            </a:r>
            <a:endParaRPr sz="700">
              <a:solidFill>
                <a:srgbClr val="FFFFFF"/>
              </a:solidFill>
              <a:latin typeface="Roboto Mono Medium"/>
              <a:ea typeface="Roboto Mono Medium"/>
              <a:cs typeface="Roboto Mono Medium"/>
              <a:sym typeface="Roboto Mono Medium"/>
            </a:endParaRPr>
          </a:p>
        </p:txBody>
      </p:sp>
      <p:sp>
        <p:nvSpPr>
          <p:cNvPr id="736" name="Google Shape;736;p60"/>
          <p:cNvSpPr/>
          <p:nvPr/>
        </p:nvSpPr>
        <p:spPr>
          <a:xfrm>
            <a:off x="2234962" y="1826280"/>
            <a:ext cx="3873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MOVE</a:t>
            </a:r>
            <a:endParaRPr sz="700">
              <a:solidFill>
                <a:srgbClr val="FFFFFF"/>
              </a:solidFill>
              <a:latin typeface="Roboto Mono Medium"/>
              <a:ea typeface="Roboto Mono Medium"/>
              <a:cs typeface="Roboto Mono Medium"/>
              <a:sym typeface="Roboto Mono Medium"/>
            </a:endParaRPr>
          </a:p>
        </p:txBody>
      </p:sp>
      <p:sp>
        <p:nvSpPr>
          <p:cNvPr id="737" name="Google Shape;737;p60"/>
          <p:cNvSpPr/>
          <p:nvPr/>
        </p:nvSpPr>
        <p:spPr>
          <a:xfrm>
            <a:off x="7340281" y="1826280"/>
            <a:ext cx="525900" cy="229500"/>
          </a:xfrm>
          <a:prstGeom prst="roundRect">
            <a:avLst>
              <a:gd fmla="val 16667" name="adj"/>
            </a:avLst>
          </a:prstGeom>
          <a:solidFill>
            <a:srgbClr val="1869F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FFFFFF"/>
                </a:solidFill>
                <a:latin typeface="Roboto Mono Medium"/>
                <a:ea typeface="Roboto Mono Medium"/>
                <a:cs typeface="Roboto Mono Medium"/>
                <a:sym typeface="Roboto Mono Medium"/>
              </a:rPr>
              <a:t>MANAGE</a:t>
            </a:r>
            <a:endParaRPr sz="700">
              <a:solidFill>
                <a:srgbClr val="FFFFFF"/>
              </a:solidFill>
              <a:latin typeface="Roboto Mono Medium"/>
              <a:ea typeface="Roboto Mono Medium"/>
              <a:cs typeface="Roboto Mono Medium"/>
              <a:sym typeface="Roboto Mono Medium"/>
            </a:endParaRPr>
          </a:p>
        </p:txBody>
      </p:sp>
      <p:sp>
        <p:nvSpPr>
          <p:cNvPr id="738" name="Google Shape;738;p60"/>
          <p:cNvSpPr txBox="1"/>
          <p:nvPr/>
        </p:nvSpPr>
        <p:spPr>
          <a:xfrm>
            <a:off x="3940362" y="221022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Master fraud, risk and compliance </a:t>
            </a:r>
            <a:endParaRPr sz="1000">
              <a:solidFill>
                <a:srgbClr val="272832"/>
              </a:solidFill>
              <a:latin typeface="Roboto Mono Medium"/>
              <a:ea typeface="Roboto Mono Medium"/>
              <a:cs typeface="Roboto Mono Medium"/>
              <a:sym typeface="Roboto Mono Medium"/>
            </a:endParaRPr>
          </a:p>
        </p:txBody>
      </p:sp>
      <p:sp>
        <p:nvSpPr>
          <p:cNvPr id="739" name="Google Shape;739;p60"/>
          <p:cNvSpPr txBox="1"/>
          <p:nvPr/>
        </p:nvSpPr>
        <p:spPr>
          <a:xfrm>
            <a:off x="5629324" y="2210225"/>
            <a:ext cx="1077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Payments to power your performance</a:t>
            </a:r>
            <a:endParaRPr sz="1000">
              <a:solidFill>
                <a:srgbClr val="272832"/>
              </a:solidFill>
              <a:latin typeface="Roboto Mono Medium"/>
              <a:ea typeface="Roboto Mono Medium"/>
              <a:cs typeface="Roboto Mono Medium"/>
              <a:sym typeface="Roboto Mono Medium"/>
            </a:endParaRPr>
          </a:p>
        </p:txBody>
      </p:sp>
      <p:sp>
        <p:nvSpPr>
          <p:cNvPr id="740" name="Google Shape;740;p60"/>
          <p:cNvSpPr txBox="1"/>
          <p:nvPr/>
        </p:nvSpPr>
        <p:spPr>
          <a:xfrm>
            <a:off x="7338158" y="2210220"/>
            <a:ext cx="11694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Control how money moves worldwide</a:t>
            </a:r>
            <a:endParaRPr sz="1000">
              <a:solidFill>
                <a:srgbClr val="272832"/>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000">
              <a:solidFill>
                <a:srgbClr val="272832"/>
              </a:solidFill>
              <a:latin typeface="Roboto Mono Medium"/>
              <a:ea typeface="Roboto Mono Medium"/>
              <a:cs typeface="Roboto Mono Medium"/>
              <a:sym typeface="Roboto Mono Medium"/>
            </a:endParaRPr>
          </a:p>
        </p:txBody>
      </p:sp>
      <p:sp>
        <p:nvSpPr>
          <p:cNvPr id="741" name="Google Shape;741;p60"/>
          <p:cNvSpPr/>
          <p:nvPr/>
        </p:nvSpPr>
        <p:spPr>
          <a:xfrm>
            <a:off x="528679" y="3142406"/>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2" name="Google Shape;742;p60"/>
          <p:cNvSpPr txBox="1"/>
          <p:nvPr/>
        </p:nvSpPr>
        <p:spPr>
          <a:xfrm>
            <a:off x="733101" y="4179067"/>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MOBILE SDK</a:t>
            </a:r>
            <a:endParaRPr b="1" sz="550">
              <a:solidFill>
                <a:srgbClr val="000000"/>
              </a:solidFill>
            </a:endParaRPr>
          </a:p>
        </p:txBody>
      </p:sp>
      <p:sp>
        <p:nvSpPr>
          <p:cNvPr id="743" name="Google Shape;743;p60"/>
          <p:cNvSpPr txBox="1"/>
          <p:nvPr/>
        </p:nvSpPr>
        <p:spPr>
          <a:xfrm>
            <a:off x="733101" y="321615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HOSTED PAYMENT PAGE</a:t>
            </a:r>
            <a:endParaRPr b="1" sz="550">
              <a:solidFill>
                <a:srgbClr val="000000"/>
              </a:solidFill>
            </a:endParaRPr>
          </a:p>
        </p:txBody>
      </p:sp>
      <p:sp>
        <p:nvSpPr>
          <p:cNvPr id="744" name="Google Shape;744;p60"/>
          <p:cNvSpPr txBox="1"/>
          <p:nvPr/>
        </p:nvSpPr>
        <p:spPr>
          <a:xfrm>
            <a:off x="733101" y="4495585"/>
            <a:ext cx="9039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UNIFIED PAYMENTS API</a:t>
            </a:r>
            <a:endParaRPr b="1" sz="550">
              <a:solidFill>
                <a:srgbClr val="000000"/>
              </a:solidFill>
              <a:latin typeface="Roboto Mono"/>
              <a:ea typeface="Roboto Mono"/>
              <a:cs typeface="Roboto Mono"/>
              <a:sym typeface="Roboto Mono"/>
            </a:endParaRPr>
          </a:p>
        </p:txBody>
      </p:sp>
      <p:sp>
        <p:nvSpPr>
          <p:cNvPr id="745" name="Google Shape;745;p60"/>
          <p:cNvSpPr/>
          <p:nvPr/>
        </p:nvSpPr>
        <p:spPr>
          <a:xfrm>
            <a:off x="3930431" y="3786697"/>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6" name="Google Shape;746;p60"/>
          <p:cNvSpPr/>
          <p:nvPr/>
        </p:nvSpPr>
        <p:spPr>
          <a:xfrm>
            <a:off x="3930431" y="3465861"/>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7" name="Google Shape;747;p60"/>
          <p:cNvSpPr txBox="1"/>
          <p:nvPr/>
        </p:nvSpPr>
        <p:spPr>
          <a:xfrm>
            <a:off x="4137654" y="3539600"/>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IDENTITY VERIFICATION</a:t>
            </a:r>
            <a:endParaRPr b="1" sz="550">
              <a:solidFill>
                <a:srgbClr val="000000"/>
              </a:solidFill>
            </a:endParaRPr>
          </a:p>
        </p:txBody>
      </p:sp>
      <p:sp>
        <p:nvSpPr>
          <p:cNvPr id="748" name="Google Shape;748;p60"/>
          <p:cNvSpPr txBox="1"/>
          <p:nvPr/>
        </p:nvSpPr>
        <p:spPr>
          <a:xfrm>
            <a:off x="4137654"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DISPUTES</a:t>
            </a:r>
            <a:endParaRPr b="1" sz="550">
              <a:solidFill>
                <a:srgbClr val="000000"/>
              </a:solidFill>
            </a:endParaRPr>
          </a:p>
        </p:txBody>
      </p:sp>
      <p:sp>
        <p:nvSpPr>
          <p:cNvPr id="749" name="Google Shape;749;p60"/>
          <p:cNvSpPr/>
          <p:nvPr/>
        </p:nvSpPr>
        <p:spPr>
          <a:xfrm>
            <a:off x="3930431" y="2823784"/>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0" name="Google Shape;750;p60"/>
          <p:cNvSpPr/>
          <p:nvPr/>
        </p:nvSpPr>
        <p:spPr>
          <a:xfrm>
            <a:off x="5626204" y="3465852"/>
            <a:ext cx="1272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1" name="Google Shape;751;p60"/>
          <p:cNvSpPr/>
          <p:nvPr/>
        </p:nvSpPr>
        <p:spPr>
          <a:xfrm>
            <a:off x="5621851" y="2823784"/>
            <a:ext cx="1272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2" name="Google Shape;752;p60"/>
          <p:cNvSpPr txBox="1"/>
          <p:nvPr/>
        </p:nvSpPr>
        <p:spPr>
          <a:xfrm>
            <a:off x="5835135"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INTELLIGENT ACCEPTANCE</a:t>
            </a:r>
            <a:endParaRPr b="1" sz="550">
              <a:solidFill>
                <a:srgbClr val="000000"/>
              </a:solidFill>
            </a:endParaRPr>
          </a:p>
        </p:txBody>
      </p:sp>
      <p:sp>
        <p:nvSpPr>
          <p:cNvPr id="753" name="Google Shape;753;p60"/>
          <p:cNvSpPr/>
          <p:nvPr/>
        </p:nvSpPr>
        <p:spPr>
          <a:xfrm>
            <a:off x="5626204" y="3142423"/>
            <a:ext cx="1272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4" name="Google Shape;754;p60"/>
          <p:cNvSpPr txBox="1"/>
          <p:nvPr/>
        </p:nvSpPr>
        <p:spPr>
          <a:xfrm>
            <a:off x="5835135"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NETWORK TOKENS</a:t>
            </a:r>
            <a:endParaRPr b="1" sz="550">
              <a:solidFill>
                <a:srgbClr val="000000"/>
              </a:solidFill>
            </a:endParaRPr>
          </a:p>
        </p:txBody>
      </p:sp>
      <p:sp>
        <p:nvSpPr>
          <p:cNvPr id="755" name="Google Shape;755;p60"/>
          <p:cNvSpPr txBox="1"/>
          <p:nvPr/>
        </p:nvSpPr>
        <p:spPr>
          <a:xfrm>
            <a:off x="5835143" y="3521211"/>
            <a:ext cx="747600" cy="13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None/>
            </a:pPr>
            <a:r>
              <a:rPr b="1" lang="en" sz="550">
                <a:solidFill>
                  <a:srgbClr val="000000"/>
                </a:solidFill>
                <a:latin typeface="Roboto Mono"/>
                <a:ea typeface="Roboto Mono"/>
                <a:cs typeface="Roboto Mono"/>
                <a:sym typeface="Roboto Mono"/>
              </a:rPr>
              <a:t>REAL TIME </a:t>
            </a:r>
            <a:br>
              <a:rPr b="1" lang="en" sz="550">
                <a:solidFill>
                  <a:srgbClr val="000000"/>
                </a:solidFill>
                <a:latin typeface="Roboto Mono"/>
                <a:ea typeface="Roboto Mono"/>
                <a:cs typeface="Roboto Mono"/>
                <a:sym typeface="Roboto Mono"/>
              </a:rPr>
            </a:br>
            <a:r>
              <a:rPr b="1" lang="en" sz="550">
                <a:solidFill>
                  <a:srgbClr val="000000"/>
                </a:solidFill>
                <a:latin typeface="Roboto Mono"/>
                <a:ea typeface="Roboto Mono"/>
                <a:cs typeface="Roboto Mono"/>
                <a:sym typeface="Roboto Mono"/>
              </a:rPr>
              <a:t>ACCOUNT UPDATER</a:t>
            </a:r>
            <a:endParaRPr b="1" sz="550">
              <a:solidFill>
                <a:srgbClr val="000000"/>
              </a:solidFill>
            </a:endParaRPr>
          </a:p>
        </p:txBody>
      </p:sp>
      <p:sp>
        <p:nvSpPr>
          <p:cNvPr id="756" name="Google Shape;756;p60"/>
          <p:cNvSpPr/>
          <p:nvPr/>
        </p:nvSpPr>
        <p:spPr>
          <a:xfrm>
            <a:off x="3930417" y="3142427"/>
            <a:ext cx="12738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7" name="Google Shape;757;p60"/>
          <p:cNvSpPr/>
          <p:nvPr/>
        </p:nvSpPr>
        <p:spPr>
          <a:xfrm>
            <a:off x="7339605" y="2823784"/>
            <a:ext cx="1260300" cy="2295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8" name="Google Shape;758;p60"/>
          <p:cNvSpPr txBox="1"/>
          <p:nvPr/>
        </p:nvSpPr>
        <p:spPr>
          <a:xfrm>
            <a:off x="7550797" y="2897524"/>
            <a:ext cx="8286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DASHBOARD</a:t>
            </a:r>
            <a:endParaRPr b="1" sz="550">
              <a:solidFill>
                <a:srgbClr val="000000"/>
              </a:solidFill>
            </a:endParaRPr>
          </a:p>
        </p:txBody>
      </p:sp>
      <p:sp>
        <p:nvSpPr>
          <p:cNvPr id="759" name="Google Shape;759;p60"/>
          <p:cNvSpPr/>
          <p:nvPr/>
        </p:nvSpPr>
        <p:spPr>
          <a:xfrm>
            <a:off x="7339605" y="3142422"/>
            <a:ext cx="1260300" cy="2295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60" name="Google Shape;760;p60"/>
          <p:cNvSpPr txBox="1"/>
          <p:nvPr/>
        </p:nvSpPr>
        <p:spPr>
          <a:xfrm>
            <a:off x="7550797" y="3216166"/>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BALANCES</a:t>
            </a:r>
            <a:endParaRPr b="1" sz="550">
              <a:solidFill>
                <a:srgbClr val="000000"/>
              </a:solidFill>
            </a:endParaRPr>
          </a:p>
        </p:txBody>
      </p:sp>
      <p:sp>
        <p:nvSpPr>
          <p:cNvPr id="761" name="Google Shape;761;p60"/>
          <p:cNvSpPr/>
          <p:nvPr/>
        </p:nvSpPr>
        <p:spPr>
          <a:xfrm>
            <a:off x="3934126" y="4103216"/>
            <a:ext cx="12699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62" name="Google Shape;762;p60"/>
          <p:cNvSpPr txBox="1"/>
          <p:nvPr/>
        </p:nvSpPr>
        <p:spPr>
          <a:xfrm>
            <a:off x="4137654" y="417695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VAULT</a:t>
            </a:r>
            <a:endParaRPr b="1" sz="550">
              <a:solidFill>
                <a:srgbClr val="000000"/>
              </a:solidFill>
            </a:endParaRPr>
          </a:p>
        </p:txBody>
      </p:sp>
      <p:sp>
        <p:nvSpPr>
          <p:cNvPr id="763" name="Google Shape;763;p60"/>
          <p:cNvSpPr/>
          <p:nvPr/>
        </p:nvSpPr>
        <p:spPr>
          <a:xfrm>
            <a:off x="528679" y="3461050"/>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64" name="Google Shape;764;p60"/>
          <p:cNvSpPr txBox="1"/>
          <p:nvPr/>
        </p:nvSpPr>
        <p:spPr>
          <a:xfrm>
            <a:off x="733101" y="3858231"/>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PAYMENT LINKS</a:t>
            </a:r>
            <a:endParaRPr b="1" sz="550">
              <a:solidFill>
                <a:srgbClr val="000000"/>
              </a:solidFill>
            </a:endParaRPr>
          </a:p>
        </p:txBody>
      </p:sp>
      <p:sp>
        <p:nvSpPr>
          <p:cNvPr id="765" name="Google Shape;765;p60"/>
          <p:cNvSpPr/>
          <p:nvPr/>
        </p:nvSpPr>
        <p:spPr>
          <a:xfrm>
            <a:off x="7339605" y="3465852"/>
            <a:ext cx="1260300" cy="2295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66" name="Google Shape;766;p60"/>
          <p:cNvSpPr txBox="1"/>
          <p:nvPr/>
        </p:nvSpPr>
        <p:spPr>
          <a:xfrm>
            <a:off x="7550797" y="3539600"/>
            <a:ext cx="7851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TREASURY &amp; FX</a:t>
            </a:r>
            <a:endParaRPr b="1" sz="550">
              <a:solidFill>
                <a:srgbClr val="000000"/>
              </a:solidFill>
            </a:endParaRPr>
          </a:p>
        </p:txBody>
      </p:sp>
      <p:pic>
        <p:nvPicPr>
          <p:cNvPr id="767" name="Google Shape;767;p60"/>
          <p:cNvPicPr preferRelativeResize="0"/>
          <p:nvPr/>
        </p:nvPicPr>
        <p:blipFill rotWithShape="1">
          <a:blip r:embed="rId2">
            <a:alphaModFix/>
          </a:blip>
          <a:srcRect b="0" l="603" r="603" t="0"/>
          <a:stretch/>
        </p:blipFill>
        <p:spPr>
          <a:xfrm>
            <a:off x="3984722" y="2889486"/>
            <a:ext cx="115875" cy="115875"/>
          </a:xfrm>
          <a:prstGeom prst="rect">
            <a:avLst/>
          </a:prstGeom>
          <a:noFill/>
          <a:ln>
            <a:noFill/>
          </a:ln>
        </p:spPr>
      </p:pic>
      <p:pic>
        <p:nvPicPr>
          <p:cNvPr id="768" name="Google Shape;768;p60"/>
          <p:cNvPicPr preferRelativeResize="0"/>
          <p:nvPr/>
        </p:nvPicPr>
        <p:blipFill rotWithShape="1">
          <a:blip r:embed="rId3">
            <a:alphaModFix/>
          </a:blip>
          <a:srcRect b="0" l="505" r="495" t="0"/>
          <a:stretch/>
        </p:blipFill>
        <p:spPr>
          <a:xfrm>
            <a:off x="3984621" y="3531561"/>
            <a:ext cx="115875" cy="115875"/>
          </a:xfrm>
          <a:prstGeom prst="rect">
            <a:avLst/>
          </a:prstGeom>
          <a:noFill/>
          <a:ln>
            <a:noFill/>
          </a:ln>
        </p:spPr>
      </p:pic>
      <p:pic>
        <p:nvPicPr>
          <p:cNvPr id="769" name="Google Shape;769;p60"/>
          <p:cNvPicPr preferRelativeResize="0"/>
          <p:nvPr/>
        </p:nvPicPr>
        <p:blipFill rotWithShape="1">
          <a:blip r:embed="rId4">
            <a:alphaModFix/>
          </a:blip>
          <a:srcRect b="0" l="583" r="593" t="0"/>
          <a:stretch/>
        </p:blipFill>
        <p:spPr>
          <a:xfrm>
            <a:off x="3984749" y="3852441"/>
            <a:ext cx="115875" cy="115875"/>
          </a:xfrm>
          <a:prstGeom prst="rect">
            <a:avLst/>
          </a:prstGeom>
          <a:noFill/>
          <a:ln>
            <a:noFill/>
          </a:ln>
        </p:spPr>
      </p:pic>
      <p:pic>
        <p:nvPicPr>
          <p:cNvPr id="770" name="Google Shape;770;p60"/>
          <p:cNvPicPr preferRelativeResize="0"/>
          <p:nvPr/>
        </p:nvPicPr>
        <p:blipFill rotWithShape="1">
          <a:blip r:embed="rId5">
            <a:alphaModFix/>
          </a:blip>
          <a:srcRect b="0" l="603" r="603" t="0"/>
          <a:stretch/>
        </p:blipFill>
        <p:spPr>
          <a:xfrm>
            <a:off x="5673060" y="3208128"/>
            <a:ext cx="115875" cy="115875"/>
          </a:xfrm>
          <a:prstGeom prst="rect">
            <a:avLst/>
          </a:prstGeom>
          <a:noFill/>
          <a:ln>
            <a:noFill/>
          </a:ln>
        </p:spPr>
      </p:pic>
      <p:pic>
        <p:nvPicPr>
          <p:cNvPr id="771" name="Google Shape;771;p60"/>
          <p:cNvPicPr preferRelativeResize="0"/>
          <p:nvPr/>
        </p:nvPicPr>
        <p:blipFill rotWithShape="1">
          <a:blip r:embed="rId6">
            <a:alphaModFix/>
          </a:blip>
          <a:srcRect b="0" l="485" r="485" t="0"/>
          <a:stretch/>
        </p:blipFill>
        <p:spPr>
          <a:xfrm>
            <a:off x="5672844" y="2889384"/>
            <a:ext cx="115875" cy="115875"/>
          </a:xfrm>
          <a:prstGeom prst="rect">
            <a:avLst/>
          </a:prstGeom>
          <a:noFill/>
          <a:ln>
            <a:noFill/>
          </a:ln>
        </p:spPr>
      </p:pic>
      <p:pic>
        <p:nvPicPr>
          <p:cNvPr id="772" name="Google Shape;772;p60"/>
          <p:cNvPicPr preferRelativeResize="0"/>
          <p:nvPr/>
        </p:nvPicPr>
        <p:blipFill rotWithShape="1">
          <a:blip r:embed="rId7">
            <a:alphaModFix/>
          </a:blip>
          <a:srcRect b="0" l="603" r="603" t="0"/>
          <a:stretch/>
        </p:blipFill>
        <p:spPr>
          <a:xfrm>
            <a:off x="5673060" y="3531561"/>
            <a:ext cx="115875" cy="115875"/>
          </a:xfrm>
          <a:prstGeom prst="rect">
            <a:avLst/>
          </a:prstGeom>
          <a:noFill/>
          <a:ln>
            <a:noFill/>
          </a:ln>
        </p:spPr>
      </p:pic>
      <p:pic>
        <p:nvPicPr>
          <p:cNvPr id="773" name="Google Shape;773;p60"/>
          <p:cNvPicPr preferRelativeResize="0"/>
          <p:nvPr/>
        </p:nvPicPr>
        <p:blipFill rotWithShape="1">
          <a:blip r:embed="rId8">
            <a:alphaModFix/>
          </a:blip>
          <a:srcRect b="0" l="505" r="495" t="0"/>
          <a:stretch/>
        </p:blipFill>
        <p:spPr>
          <a:xfrm>
            <a:off x="3984621" y="3208128"/>
            <a:ext cx="115875" cy="115875"/>
          </a:xfrm>
          <a:prstGeom prst="rect">
            <a:avLst/>
          </a:prstGeom>
          <a:noFill/>
          <a:ln>
            <a:noFill/>
          </a:ln>
        </p:spPr>
      </p:pic>
      <p:sp>
        <p:nvSpPr>
          <p:cNvPr id="774" name="Google Shape;774;p60"/>
          <p:cNvSpPr/>
          <p:nvPr/>
        </p:nvSpPr>
        <p:spPr>
          <a:xfrm>
            <a:off x="2236908" y="3465856"/>
            <a:ext cx="12606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75" name="Google Shape;775;p60"/>
          <p:cNvSpPr txBox="1"/>
          <p:nvPr/>
        </p:nvSpPr>
        <p:spPr>
          <a:xfrm>
            <a:off x="2445090" y="3539600"/>
            <a:ext cx="9885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ISSUING</a:t>
            </a:r>
            <a:endParaRPr b="1" sz="550">
              <a:solidFill>
                <a:srgbClr val="000000"/>
              </a:solidFill>
            </a:endParaRPr>
          </a:p>
        </p:txBody>
      </p:sp>
      <p:pic>
        <p:nvPicPr>
          <p:cNvPr id="776" name="Google Shape;776;p60"/>
          <p:cNvPicPr preferRelativeResize="0"/>
          <p:nvPr/>
        </p:nvPicPr>
        <p:blipFill rotWithShape="1">
          <a:blip r:embed="rId9">
            <a:alphaModFix/>
          </a:blip>
          <a:srcRect b="0" l="603" r="603" t="0"/>
          <a:stretch/>
        </p:blipFill>
        <p:spPr>
          <a:xfrm>
            <a:off x="2296227" y="3531561"/>
            <a:ext cx="115875" cy="115875"/>
          </a:xfrm>
          <a:prstGeom prst="rect">
            <a:avLst/>
          </a:prstGeom>
          <a:noFill/>
          <a:ln>
            <a:noFill/>
          </a:ln>
        </p:spPr>
      </p:pic>
      <p:sp>
        <p:nvSpPr>
          <p:cNvPr id="777" name="Google Shape;777;p60"/>
          <p:cNvSpPr/>
          <p:nvPr/>
        </p:nvSpPr>
        <p:spPr>
          <a:xfrm>
            <a:off x="2236908" y="3786689"/>
            <a:ext cx="12606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78" name="Google Shape;778;p60"/>
          <p:cNvSpPr txBox="1"/>
          <p:nvPr/>
        </p:nvSpPr>
        <p:spPr>
          <a:xfrm>
            <a:off x="2445090" y="3860435"/>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PAYOUTS</a:t>
            </a:r>
            <a:endParaRPr b="1" sz="550">
              <a:solidFill>
                <a:srgbClr val="000000"/>
              </a:solidFill>
            </a:endParaRPr>
          </a:p>
        </p:txBody>
      </p:sp>
      <p:pic>
        <p:nvPicPr>
          <p:cNvPr id="779" name="Google Shape;779;p60"/>
          <p:cNvPicPr preferRelativeResize="0"/>
          <p:nvPr/>
        </p:nvPicPr>
        <p:blipFill rotWithShape="1">
          <a:blip r:embed="rId10">
            <a:alphaModFix/>
          </a:blip>
          <a:srcRect b="0" l="505" r="495" t="0"/>
          <a:stretch/>
        </p:blipFill>
        <p:spPr>
          <a:xfrm>
            <a:off x="2296126" y="3852396"/>
            <a:ext cx="115875" cy="115875"/>
          </a:xfrm>
          <a:prstGeom prst="rect">
            <a:avLst/>
          </a:prstGeom>
          <a:noFill/>
          <a:ln>
            <a:noFill/>
          </a:ln>
        </p:spPr>
      </p:pic>
      <p:sp>
        <p:nvSpPr>
          <p:cNvPr id="780" name="Google Shape;780;p60"/>
          <p:cNvSpPr/>
          <p:nvPr/>
        </p:nvSpPr>
        <p:spPr>
          <a:xfrm>
            <a:off x="2236908" y="2823784"/>
            <a:ext cx="12603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1" name="Google Shape;781;p60"/>
          <p:cNvSpPr txBox="1"/>
          <p:nvPr/>
        </p:nvSpPr>
        <p:spPr>
          <a:xfrm>
            <a:off x="2445090" y="2897524"/>
            <a:ext cx="935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ACQUIRING</a:t>
            </a:r>
            <a:endParaRPr b="1" sz="550">
              <a:solidFill>
                <a:srgbClr val="000000"/>
              </a:solidFill>
            </a:endParaRPr>
          </a:p>
        </p:txBody>
      </p:sp>
      <p:pic>
        <p:nvPicPr>
          <p:cNvPr id="782" name="Google Shape;782;p60"/>
          <p:cNvPicPr preferRelativeResize="0"/>
          <p:nvPr/>
        </p:nvPicPr>
        <p:blipFill rotWithShape="1">
          <a:blip r:embed="rId11">
            <a:alphaModFix/>
          </a:blip>
          <a:srcRect b="2714" l="0" r="0" t="2714"/>
          <a:stretch/>
        </p:blipFill>
        <p:spPr>
          <a:xfrm>
            <a:off x="2296254" y="2889530"/>
            <a:ext cx="96884" cy="98036"/>
          </a:xfrm>
          <a:prstGeom prst="rect">
            <a:avLst/>
          </a:prstGeom>
          <a:noFill/>
          <a:ln>
            <a:noFill/>
          </a:ln>
        </p:spPr>
      </p:pic>
      <p:pic>
        <p:nvPicPr>
          <p:cNvPr id="783" name="Google Shape;783;p60"/>
          <p:cNvPicPr preferRelativeResize="0"/>
          <p:nvPr/>
        </p:nvPicPr>
        <p:blipFill rotWithShape="1">
          <a:blip r:embed="rId12">
            <a:alphaModFix/>
          </a:blip>
          <a:srcRect b="0" l="710" r="710" t="0"/>
          <a:stretch/>
        </p:blipFill>
        <p:spPr>
          <a:xfrm>
            <a:off x="7395714" y="2889384"/>
            <a:ext cx="115875" cy="115875"/>
          </a:xfrm>
          <a:prstGeom prst="rect">
            <a:avLst/>
          </a:prstGeom>
          <a:noFill/>
          <a:ln>
            <a:noFill/>
          </a:ln>
        </p:spPr>
      </p:pic>
      <p:pic>
        <p:nvPicPr>
          <p:cNvPr id="784" name="Google Shape;784;p60"/>
          <p:cNvPicPr preferRelativeResize="0"/>
          <p:nvPr/>
        </p:nvPicPr>
        <p:blipFill rotWithShape="1">
          <a:blip r:embed="rId13">
            <a:alphaModFix/>
          </a:blip>
          <a:srcRect b="0" l="583" r="593" t="0"/>
          <a:stretch/>
        </p:blipFill>
        <p:spPr>
          <a:xfrm>
            <a:off x="7395744" y="3208175"/>
            <a:ext cx="115875" cy="115875"/>
          </a:xfrm>
          <a:prstGeom prst="rect">
            <a:avLst/>
          </a:prstGeom>
          <a:noFill/>
          <a:ln>
            <a:noFill/>
          </a:ln>
        </p:spPr>
      </p:pic>
      <p:sp>
        <p:nvSpPr>
          <p:cNvPr id="785" name="Google Shape;785;p60"/>
          <p:cNvSpPr/>
          <p:nvPr/>
        </p:nvSpPr>
        <p:spPr>
          <a:xfrm>
            <a:off x="2236908" y="3142424"/>
            <a:ext cx="12606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6" name="Google Shape;786;p60"/>
          <p:cNvSpPr txBox="1"/>
          <p:nvPr/>
        </p:nvSpPr>
        <p:spPr>
          <a:xfrm>
            <a:off x="2445090" y="3216166"/>
            <a:ext cx="94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PAYMENT METHODS</a:t>
            </a:r>
            <a:endParaRPr b="1" sz="550">
              <a:solidFill>
                <a:srgbClr val="000000"/>
              </a:solidFill>
            </a:endParaRPr>
          </a:p>
        </p:txBody>
      </p:sp>
      <p:pic>
        <p:nvPicPr>
          <p:cNvPr id="787" name="Google Shape;787;p60"/>
          <p:cNvPicPr preferRelativeResize="0"/>
          <p:nvPr/>
        </p:nvPicPr>
        <p:blipFill rotWithShape="1">
          <a:blip r:embed="rId14">
            <a:alphaModFix/>
          </a:blip>
          <a:srcRect b="0" l="583" r="593" t="0"/>
          <a:stretch/>
        </p:blipFill>
        <p:spPr>
          <a:xfrm flipH="1">
            <a:off x="2277499" y="3207932"/>
            <a:ext cx="115875" cy="115875"/>
          </a:xfrm>
          <a:prstGeom prst="rect">
            <a:avLst/>
          </a:prstGeom>
          <a:noFill/>
          <a:ln>
            <a:noFill/>
          </a:ln>
        </p:spPr>
      </p:pic>
      <p:pic>
        <p:nvPicPr>
          <p:cNvPr id="788" name="Google Shape;788;p60"/>
          <p:cNvPicPr preferRelativeResize="0"/>
          <p:nvPr/>
        </p:nvPicPr>
        <p:blipFill rotWithShape="1">
          <a:blip r:embed="rId15">
            <a:alphaModFix/>
          </a:blip>
          <a:srcRect b="0" l="583" r="593" t="0"/>
          <a:stretch/>
        </p:blipFill>
        <p:spPr>
          <a:xfrm>
            <a:off x="3984513" y="4168720"/>
            <a:ext cx="115875" cy="115875"/>
          </a:xfrm>
          <a:prstGeom prst="rect">
            <a:avLst/>
          </a:prstGeom>
          <a:noFill/>
          <a:ln>
            <a:noFill/>
          </a:ln>
        </p:spPr>
      </p:pic>
      <p:pic>
        <p:nvPicPr>
          <p:cNvPr id="789" name="Google Shape;789;p60"/>
          <p:cNvPicPr preferRelativeResize="0"/>
          <p:nvPr/>
        </p:nvPicPr>
        <p:blipFill rotWithShape="1">
          <a:blip r:embed="rId16">
            <a:alphaModFix/>
          </a:blip>
          <a:srcRect b="0" l="583" r="593" t="0"/>
          <a:stretch/>
        </p:blipFill>
        <p:spPr>
          <a:xfrm>
            <a:off x="581487" y="4487604"/>
            <a:ext cx="115875" cy="115875"/>
          </a:xfrm>
          <a:prstGeom prst="rect">
            <a:avLst/>
          </a:prstGeom>
          <a:noFill/>
          <a:ln>
            <a:noFill/>
          </a:ln>
        </p:spPr>
      </p:pic>
      <p:pic>
        <p:nvPicPr>
          <p:cNvPr id="790" name="Google Shape;790;p60"/>
          <p:cNvPicPr preferRelativeResize="0"/>
          <p:nvPr/>
        </p:nvPicPr>
        <p:blipFill rotWithShape="1">
          <a:blip r:embed="rId17">
            <a:alphaModFix/>
          </a:blip>
          <a:srcRect b="0" l="583" r="593" t="0"/>
          <a:stretch/>
        </p:blipFill>
        <p:spPr>
          <a:xfrm>
            <a:off x="571458" y="4160933"/>
            <a:ext cx="116914" cy="118317"/>
          </a:xfrm>
          <a:prstGeom prst="rect">
            <a:avLst/>
          </a:prstGeom>
          <a:noFill/>
          <a:ln>
            <a:noFill/>
          </a:ln>
        </p:spPr>
      </p:pic>
      <p:sp>
        <p:nvSpPr>
          <p:cNvPr id="791" name="Google Shape;791;p60"/>
          <p:cNvSpPr txBox="1"/>
          <p:nvPr/>
        </p:nvSpPr>
        <p:spPr>
          <a:xfrm>
            <a:off x="4137654" y="2897524"/>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272832"/>
                </a:solidFill>
                <a:latin typeface="Roboto Mono"/>
                <a:ea typeface="Roboto Mono"/>
                <a:cs typeface="Roboto Mono"/>
                <a:sym typeface="Roboto Mono"/>
              </a:rPr>
              <a:t>FRAUD DETECTION PRO</a:t>
            </a:r>
            <a:endParaRPr b="1" sz="550">
              <a:solidFill>
                <a:srgbClr val="272832"/>
              </a:solidFill>
            </a:endParaRPr>
          </a:p>
        </p:txBody>
      </p:sp>
      <p:sp>
        <p:nvSpPr>
          <p:cNvPr id="792" name="Google Shape;792;p60"/>
          <p:cNvSpPr txBox="1"/>
          <p:nvPr/>
        </p:nvSpPr>
        <p:spPr>
          <a:xfrm>
            <a:off x="4137654" y="3216166"/>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AUTHENTICATION</a:t>
            </a:r>
            <a:endParaRPr b="1" sz="550">
              <a:solidFill>
                <a:srgbClr val="000000"/>
              </a:solidFill>
            </a:endParaRPr>
          </a:p>
        </p:txBody>
      </p:sp>
      <p:sp>
        <p:nvSpPr>
          <p:cNvPr id="793" name="Google Shape;793;p60"/>
          <p:cNvSpPr txBox="1"/>
          <p:nvPr/>
        </p:nvSpPr>
        <p:spPr>
          <a:xfrm>
            <a:off x="2234961" y="221020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Simplify</a:t>
            </a:r>
            <a:endParaRPr sz="1000">
              <a:solidFill>
                <a:srgbClr val="272832"/>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global pay-ins and payouts</a:t>
            </a:r>
            <a:endParaRPr sz="1000">
              <a:solidFill>
                <a:srgbClr val="272832"/>
              </a:solidFill>
              <a:latin typeface="Roboto Mono Medium"/>
              <a:ea typeface="Roboto Mono Medium"/>
              <a:cs typeface="Roboto Mono Medium"/>
              <a:sym typeface="Roboto Mono Medium"/>
            </a:endParaRPr>
          </a:p>
        </p:txBody>
      </p:sp>
      <p:sp>
        <p:nvSpPr>
          <p:cNvPr id="794" name="Google Shape;794;p60"/>
          <p:cNvSpPr txBox="1"/>
          <p:nvPr/>
        </p:nvSpPr>
        <p:spPr>
          <a:xfrm>
            <a:off x="733101" y="3534798"/>
            <a:ext cx="10092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PLUGINS</a:t>
            </a:r>
            <a:endParaRPr b="1" sz="550">
              <a:solidFill>
                <a:srgbClr val="000000"/>
              </a:solidFill>
            </a:endParaRPr>
          </a:p>
        </p:txBody>
      </p:sp>
      <p:pic>
        <p:nvPicPr>
          <p:cNvPr id="795" name="Google Shape;795;p60"/>
          <p:cNvPicPr preferRelativeResize="0"/>
          <p:nvPr/>
        </p:nvPicPr>
        <p:blipFill rotWithShape="1">
          <a:blip r:embed="rId18">
            <a:alphaModFix/>
          </a:blip>
          <a:srcRect b="0" l="583" r="593" t="0"/>
          <a:stretch/>
        </p:blipFill>
        <p:spPr>
          <a:xfrm>
            <a:off x="571469" y="3516680"/>
            <a:ext cx="115875" cy="119738"/>
          </a:xfrm>
          <a:prstGeom prst="rect">
            <a:avLst/>
          </a:prstGeom>
          <a:noFill/>
          <a:ln>
            <a:noFill/>
          </a:ln>
        </p:spPr>
      </p:pic>
      <p:pic>
        <p:nvPicPr>
          <p:cNvPr id="796" name="Google Shape;796;p60"/>
          <p:cNvPicPr preferRelativeResize="0"/>
          <p:nvPr/>
        </p:nvPicPr>
        <p:blipFill rotWithShape="1">
          <a:blip r:embed="rId19">
            <a:alphaModFix/>
          </a:blip>
          <a:srcRect b="0" l="1504" r="1494" t="0"/>
          <a:stretch/>
        </p:blipFill>
        <p:spPr>
          <a:xfrm>
            <a:off x="590096" y="3216784"/>
            <a:ext cx="79431" cy="79431"/>
          </a:xfrm>
          <a:prstGeom prst="rect">
            <a:avLst/>
          </a:prstGeom>
          <a:noFill/>
          <a:ln>
            <a:noFill/>
          </a:ln>
        </p:spPr>
      </p:pic>
      <p:pic>
        <p:nvPicPr>
          <p:cNvPr id="797" name="Google Shape;797;p60"/>
          <p:cNvPicPr preferRelativeResize="0"/>
          <p:nvPr/>
        </p:nvPicPr>
        <p:blipFill rotWithShape="1">
          <a:blip r:embed="rId20">
            <a:alphaModFix/>
          </a:blip>
          <a:srcRect b="0" l="593" r="583" t="0"/>
          <a:stretch/>
        </p:blipFill>
        <p:spPr>
          <a:xfrm>
            <a:off x="565002" y="3833569"/>
            <a:ext cx="115875" cy="115875"/>
          </a:xfrm>
          <a:prstGeom prst="rect">
            <a:avLst/>
          </a:prstGeom>
          <a:noFill/>
          <a:ln>
            <a:noFill/>
          </a:ln>
        </p:spPr>
      </p:pic>
      <p:pic>
        <p:nvPicPr>
          <p:cNvPr id="798" name="Google Shape;798;p60"/>
          <p:cNvPicPr preferRelativeResize="0"/>
          <p:nvPr/>
        </p:nvPicPr>
        <p:blipFill rotWithShape="1">
          <a:blip r:embed="rId21">
            <a:alphaModFix/>
          </a:blip>
          <a:srcRect b="0" l="583" r="593" t="0"/>
          <a:stretch/>
        </p:blipFill>
        <p:spPr>
          <a:xfrm>
            <a:off x="7395505" y="3531366"/>
            <a:ext cx="115875" cy="115875"/>
          </a:xfrm>
          <a:prstGeom prst="rect">
            <a:avLst/>
          </a:prstGeom>
          <a:noFill/>
          <a:ln>
            <a:noFill/>
          </a:ln>
        </p:spPr>
      </p:pic>
      <p:sp>
        <p:nvSpPr>
          <p:cNvPr id="799" name="Google Shape;799;p60"/>
          <p:cNvSpPr/>
          <p:nvPr/>
        </p:nvSpPr>
        <p:spPr>
          <a:xfrm>
            <a:off x="528679" y="2821500"/>
            <a:ext cx="1277100" cy="239100"/>
          </a:xfrm>
          <a:prstGeom prst="roundRect">
            <a:avLst>
              <a:gd fmla="val 16667" name="adj"/>
            </a:avLst>
          </a:prstGeom>
          <a:solidFill>
            <a:srgbClr val="F4F2F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Inter"/>
              <a:ea typeface="Inter"/>
              <a:cs typeface="Inter"/>
              <a:sym typeface="Inter"/>
            </a:endParaRPr>
          </a:p>
        </p:txBody>
      </p:sp>
      <p:sp>
        <p:nvSpPr>
          <p:cNvPr id="800" name="Google Shape;800;p60"/>
          <p:cNvSpPr txBox="1"/>
          <p:nvPr/>
        </p:nvSpPr>
        <p:spPr>
          <a:xfrm>
            <a:off x="733100" y="2895246"/>
            <a:ext cx="287400" cy="8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550">
                <a:solidFill>
                  <a:srgbClr val="000000"/>
                </a:solidFill>
                <a:latin typeface="Roboto Mono"/>
                <a:ea typeface="Roboto Mono"/>
                <a:cs typeface="Roboto Mono"/>
                <a:sym typeface="Roboto Mono"/>
              </a:rPr>
              <a:t>FLOW</a:t>
            </a:r>
            <a:endParaRPr b="1" sz="550">
              <a:solidFill>
                <a:srgbClr val="000000"/>
              </a:solidFill>
            </a:endParaRPr>
          </a:p>
        </p:txBody>
      </p:sp>
      <p:pic>
        <p:nvPicPr>
          <p:cNvPr id="801" name="Google Shape;801;p60"/>
          <p:cNvPicPr preferRelativeResize="0"/>
          <p:nvPr/>
        </p:nvPicPr>
        <p:blipFill rotWithShape="1">
          <a:blip r:embed="rId22">
            <a:alphaModFix/>
          </a:blip>
          <a:srcRect b="0" l="593" r="583" t="0"/>
          <a:stretch/>
        </p:blipFill>
        <p:spPr>
          <a:xfrm>
            <a:off x="566974" y="2883920"/>
            <a:ext cx="115875" cy="115875"/>
          </a:xfrm>
          <a:prstGeom prst="rect">
            <a:avLst/>
          </a:prstGeom>
          <a:noFill/>
          <a:ln>
            <a:noFill/>
          </a:ln>
        </p:spPr>
      </p:pic>
      <p:pic>
        <p:nvPicPr>
          <p:cNvPr id="802" name="Google Shape;802;p60"/>
          <p:cNvPicPr preferRelativeResize="0"/>
          <p:nvPr/>
        </p:nvPicPr>
        <p:blipFill rotWithShape="1">
          <a:blip r:embed="rId23">
            <a:alphaModFix amt="50000"/>
          </a:blip>
          <a:srcRect b="8" l="2243" r="23247" t="21009"/>
          <a:stretch/>
        </p:blipFill>
        <p:spPr>
          <a:xfrm>
            <a:off x="395075" y="1093700"/>
            <a:ext cx="1523100" cy="538500"/>
          </a:xfrm>
          <a:prstGeom prst="round2SameRect">
            <a:avLst>
              <a:gd fmla="val 15924" name="adj1"/>
              <a:gd fmla="val 0" name="adj2"/>
            </a:avLst>
          </a:prstGeom>
          <a:noFill/>
          <a:ln>
            <a:noFill/>
          </a:ln>
        </p:spPr>
      </p:pic>
      <p:pic>
        <p:nvPicPr>
          <p:cNvPr id="803" name="Google Shape;803;p60"/>
          <p:cNvPicPr preferRelativeResize="0"/>
          <p:nvPr/>
        </p:nvPicPr>
        <p:blipFill rotWithShape="1">
          <a:blip r:embed="rId24">
            <a:alphaModFix amt="50000"/>
          </a:blip>
          <a:srcRect b="0" l="10458" r="0" t="0"/>
          <a:stretch/>
        </p:blipFill>
        <p:spPr>
          <a:xfrm>
            <a:off x="2096087" y="1093700"/>
            <a:ext cx="1523100" cy="538500"/>
          </a:xfrm>
          <a:prstGeom prst="round2SameRect">
            <a:avLst>
              <a:gd fmla="val 15999" name="adj1"/>
              <a:gd fmla="val 0" name="adj2"/>
            </a:avLst>
          </a:prstGeom>
          <a:noFill/>
          <a:ln>
            <a:noFill/>
          </a:ln>
        </p:spPr>
      </p:pic>
      <p:pic>
        <p:nvPicPr>
          <p:cNvPr id="804" name="Google Shape;804;p60"/>
          <p:cNvPicPr preferRelativeResize="0"/>
          <p:nvPr/>
        </p:nvPicPr>
        <p:blipFill rotWithShape="1">
          <a:blip r:embed="rId25">
            <a:alphaModFix amt="50000"/>
          </a:blip>
          <a:srcRect b="7" l="3978" r="33471" t="33689"/>
          <a:stretch/>
        </p:blipFill>
        <p:spPr>
          <a:xfrm>
            <a:off x="3802524" y="1093700"/>
            <a:ext cx="1523100" cy="538500"/>
          </a:xfrm>
          <a:prstGeom prst="round2SameRect">
            <a:avLst>
              <a:gd fmla="val 16651" name="adj1"/>
              <a:gd fmla="val 0" name="adj2"/>
            </a:avLst>
          </a:prstGeom>
          <a:noFill/>
          <a:ln>
            <a:noFill/>
          </a:ln>
        </p:spPr>
      </p:pic>
      <p:pic>
        <p:nvPicPr>
          <p:cNvPr id="805" name="Google Shape;805;p60"/>
          <p:cNvPicPr preferRelativeResize="0"/>
          <p:nvPr/>
        </p:nvPicPr>
        <p:blipFill rotWithShape="1">
          <a:blip r:embed="rId26">
            <a:alphaModFix amt="50000"/>
          </a:blip>
          <a:srcRect b="7" l="3990" r="33467" t="33694"/>
          <a:stretch/>
        </p:blipFill>
        <p:spPr>
          <a:xfrm>
            <a:off x="5492789" y="1093752"/>
            <a:ext cx="1523100" cy="538500"/>
          </a:xfrm>
          <a:prstGeom prst="round2SameRect">
            <a:avLst>
              <a:gd fmla="val 16434" name="adj1"/>
              <a:gd fmla="val 0" name="adj2"/>
            </a:avLst>
          </a:prstGeom>
          <a:noFill/>
          <a:ln>
            <a:noFill/>
          </a:ln>
        </p:spPr>
      </p:pic>
      <p:pic>
        <p:nvPicPr>
          <p:cNvPr id="806" name="Google Shape;806;p60"/>
          <p:cNvPicPr preferRelativeResize="0"/>
          <p:nvPr/>
        </p:nvPicPr>
        <p:blipFill rotWithShape="1">
          <a:blip r:embed="rId27">
            <a:alphaModFix amt="50000"/>
          </a:blip>
          <a:srcRect b="0" l="2839" r="2830" t="0"/>
          <a:stretch/>
        </p:blipFill>
        <p:spPr>
          <a:xfrm>
            <a:off x="7199174" y="1093700"/>
            <a:ext cx="1523100" cy="538500"/>
          </a:xfrm>
          <a:prstGeom prst="round2SameRect">
            <a:avLst>
              <a:gd fmla="val 16566" name="adj1"/>
              <a:gd fmla="val 0" name="adj2"/>
            </a:avLst>
          </a:prstGeom>
          <a:noFill/>
          <a:ln>
            <a:noFill/>
          </a:ln>
        </p:spPr>
      </p:pic>
      <p:sp>
        <p:nvSpPr>
          <p:cNvPr id="807" name="Google Shape;807;p60"/>
          <p:cNvSpPr txBox="1"/>
          <p:nvPr/>
        </p:nvSpPr>
        <p:spPr>
          <a:xfrm>
            <a:off x="529561" y="2210208"/>
            <a:ext cx="1260600" cy="4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Select your </a:t>
            </a:r>
            <a:endParaRPr sz="1000">
              <a:solidFill>
                <a:srgbClr val="272832"/>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000">
                <a:solidFill>
                  <a:srgbClr val="272832"/>
                </a:solidFill>
                <a:latin typeface="Roboto Mono Medium"/>
                <a:ea typeface="Roboto Mono Medium"/>
                <a:cs typeface="Roboto Mono Medium"/>
                <a:sym typeface="Roboto Mono Medium"/>
              </a:rPr>
              <a:t>way to process payments online</a:t>
            </a:r>
            <a:endParaRPr sz="1000">
              <a:solidFill>
                <a:srgbClr val="272832"/>
              </a:solidFill>
              <a:latin typeface="Roboto Mono Medium"/>
              <a:ea typeface="Roboto Mono Medium"/>
              <a:cs typeface="Roboto Mono Medium"/>
              <a:sym typeface="Roboto Mono Medium"/>
            </a:endParaRPr>
          </a:p>
        </p:txBody>
      </p:sp>
    </p:spTree>
  </p:cSld>
  <p:clrMapOvr>
    <a:masterClrMapping/>
  </p:clrMapOvr>
  <p:transition spd="slow">
    <p:push/>
  </p:transition>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8. Marketecture Cover (Connect)">
  <p:cSld name="Framed image_1_1">
    <p:bg>
      <p:bgPr>
        <a:solidFill>
          <a:schemeClr val="dk2"/>
        </a:solidFill>
      </p:bgPr>
    </p:bg>
    <p:spTree>
      <p:nvGrpSpPr>
        <p:cNvPr id="808" name="Shape 808"/>
        <p:cNvGrpSpPr/>
        <p:nvPr/>
      </p:nvGrpSpPr>
      <p:grpSpPr>
        <a:xfrm>
          <a:off x="0" y="0"/>
          <a:ext cx="0" cy="0"/>
          <a:chOff x="0" y="0"/>
          <a:chExt cx="0" cy="0"/>
        </a:xfrm>
      </p:grpSpPr>
      <p:sp>
        <p:nvSpPr>
          <p:cNvPr id="809" name="Google Shape;809;p61"/>
          <p:cNvSpPr/>
          <p:nvPr/>
        </p:nvSpPr>
        <p:spPr>
          <a:xfrm>
            <a:off x="8530125" y="4585750"/>
            <a:ext cx="218400" cy="21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10" name="Google Shape;810;p61"/>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pic>
        <p:nvPicPr>
          <p:cNvPr id="811" name="Google Shape;811;p61"/>
          <p:cNvPicPr preferRelativeResize="0"/>
          <p:nvPr/>
        </p:nvPicPr>
        <p:blipFill rotWithShape="1">
          <a:blip r:embed="rId3">
            <a:alphaModFix/>
          </a:blip>
          <a:srcRect b="0" l="43301" r="0" t="0"/>
          <a:stretch/>
        </p:blipFill>
        <p:spPr>
          <a:xfrm>
            <a:off x="3959550" y="0"/>
            <a:ext cx="5184451" cy="5143500"/>
          </a:xfrm>
          <a:prstGeom prst="rect">
            <a:avLst/>
          </a:prstGeom>
          <a:noFill/>
          <a:ln>
            <a:noFill/>
          </a:ln>
        </p:spPr>
      </p:pic>
      <p:pic>
        <p:nvPicPr>
          <p:cNvPr id="812" name="Google Shape;812;p61"/>
          <p:cNvPicPr preferRelativeResize="0"/>
          <p:nvPr/>
        </p:nvPicPr>
        <p:blipFill rotWithShape="1">
          <a:blip r:embed="rId4">
            <a:alphaModFix/>
          </a:blip>
          <a:srcRect b="11185" l="0" r="0" t="11193"/>
          <a:stretch/>
        </p:blipFill>
        <p:spPr>
          <a:xfrm>
            <a:off x="441700" y="463918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9. Marketecture Cover (Move)">
  <p:cSld name="Framed image_1_1_2">
    <p:bg>
      <p:bgPr>
        <a:solidFill>
          <a:schemeClr val="dk2"/>
        </a:solidFill>
      </p:bgPr>
    </p:bg>
    <p:spTree>
      <p:nvGrpSpPr>
        <p:cNvPr id="813" name="Shape 813"/>
        <p:cNvGrpSpPr/>
        <p:nvPr/>
      </p:nvGrpSpPr>
      <p:grpSpPr>
        <a:xfrm>
          <a:off x="0" y="0"/>
          <a:ext cx="0" cy="0"/>
          <a:chOff x="0" y="0"/>
          <a:chExt cx="0" cy="0"/>
        </a:xfrm>
      </p:grpSpPr>
      <p:sp>
        <p:nvSpPr>
          <p:cNvPr id="814" name="Google Shape;814;p62"/>
          <p:cNvSpPr/>
          <p:nvPr/>
        </p:nvSpPr>
        <p:spPr>
          <a:xfrm>
            <a:off x="8530125" y="4585750"/>
            <a:ext cx="218400" cy="21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15" name="Google Shape;815;p62"/>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pic>
        <p:nvPicPr>
          <p:cNvPr id="816" name="Google Shape;816;p62"/>
          <p:cNvPicPr preferRelativeResize="0"/>
          <p:nvPr/>
        </p:nvPicPr>
        <p:blipFill rotWithShape="1">
          <a:blip r:embed="rId3">
            <a:alphaModFix/>
          </a:blip>
          <a:srcRect b="0" l="41090" r="0" t="0"/>
          <a:stretch/>
        </p:blipFill>
        <p:spPr>
          <a:xfrm>
            <a:off x="3757350" y="0"/>
            <a:ext cx="5386651" cy="5143500"/>
          </a:xfrm>
          <a:prstGeom prst="rect">
            <a:avLst/>
          </a:prstGeom>
          <a:noFill/>
          <a:ln>
            <a:noFill/>
          </a:ln>
        </p:spPr>
      </p:pic>
      <p:pic>
        <p:nvPicPr>
          <p:cNvPr id="817" name="Google Shape;817;p62"/>
          <p:cNvPicPr preferRelativeResize="0"/>
          <p:nvPr/>
        </p:nvPicPr>
        <p:blipFill rotWithShape="1">
          <a:blip r:embed="rId4">
            <a:alphaModFix/>
          </a:blip>
          <a:srcRect b="11185" l="0" r="0" t="11193"/>
          <a:stretch/>
        </p:blipFill>
        <p:spPr>
          <a:xfrm>
            <a:off x="441700" y="463918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0. Marketecture Cover (Protect)">
  <p:cSld name="Framed image_1_1_2_1">
    <p:bg>
      <p:bgPr>
        <a:solidFill>
          <a:schemeClr val="dk2"/>
        </a:solidFill>
      </p:bgPr>
    </p:bg>
    <p:spTree>
      <p:nvGrpSpPr>
        <p:cNvPr id="818" name="Shape 818"/>
        <p:cNvGrpSpPr/>
        <p:nvPr/>
      </p:nvGrpSpPr>
      <p:grpSpPr>
        <a:xfrm>
          <a:off x="0" y="0"/>
          <a:ext cx="0" cy="0"/>
          <a:chOff x="0" y="0"/>
          <a:chExt cx="0" cy="0"/>
        </a:xfrm>
      </p:grpSpPr>
      <p:sp>
        <p:nvSpPr>
          <p:cNvPr id="819" name="Google Shape;819;p63"/>
          <p:cNvSpPr/>
          <p:nvPr/>
        </p:nvSpPr>
        <p:spPr>
          <a:xfrm>
            <a:off x="8530125" y="4585750"/>
            <a:ext cx="218400" cy="21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20" name="Google Shape;820;p63"/>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pic>
        <p:nvPicPr>
          <p:cNvPr id="821" name="Google Shape;821;p63"/>
          <p:cNvPicPr preferRelativeResize="0"/>
          <p:nvPr/>
        </p:nvPicPr>
        <p:blipFill rotWithShape="1">
          <a:blip r:embed="rId3">
            <a:alphaModFix/>
          </a:blip>
          <a:srcRect b="0" l="41090" r="0" t="0"/>
          <a:stretch/>
        </p:blipFill>
        <p:spPr>
          <a:xfrm>
            <a:off x="3757350" y="0"/>
            <a:ext cx="5386651" cy="5143500"/>
          </a:xfrm>
          <a:prstGeom prst="rect">
            <a:avLst/>
          </a:prstGeom>
          <a:noFill/>
          <a:ln>
            <a:noFill/>
          </a:ln>
        </p:spPr>
      </p:pic>
      <p:pic>
        <p:nvPicPr>
          <p:cNvPr id="822" name="Google Shape;822;p63"/>
          <p:cNvPicPr preferRelativeResize="0"/>
          <p:nvPr/>
        </p:nvPicPr>
        <p:blipFill rotWithShape="1">
          <a:blip r:embed="rId4">
            <a:alphaModFix/>
          </a:blip>
          <a:srcRect b="11185" l="0" r="0" t="11193"/>
          <a:stretch/>
        </p:blipFill>
        <p:spPr>
          <a:xfrm>
            <a:off x="441700" y="463918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1. Marketecture Cover (Boost)">
  <p:cSld name="Framed image_1_1_2_1_1">
    <p:bg>
      <p:bgPr>
        <a:solidFill>
          <a:schemeClr val="dk2"/>
        </a:solidFill>
      </p:bgPr>
    </p:bg>
    <p:spTree>
      <p:nvGrpSpPr>
        <p:cNvPr id="823" name="Shape 823"/>
        <p:cNvGrpSpPr/>
        <p:nvPr/>
      </p:nvGrpSpPr>
      <p:grpSpPr>
        <a:xfrm>
          <a:off x="0" y="0"/>
          <a:ext cx="0" cy="0"/>
          <a:chOff x="0" y="0"/>
          <a:chExt cx="0" cy="0"/>
        </a:xfrm>
      </p:grpSpPr>
      <p:sp>
        <p:nvSpPr>
          <p:cNvPr id="824" name="Google Shape;824;p64"/>
          <p:cNvSpPr/>
          <p:nvPr/>
        </p:nvSpPr>
        <p:spPr>
          <a:xfrm>
            <a:off x="8530125" y="4585750"/>
            <a:ext cx="218400" cy="21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25" name="Google Shape;825;p64"/>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pic>
        <p:nvPicPr>
          <p:cNvPr id="826" name="Google Shape;826;p64"/>
          <p:cNvPicPr preferRelativeResize="0"/>
          <p:nvPr/>
        </p:nvPicPr>
        <p:blipFill rotWithShape="1">
          <a:blip r:embed="rId3">
            <a:alphaModFix/>
          </a:blip>
          <a:srcRect b="0" l="41090" r="0" t="0"/>
          <a:stretch/>
        </p:blipFill>
        <p:spPr>
          <a:xfrm>
            <a:off x="3757350" y="0"/>
            <a:ext cx="5386651" cy="5143500"/>
          </a:xfrm>
          <a:prstGeom prst="rect">
            <a:avLst/>
          </a:prstGeom>
          <a:noFill/>
          <a:ln>
            <a:noFill/>
          </a:ln>
        </p:spPr>
      </p:pic>
      <p:pic>
        <p:nvPicPr>
          <p:cNvPr id="827" name="Google Shape;827;p64"/>
          <p:cNvPicPr preferRelativeResize="0"/>
          <p:nvPr/>
        </p:nvPicPr>
        <p:blipFill rotWithShape="1">
          <a:blip r:embed="rId4">
            <a:alphaModFix/>
          </a:blip>
          <a:srcRect b="11185" l="0" r="0" t="11193"/>
          <a:stretch/>
        </p:blipFill>
        <p:spPr>
          <a:xfrm>
            <a:off x="441700" y="463918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2. Marketecture Cover (Manage)">
  <p:cSld name="Framed image_1_1_2_1_1_1">
    <p:bg>
      <p:bgPr>
        <a:solidFill>
          <a:schemeClr val="dk2"/>
        </a:solidFill>
      </p:bgPr>
    </p:bg>
    <p:spTree>
      <p:nvGrpSpPr>
        <p:cNvPr id="828" name="Shape 828"/>
        <p:cNvGrpSpPr/>
        <p:nvPr/>
      </p:nvGrpSpPr>
      <p:grpSpPr>
        <a:xfrm>
          <a:off x="0" y="0"/>
          <a:ext cx="0" cy="0"/>
          <a:chOff x="0" y="0"/>
          <a:chExt cx="0" cy="0"/>
        </a:xfrm>
      </p:grpSpPr>
      <p:sp>
        <p:nvSpPr>
          <p:cNvPr id="829" name="Google Shape;829;p65"/>
          <p:cNvSpPr/>
          <p:nvPr/>
        </p:nvSpPr>
        <p:spPr>
          <a:xfrm>
            <a:off x="8530125" y="4585750"/>
            <a:ext cx="218400" cy="21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30" name="Google Shape;830;p65"/>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pic>
        <p:nvPicPr>
          <p:cNvPr id="831" name="Google Shape;831;p65"/>
          <p:cNvPicPr preferRelativeResize="0"/>
          <p:nvPr/>
        </p:nvPicPr>
        <p:blipFill rotWithShape="1">
          <a:blip r:embed="rId3">
            <a:alphaModFix/>
          </a:blip>
          <a:srcRect b="0" l="41090" r="0" t="0"/>
          <a:stretch/>
        </p:blipFill>
        <p:spPr>
          <a:xfrm>
            <a:off x="3757350" y="0"/>
            <a:ext cx="5386651" cy="5143500"/>
          </a:xfrm>
          <a:prstGeom prst="rect">
            <a:avLst/>
          </a:prstGeom>
          <a:noFill/>
          <a:ln>
            <a:noFill/>
          </a:ln>
        </p:spPr>
      </p:pic>
      <p:pic>
        <p:nvPicPr>
          <p:cNvPr id="832" name="Google Shape;832;p65"/>
          <p:cNvPicPr preferRelativeResize="0"/>
          <p:nvPr/>
        </p:nvPicPr>
        <p:blipFill rotWithShape="1">
          <a:blip r:embed="rId4">
            <a:alphaModFix/>
          </a:blip>
          <a:srcRect b="11185" l="0" r="0" t="11193"/>
          <a:stretch/>
        </p:blipFill>
        <p:spPr>
          <a:xfrm>
            <a:off x="441700" y="463918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5. Title + Full-page Module (Dark)">
  <p:cSld name="Framed image_1_1_1">
    <p:bg>
      <p:bgPr>
        <a:solidFill>
          <a:schemeClr val="dk2"/>
        </a:solidFill>
      </p:bgPr>
    </p:bg>
    <p:spTree>
      <p:nvGrpSpPr>
        <p:cNvPr id="833" name="Shape 833"/>
        <p:cNvGrpSpPr/>
        <p:nvPr/>
      </p:nvGrpSpPr>
      <p:grpSpPr>
        <a:xfrm>
          <a:off x="0" y="0"/>
          <a:ext cx="0" cy="0"/>
          <a:chOff x="0" y="0"/>
          <a:chExt cx="0" cy="0"/>
        </a:xfrm>
      </p:grpSpPr>
      <p:sp>
        <p:nvSpPr>
          <p:cNvPr id="834" name="Google Shape;834;p66"/>
          <p:cNvSpPr/>
          <p:nvPr/>
        </p:nvSpPr>
        <p:spPr>
          <a:xfrm>
            <a:off x="8530125" y="4585750"/>
            <a:ext cx="218400" cy="21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35" name="Google Shape;835;p66"/>
          <p:cNvSpPr/>
          <p:nvPr/>
        </p:nvSpPr>
        <p:spPr>
          <a:xfrm>
            <a:off x="430100" y="1308525"/>
            <a:ext cx="8285400" cy="3017400"/>
          </a:xfrm>
          <a:prstGeom prst="roundRect">
            <a:avLst>
              <a:gd fmla="val 3713"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6" name="Google Shape;836;p66"/>
          <p:cNvSpPr txBox="1"/>
          <p:nvPr>
            <p:ph type="title"/>
          </p:nvPr>
        </p:nvSpPr>
        <p:spPr>
          <a:xfrm>
            <a:off x="419808" y="425875"/>
            <a:ext cx="24159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l">
              <a:lnSpc>
                <a:spcPct val="80000"/>
              </a:lnSpc>
              <a:spcBef>
                <a:spcPts val="0"/>
              </a:spcBef>
              <a:spcAft>
                <a:spcPts val="0"/>
              </a:spcAft>
              <a:buClr>
                <a:srgbClr val="000000"/>
              </a:buClr>
              <a:buSzPts val="1400"/>
              <a:buNone/>
              <a:defRPr sz="1400"/>
            </a:lvl2pPr>
            <a:lvl3pPr lvl="2" algn="l">
              <a:lnSpc>
                <a:spcPct val="80000"/>
              </a:lnSpc>
              <a:spcBef>
                <a:spcPts val="0"/>
              </a:spcBef>
              <a:spcAft>
                <a:spcPts val="0"/>
              </a:spcAft>
              <a:buClr>
                <a:srgbClr val="000000"/>
              </a:buClr>
              <a:buSzPts val="1400"/>
              <a:buNone/>
              <a:defRPr sz="1400"/>
            </a:lvl3pPr>
            <a:lvl4pPr lvl="3" algn="l">
              <a:lnSpc>
                <a:spcPct val="80000"/>
              </a:lnSpc>
              <a:spcBef>
                <a:spcPts val="0"/>
              </a:spcBef>
              <a:spcAft>
                <a:spcPts val="0"/>
              </a:spcAft>
              <a:buClr>
                <a:srgbClr val="000000"/>
              </a:buClr>
              <a:buSzPts val="1400"/>
              <a:buNone/>
              <a:defRPr sz="1400"/>
            </a:lvl4pPr>
            <a:lvl5pPr lvl="4" algn="l">
              <a:lnSpc>
                <a:spcPct val="80000"/>
              </a:lnSpc>
              <a:spcBef>
                <a:spcPts val="0"/>
              </a:spcBef>
              <a:spcAft>
                <a:spcPts val="0"/>
              </a:spcAft>
              <a:buClr>
                <a:srgbClr val="000000"/>
              </a:buClr>
              <a:buSzPts val="1400"/>
              <a:buNone/>
              <a:defRPr sz="1400"/>
            </a:lvl5pPr>
            <a:lvl6pPr lvl="5" algn="l">
              <a:lnSpc>
                <a:spcPct val="80000"/>
              </a:lnSpc>
              <a:spcBef>
                <a:spcPts val="0"/>
              </a:spcBef>
              <a:spcAft>
                <a:spcPts val="0"/>
              </a:spcAft>
              <a:buClr>
                <a:srgbClr val="000000"/>
              </a:buClr>
              <a:buSzPts val="1400"/>
              <a:buNone/>
              <a:defRPr sz="1400"/>
            </a:lvl6pPr>
            <a:lvl7pPr lvl="6" algn="l">
              <a:lnSpc>
                <a:spcPct val="80000"/>
              </a:lnSpc>
              <a:spcBef>
                <a:spcPts val="0"/>
              </a:spcBef>
              <a:spcAft>
                <a:spcPts val="0"/>
              </a:spcAft>
              <a:buClr>
                <a:srgbClr val="000000"/>
              </a:buClr>
              <a:buSzPts val="1400"/>
              <a:buNone/>
              <a:defRPr sz="1400"/>
            </a:lvl7pPr>
            <a:lvl8pPr lvl="7" algn="l">
              <a:lnSpc>
                <a:spcPct val="80000"/>
              </a:lnSpc>
              <a:spcBef>
                <a:spcPts val="0"/>
              </a:spcBef>
              <a:spcAft>
                <a:spcPts val="0"/>
              </a:spcAft>
              <a:buClr>
                <a:srgbClr val="000000"/>
              </a:buClr>
              <a:buSzPts val="1400"/>
              <a:buNone/>
              <a:defRPr sz="1400"/>
            </a:lvl8pPr>
            <a:lvl9pPr lvl="8" algn="l">
              <a:lnSpc>
                <a:spcPct val="80000"/>
              </a:lnSpc>
              <a:spcBef>
                <a:spcPts val="0"/>
              </a:spcBef>
              <a:spcAft>
                <a:spcPts val="0"/>
              </a:spcAft>
              <a:buClr>
                <a:srgbClr val="000000"/>
              </a:buClr>
              <a:buSzPts val="1400"/>
              <a:buNone/>
              <a:defRPr sz="1400"/>
            </a:lvl9pPr>
          </a:lstStyle>
          <a:p/>
        </p:txBody>
      </p:sp>
      <p:sp>
        <p:nvSpPr>
          <p:cNvPr id="837" name="Google Shape;837;p66"/>
          <p:cNvSpPr txBox="1"/>
          <p:nvPr>
            <p:ph idx="2" type="title"/>
          </p:nvPr>
        </p:nvSpPr>
        <p:spPr>
          <a:xfrm>
            <a:off x="5173376" y="425875"/>
            <a:ext cx="35295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200"/>
              <a:buFont typeface="Inter"/>
              <a:buNone/>
              <a:defRPr b="0" sz="1100">
                <a:solidFill>
                  <a:schemeClr val="accent3"/>
                </a:solidFill>
                <a:latin typeface="Inter"/>
                <a:ea typeface="Inter"/>
                <a:cs typeface="Inter"/>
                <a:sym typeface="Inter"/>
              </a:defRPr>
            </a:lvl1pPr>
            <a:lvl2pPr lvl="1"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2pPr>
            <a:lvl3pPr lvl="2"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3pPr>
            <a:lvl4pPr lvl="3"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4pPr>
            <a:lvl5pPr lvl="4"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5pPr>
            <a:lvl6pPr lvl="5"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6pPr>
            <a:lvl7pPr lvl="6"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7pPr>
            <a:lvl8pPr lvl="7"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8pPr>
            <a:lvl9pPr lvl="8" algn="l">
              <a:lnSpc>
                <a:spcPct val="80000"/>
              </a:lnSpc>
              <a:spcBef>
                <a:spcPts val="0"/>
              </a:spcBef>
              <a:spcAft>
                <a:spcPts val="0"/>
              </a:spcAft>
              <a:buClr>
                <a:schemeClr val="accent3"/>
              </a:buClr>
              <a:buSzPts val="700"/>
              <a:buFont typeface="Inter"/>
              <a:buNone/>
              <a:defRPr b="0">
                <a:solidFill>
                  <a:schemeClr val="accent3"/>
                </a:solidFill>
                <a:latin typeface="Inter"/>
                <a:ea typeface="Inter"/>
                <a:cs typeface="Inter"/>
                <a:sym typeface="Inter"/>
              </a:defRPr>
            </a:lvl9pPr>
          </a:lstStyle>
          <a:p/>
        </p:txBody>
      </p:sp>
      <p:pic>
        <p:nvPicPr>
          <p:cNvPr id="838" name="Google Shape;838;p66"/>
          <p:cNvPicPr preferRelativeResize="0"/>
          <p:nvPr/>
        </p:nvPicPr>
        <p:blipFill rotWithShape="1">
          <a:blip r:embed="rId2">
            <a:alphaModFix/>
          </a:blip>
          <a:srcRect b="11185" l="0" r="0" t="11193"/>
          <a:stretch/>
        </p:blipFill>
        <p:spPr>
          <a:xfrm>
            <a:off x="441700" y="4639184"/>
            <a:ext cx="968426" cy="169675"/>
          </a:xfrm>
          <a:prstGeom prst="rect">
            <a:avLst/>
          </a:prstGeom>
          <a:noFill/>
          <a:ln>
            <a:noFill/>
          </a:ln>
        </p:spPr>
      </p:pic>
      <p:sp>
        <p:nvSpPr>
          <p:cNvPr id="839" name="Google Shape;839;p66"/>
          <p:cNvSpPr/>
          <p:nvPr/>
        </p:nvSpPr>
        <p:spPr>
          <a:xfrm>
            <a:off x="7613250" y="4492275"/>
            <a:ext cx="1135200" cy="394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mc:AlternateContent>
    <mc:Choice Requires="p14">
      <p:transition p14:dur="15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6. Title + Side Module (Dark)">
  <p:cSld name="Framed image_1_1_1_1">
    <p:bg>
      <p:bgPr>
        <a:solidFill>
          <a:schemeClr val="dk2"/>
        </a:solidFill>
      </p:bgPr>
    </p:bg>
    <p:spTree>
      <p:nvGrpSpPr>
        <p:cNvPr id="840" name="Shape 840"/>
        <p:cNvGrpSpPr/>
        <p:nvPr/>
      </p:nvGrpSpPr>
      <p:grpSpPr>
        <a:xfrm>
          <a:off x="0" y="0"/>
          <a:ext cx="0" cy="0"/>
          <a:chOff x="0" y="0"/>
          <a:chExt cx="0" cy="0"/>
        </a:xfrm>
      </p:grpSpPr>
      <p:sp>
        <p:nvSpPr>
          <p:cNvPr id="841" name="Google Shape;841;p67"/>
          <p:cNvSpPr txBox="1"/>
          <p:nvPr>
            <p:ph type="title"/>
          </p:nvPr>
        </p:nvSpPr>
        <p:spPr>
          <a:xfrm>
            <a:off x="419800" y="425875"/>
            <a:ext cx="1674600" cy="39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l">
              <a:lnSpc>
                <a:spcPct val="80000"/>
              </a:lnSpc>
              <a:spcBef>
                <a:spcPts val="0"/>
              </a:spcBef>
              <a:spcAft>
                <a:spcPts val="0"/>
              </a:spcAft>
              <a:buClr>
                <a:srgbClr val="000000"/>
              </a:buClr>
              <a:buSzPts val="1400"/>
              <a:buNone/>
              <a:defRPr sz="1400"/>
            </a:lvl2pPr>
            <a:lvl3pPr lvl="2" algn="l">
              <a:lnSpc>
                <a:spcPct val="80000"/>
              </a:lnSpc>
              <a:spcBef>
                <a:spcPts val="0"/>
              </a:spcBef>
              <a:spcAft>
                <a:spcPts val="0"/>
              </a:spcAft>
              <a:buClr>
                <a:srgbClr val="000000"/>
              </a:buClr>
              <a:buSzPts val="1400"/>
              <a:buNone/>
              <a:defRPr sz="1400"/>
            </a:lvl3pPr>
            <a:lvl4pPr lvl="3" algn="l">
              <a:lnSpc>
                <a:spcPct val="80000"/>
              </a:lnSpc>
              <a:spcBef>
                <a:spcPts val="0"/>
              </a:spcBef>
              <a:spcAft>
                <a:spcPts val="0"/>
              </a:spcAft>
              <a:buClr>
                <a:srgbClr val="000000"/>
              </a:buClr>
              <a:buSzPts val="1400"/>
              <a:buNone/>
              <a:defRPr sz="1400"/>
            </a:lvl4pPr>
            <a:lvl5pPr lvl="4" algn="l">
              <a:lnSpc>
                <a:spcPct val="80000"/>
              </a:lnSpc>
              <a:spcBef>
                <a:spcPts val="0"/>
              </a:spcBef>
              <a:spcAft>
                <a:spcPts val="0"/>
              </a:spcAft>
              <a:buClr>
                <a:srgbClr val="000000"/>
              </a:buClr>
              <a:buSzPts val="1400"/>
              <a:buNone/>
              <a:defRPr sz="1400"/>
            </a:lvl5pPr>
            <a:lvl6pPr lvl="5" algn="l">
              <a:lnSpc>
                <a:spcPct val="80000"/>
              </a:lnSpc>
              <a:spcBef>
                <a:spcPts val="0"/>
              </a:spcBef>
              <a:spcAft>
                <a:spcPts val="0"/>
              </a:spcAft>
              <a:buClr>
                <a:srgbClr val="000000"/>
              </a:buClr>
              <a:buSzPts val="1400"/>
              <a:buNone/>
              <a:defRPr sz="1400"/>
            </a:lvl6pPr>
            <a:lvl7pPr lvl="6" algn="l">
              <a:lnSpc>
                <a:spcPct val="80000"/>
              </a:lnSpc>
              <a:spcBef>
                <a:spcPts val="0"/>
              </a:spcBef>
              <a:spcAft>
                <a:spcPts val="0"/>
              </a:spcAft>
              <a:buClr>
                <a:srgbClr val="000000"/>
              </a:buClr>
              <a:buSzPts val="1400"/>
              <a:buNone/>
              <a:defRPr sz="1400"/>
            </a:lvl7pPr>
            <a:lvl8pPr lvl="7" algn="l">
              <a:lnSpc>
                <a:spcPct val="80000"/>
              </a:lnSpc>
              <a:spcBef>
                <a:spcPts val="0"/>
              </a:spcBef>
              <a:spcAft>
                <a:spcPts val="0"/>
              </a:spcAft>
              <a:buClr>
                <a:srgbClr val="000000"/>
              </a:buClr>
              <a:buSzPts val="1400"/>
              <a:buNone/>
              <a:defRPr sz="1400"/>
            </a:lvl8pPr>
            <a:lvl9pPr lvl="8" algn="l">
              <a:lnSpc>
                <a:spcPct val="80000"/>
              </a:lnSpc>
              <a:spcBef>
                <a:spcPts val="0"/>
              </a:spcBef>
              <a:spcAft>
                <a:spcPts val="0"/>
              </a:spcAft>
              <a:buClr>
                <a:srgbClr val="000000"/>
              </a:buClr>
              <a:buSzPts val="1400"/>
              <a:buNone/>
              <a:defRPr sz="1400"/>
            </a:lvl9pPr>
          </a:lstStyle>
          <a:p/>
        </p:txBody>
      </p:sp>
      <p:sp>
        <p:nvSpPr>
          <p:cNvPr id="842" name="Google Shape;842;p67"/>
          <p:cNvSpPr txBox="1"/>
          <p:nvPr>
            <p:ph idx="2" type="title"/>
          </p:nvPr>
        </p:nvSpPr>
        <p:spPr>
          <a:xfrm>
            <a:off x="419800" y="1054000"/>
            <a:ext cx="1479000" cy="8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
              <a:buFont typeface="Inter"/>
              <a:buNone/>
              <a:defRPr b="0" sz="1100">
                <a:solidFill>
                  <a:schemeClr val="lt1"/>
                </a:solidFill>
                <a:latin typeface="Inter"/>
                <a:ea typeface="Inter"/>
                <a:cs typeface="Inter"/>
                <a:sym typeface="Inter"/>
              </a:defRPr>
            </a:lvl1pPr>
            <a:lvl2pPr lvl="1"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lgn="l">
              <a:lnSpc>
                <a:spcPct val="80000"/>
              </a:lnSpc>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843" name="Google Shape;843;p67"/>
          <p:cNvSpPr/>
          <p:nvPr/>
        </p:nvSpPr>
        <p:spPr>
          <a:xfrm>
            <a:off x="2397600" y="421825"/>
            <a:ext cx="6317700" cy="3904200"/>
          </a:xfrm>
          <a:prstGeom prst="roundRect">
            <a:avLst>
              <a:gd fmla="val 3713"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4" name="Google Shape;844;p67"/>
          <p:cNvPicPr preferRelativeResize="0"/>
          <p:nvPr/>
        </p:nvPicPr>
        <p:blipFill rotWithShape="1">
          <a:blip r:embed="rId2">
            <a:alphaModFix/>
          </a:blip>
          <a:srcRect b="11185" l="0" r="0" t="11193"/>
          <a:stretch/>
        </p:blipFill>
        <p:spPr>
          <a:xfrm>
            <a:off x="441700" y="463918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7. Product Cover Page">
  <p:cSld name="Title_1_2">
    <p:bg>
      <p:bgPr>
        <a:solidFill>
          <a:schemeClr val="lt2"/>
        </a:solidFill>
      </p:bgPr>
    </p:bg>
    <p:spTree>
      <p:nvGrpSpPr>
        <p:cNvPr id="845" name="Shape 845"/>
        <p:cNvGrpSpPr/>
        <p:nvPr/>
      </p:nvGrpSpPr>
      <p:grpSpPr>
        <a:xfrm>
          <a:off x="0" y="0"/>
          <a:ext cx="0" cy="0"/>
          <a:chOff x="0" y="0"/>
          <a:chExt cx="0" cy="0"/>
        </a:xfrm>
      </p:grpSpPr>
      <p:sp>
        <p:nvSpPr>
          <p:cNvPr id="846" name="Google Shape;846;p68"/>
          <p:cNvSpPr txBox="1"/>
          <p:nvPr>
            <p:ph type="title"/>
          </p:nvPr>
        </p:nvSpPr>
        <p:spPr>
          <a:xfrm>
            <a:off x="431000" y="1813125"/>
            <a:ext cx="3335700" cy="78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500"/>
              <a:buNone/>
              <a:defRPr sz="2500"/>
            </a:lvl1pPr>
            <a:lvl2pPr lvl="1" algn="l">
              <a:lnSpc>
                <a:spcPct val="90000"/>
              </a:lnSpc>
              <a:spcBef>
                <a:spcPts val="0"/>
              </a:spcBef>
              <a:spcAft>
                <a:spcPts val="0"/>
              </a:spcAft>
              <a:buClr>
                <a:srgbClr val="000000"/>
              </a:buClr>
              <a:buSzPts val="2500"/>
              <a:buNone/>
              <a:defRPr sz="2500"/>
            </a:lvl2pPr>
            <a:lvl3pPr lvl="2" algn="l">
              <a:lnSpc>
                <a:spcPct val="90000"/>
              </a:lnSpc>
              <a:spcBef>
                <a:spcPts val="0"/>
              </a:spcBef>
              <a:spcAft>
                <a:spcPts val="0"/>
              </a:spcAft>
              <a:buClr>
                <a:srgbClr val="000000"/>
              </a:buClr>
              <a:buSzPts val="2500"/>
              <a:buNone/>
              <a:defRPr sz="2500"/>
            </a:lvl3pPr>
            <a:lvl4pPr lvl="3" algn="l">
              <a:lnSpc>
                <a:spcPct val="90000"/>
              </a:lnSpc>
              <a:spcBef>
                <a:spcPts val="0"/>
              </a:spcBef>
              <a:spcAft>
                <a:spcPts val="0"/>
              </a:spcAft>
              <a:buClr>
                <a:srgbClr val="000000"/>
              </a:buClr>
              <a:buSzPts val="2500"/>
              <a:buNone/>
              <a:defRPr sz="2500"/>
            </a:lvl4pPr>
            <a:lvl5pPr lvl="4" algn="l">
              <a:lnSpc>
                <a:spcPct val="90000"/>
              </a:lnSpc>
              <a:spcBef>
                <a:spcPts val="0"/>
              </a:spcBef>
              <a:spcAft>
                <a:spcPts val="0"/>
              </a:spcAft>
              <a:buClr>
                <a:srgbClr val="000000"/>
              </a:buClr>
              <a:buSzPts val="2500"/>
              <a:buNone/>
              <a:defRPr sz="2500"/>
            </a:lvl5pPr>
            <a:lvl6pPr lvl="5" algn="l">
              <a:lnSpc>
                <a:spcPct val="90000"/>
              </a:lnSpc>
              <a:spcBef>
                <a:spcPts val="0"/>
              </a:spcBef>
              <a:spcAft>
                <a:spcPts val="0"/>
              </a:spcAft>
              <a:buClr>
                <a:srgbClr val="000000"/>
              </a:buClr>
              <a:buSzPts val="2500"/>
              <a:buNone/>
              <a:defRPr sz="2500"/>
            </a:lvl6pPr>
            <a:lvl7pPr lvl="6" algn="l">
              <a:lnSpc>
                <a:spcPct val="90000"/>
              </a:lnSpc>
              <a:spcBef>
                <a:spcPts val="0"/>
              </a:spcBef>
              <a:spcAft>
                <a:spcPts val="0"/>
              </a:spcAft>
              <a:buClr>
                <a:srgbClr val="000000"/>
              </a:buClr>
              <a:buSzPts val="2500"/>
              <a:buNone/>
              <a:defRPr sz="2500"/>
            </a:lvl7pPr>
            <a:lvl8pPr lvl="7" algn="l">
              <a:lnSpc>
                <a:spcPct val="90000"/>
              </a:lnSpc>
              <a:spcBef>
                <a:spcPts val="0"/>
              </a:spcBef>
              <a:spcAft>
                <a:spcPts val="0"/>
              </a:spcAft>
              <a:buClr>
                <a:srgbClr val="000000"/>
              </a:buClr>
              <a:buSzPts val="2500"/>
              <a:buNone/>
              <a:defRPr sz="2500"/>
            </a:lvl8pPr>
            <a:lvl9pPr lvl="8" algn="l">
              <a:lnSpc>
                <a:spcPct val="90000"/>
              </a:lnSpc>
              <a:spcBef>
                <a:spcPts val="0"/>
              </a:spcBef>
              <a:spcAft>
                <a:spcPts val="0"/>
              </a:spcAft>
              <a:buClr>
                <a:srgbClr val="000000"/>
              </a:buClr>
              <a:buSzPts val="2500"/>
              <a:buNone/>
              <a:defRPr sz="2500"/>
            </a:lvl9pPr>
          </a:lstStyle>
          <a:p/>
        </p:txBody>
      </p:sp>
      <p:sp>
        <p:nvSpPr>
          <p:cNvPr id="847" name="Google Shape;847;p68"/>
          <p:cNvSpPr/>
          <p:nvPr/>
        </p:nvSpPr>
        <p:spPr>
          <a:xfrm>
            <a:off x="0" y="4566450"/>
            <a:ext cx="9153600" cy="576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48" name="Google Shape;848;p68"/>
          <p:cNvSpPr txBox="1"/>
          <p:nvPr>
            <p:ph idx="1" type="body"/>
          </p:nvPr>
        </p:nvSpPr>
        <p:spPr>
          <a:xfrm>
            <a:off x="431000" y="2967575"/>
            <a:ext cx="2889000" cy="198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500"/>
              </a:spcBef>
              <a:spcAft>
                <a:spcPts val="0"/>
              </a:spcAft>
              <a:buSzPts val="1100"/>
              <a:buNone/>
              <a:defRPr sz="1100"/>
            </a:lvl1pPr>
            <a:lvl2pPr indent="-228600" lvl="1" marL="914400" algn="l">
              <a:lnSpc>
                <a:spcPct val="110000"/>
              </a:lnSpc>
              <a:spcBef>
                <a:spcPts val="500"/>
              </a:spcBef>
              <a:spcAft>
                <a:spcPts val="0"/>
              </a:spcAft>
              <a:buSzPts val="1100"/>
              <a:buNone/>
              <a:defRPr sz="1100"/>
            </a:lvl2pPr>
            <a:lvl3pPr indent="-228600" lvl="2" marL="1371600" algn="l">
              <a:lnSpc>
                <a:spcPct val="100000"/>
              </a:lnSpc>
              <a:spcBef>
                <a:spcPts val="400"/>
              </a:spcBef>
              <a:spcAft>
                <a:spcPts val="0"/>
              </a:spcAft>
              <a:buClr>
                <a:schemeClr val="dk1"/>
              </a:buClr>
              <a:buSzPts val="1100"/>
              <a:buNone/>
              <a:defRPr sz="1100"/>
            </a:lvl3pPr>
            <a:lvl4pPr indent="-228600" lvl="3" marL="1828800" algn="l">
              <a:lnSpc>
                <a:spcPct val="110000"/>
              </a:lnSpc>
              <a:spcBef>
                <a:spcPts val="800"/>
              </a:spcBef>
              <a:spcAft>
                <a:spcPts val="0"/>
              </a:spcAft>
              <a:buSzPts val="1100"/>
              <a:buNone/>
              <a:defRPr sz="1100"/>
            </a:lvl4pPr>
            <a:lvl5pPr indent="-228600" lvl="4" marL="2286000" algn="l">
              <a:lnSpc>
                <a:spcPct val="90000"/>
              </a:lnSpc>
              <a:spcBef>
                <a:spcPts val="600"/>
              </a:spcBef>
              <a:spcAft>
                <a:spcPts val="0"/>
              </a:spcAft>
              <a:buSzPts val="1100"/>
              <a:buFont typeface="Inter"/>
              <a:buNone/>
              <a:defRPr sz="1100">
                <a:latin typeface="Inter"/>
                <a:ea typeface="Inter"/>
                <a:cs typeface="Inter"/>
                <a:sym typeface="Inter"/>
              </a:defRPr>
            </a:lvl5pPr>
            <a:lvl6pPr indent="-228600" lvl="5" marL="2743200" algn="l">
              <a:lnSpc>
                <a:spcPct val="110000"/>
              </a:lnSpc>
              <a:spcBef>
                <a:spcPts val="700"/>
              </a:spcBef>
              <a:spcAft>
                <a:spcPts val="0"/>
              </a:spcAft>
              <a:buClr>
                <a:schemeClr val="dk1"/>
              </a:buClr>
              <a:buSzPts val="1100"/>
              <a:buFont typeface="Inter"/>
              <a:buNone/>
              <a:defRPr sz="1100">
                <a:latin typeface="Inter"/>
                <a:ea typeface="Inter"/>
                <a:cs typeface="Inter"/>
                <a:sym typeface="Inter"/>
              </a:defRPr>
            </a:lvl6pPr>
            <a:lvl7pPr indent="-228600" lvl="6" marL="3200400" algn="l">
              <a:lnSpc>
                <a:spcPct val="90000"/>
              </a:lnSpc>
              <a:spcBef>
                <a:spcPts val="100"/>
              </a:spcBef>
              <a:spcAft>
                <a:spcPts val="0"/>
              </a:spcAft>
              <a:buClr>
                <a:schemeClr val="dk1"/>
              </a:buClr>
              <a:buSzPts val="1100"/>
              <a:buFont typeface="Inter"/>
              <a:buNone/>
              <a:defRPr sz="1100">
                <a:latin typeface="Inter"/>
                <a:ea typeface="Inter"/>
                <a:cs typeface="Inter"/>
                <a:sym typeface="Inter"/>
              </a:defRPr>
            </a:lvl7pPr>
            <a:lvl8pPr indent="-228600" lvl="7" marL="3657600" algn="l">
              <a:lnSpc>
                <a:spcPct val="90000"/>
              </a:lnSpc>
              <a:spcBef>
                <a:spcPts val="1200"/>
              </a:spcBef>
              <a:spcAft>
                <a:spcPts val="0"/>
              </a:spcAft>
              <a:buClr>
                <a:schemeClr val="dk1"/>
              </a:buClr>
              <a:buSzPts val="1100"/>
              <a:buFont typeface="Inter"/>
              <a:buNone/>
              <a:defRPr b="0" sz="1100">
                <a:latin typeface="Inter"/>
                <a:ea typeface="Inter"/>
                <a:cs typeface="Inter"/>
                <a:sym typeface="Inter"/>
              </a:defRPr>
            </a:lvl8pPr>
            <a:lvl9pPr indent="-228600" lvl="8" marL="4114800" algn="l">
              <a:lnSpc>
                <a:spcPct val="90000"/>
              </a:lnSpc>
              <a:spcBef>
                <a:spcPts val="1200"/>
              </a:spcBef>
              <a:spcAft>
                <a:spcPts val="800"/>
              </a:spcAft>
              <a:buClr>
                <a:schemeClr val="dk1"/>
              </a:buClr>
              <a:buSzPts val="1100"/>
              <a:buFont typeface="Inter"/>
              <a:buNone/>
              <a:defRPr b="0" sz="1100">
                <a:latin typeface="Inter"/>
                <a:ea typeface="Inter"/>
                <a:cs typeface="Inter"/>
                <a:sym typeface="Inter"/>
              </a:defRPr>
            </a:lvl9pPr>
          </a:lstStyle>
          <a:p/>
        </p:txBody>
      </p:sp>
      <p:sp>
        <p:nvSpPr>
          <p:cNvPr id="849" name="Google Shape;849;p68"/>
          <p:cNvSpPr/>
          <p:nvPr/>
        </p:nvSpPr>
        <p:spPr>
          <a:xfrm>
            <a:off x="4021350" y="759275"/>
            <a:ext cx="4694100" cy="3693900"/>
          </a:xfrm>
          <a:prstGeom prst="roundRect">
            <a:avLst>
              <a:gd fmla="val 2454"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8"/>
          <p:cNvSpPr/>
          <p:nvPr/>
        </p:nvSpPr>
        <p:spPr>
          <a:xfrm>
            <a:off x="421500" y="759275"/>
            <a:ext cx="3335700" cy="702900"/>
          </a:xfrm>
          <a:prstGeom prst="roundRect">
            <a:avLst>
              <a:gd fmla="val 1293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1" name="Google Shape;851;p68"/>
          <p:cNvPicPr preferRelativeResize="0"/>
          <p:nvPr/>
        </p:nvPicPr>
        <p:blipFill>
          <a:blip r:embed="rId2">
            <a:alphaModFix/>
          </a:blip>
          <a:stretch>
            <a:fillRect/>
          </a:stretch>
        </p:blipFill>
        <p:spPr>
          <a:xfrm>
            <a:off x="7754239" y="4590259"/>
            <a:ext cx="968449" cy="21860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3. Product Title (Dark)" showMasterSp="0">
  <p:cSld name="Title Black_1_1">
    <p:bg>
      <p:bgPr>
        <a:solidFill>
          <a:schemeClr val="dk2"/>
        </a:solidFill>
      </p:bgPr>
    </p:bg>
    <p:spTree>
      <p:nvGrpSpPr>
        <p:cNvPr id="852" name="Shape 852"/>
        <p:cNvGrpSpPr/>
        <p:nvPr/>
      </p:nvGrpSpPr>
      <p:grpSpPr>
        <a:xfrm>
          <a:off x="0" y="0"/>
          <a:ext cx="0" cy="0"/>
          <a:chOff x="0" y="0"/>
          <a:chExt cx="0" cy="0"/>
        </a:xfrm>
      </p:grpSpPr>
      <p:sp>
        <p:nvSpPr>
          <p:cNvPr id="853" name="Google Shape;853;p69"/>
          <p:cNvSpPr txBox="1"/>
          <p:nvPr>
            <p:ph idx="1" type="body"/>
          </p:nvPr>
        </p:nvSpPr>
        <p:spPr>
          <a:xfrm>
            <a:off x="419805" y="1934850"/>
            <a:ext cx="4173300" cy="1751400"/>
          </a:xfrm>
          <a:prstGeom prst="rect">
            <a:avLst/>
          </a:prstGeom>
          <a:noFill/>
          <a:ln>
            <a:noFill/>
          </a:ln>
        </p:spPr>
        <p:txBody>
          <a:bodyPr anchorCtr="0" anchor="t" bIns="0" lIns="0" spcFirstLastPara="1" rIns="0" wrap="square" tIns="0">
            <a:noAutofit/>
          </a:bodyPr>
          <a:lstStyle>
            <a:lvl1pPr indent="-228600" lvl="0" marL="457200" marR="0" algn="l">
              <a:lnSpc>
                <a:spcPct val="85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1pPr>
            <a:lvl2pPr indent="-228600" lvl="1" marL="914400" marR="0" algn="l">
              <a:lnSpc>
                <a:spcPct val="80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2pPr>
            <a:lvl3pPr indent="-228600" lvl="2" marL="1371600" marR="0" algn="l">
              <a:lnSpc>
                <a:spcPct val="80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3pPr>
            <a:lvl4pPr indent="-228600" lvl="3" marL="1828800" marR="0" algn="l">
              <a:lnSpc>
                <a:spcPct val="80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4pPr>
            <a:lvl5pPr indent="-228600" lvl="4" marL="2286000" marR="0" algn="l">
              <a:lnSpc>
                <a:spcPct val="80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5pPr>
            <a:lvl6pPr indent="-228600" lvl="5" marL="2743200" marR="0" algn="l">
              <a:lnSpc>
                <a:spcPct val="80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6pPr>
            <a:lvl7pPr indent="-228600" lvl="6" marL="3200400" marR="0" algn="l">
              <a:lnSpc>
                <a:spcPct val="80000"/>
              </a:lnSpc>
              <a:spcBef>
                <a:spcPts val="0"/>
              </a:spcBef>
              <a:spcAft>
                <a:spcPts val="0"/>
              </a:spcAft>
              <a:buClr>
                <a:schemeClr val="lt1"/>
              </a:buClr>
              <a:buSzPts val="3200"/>
              <a:buFont typeface="Roboto Mono"/>
              <a:buNone/>
              <a:defRPr b="1" i="0" sz="3200" u="none" cap="none" strike="noStrike">
                <a:solidFill>
                  <a:schemeClr val="lt1"/>
                </a:solidFill>
                <a:latin typeface="Roboto Mono"/>
                <a:ea typeface="Roboto Mono"/>
                <a:cs typeface="Roboto Mono"/>
                <a:sym typeface="Roboto Mono"/>
              </a:defRPr>
            </a:lvl7pPr>
            <a:lvl8pPr indent="-228600" lvl="7" marL="3657600" marR="0" algn="l">
              <a:lnSpc>
                <a:spcPct val="80000"/>
              </a:lnSpc>
              <a:spcBef>
                <a:spcPts val="0"/>
              </a:spcBef>
              <a:spcAft>
                <a:spcPts val="0"/>
              </a:spcAft>
              <a:buClr>
                <a:schemeClr val="lt1"/>
              </a:buClr>
              <a:buSzPts val="3200"/>
              <a:buNone/>
              <a:defRPr i="0" sz="3200" u="none" cap="none" strike="noStrike">
                <a:solidFill>
                  <a:schemeClr val="lt1"/>
                </a:solidFill>
              </a:defRPr>
            </a:lvl8pPr>
            <a:lvl9pPr indent="-228600" lvl="8" marL="4114800" marR="0" algn="l">
              <a:lnSpc>
                <a:spcPct val="80000"/>
              </a:lnSpc>
              <a:spcBef>
                <a:spcPts val="0"/>
              </a:spcBef>
              <a:spcAft>
                <a:spcPts val="0"/>
              </a:spcAft>
              <a:buClr>
                <a:schemeClr val="lt1"/>
              </a:buClr>
              <a:buSzPts val="3200"/>
              <a:buNone/>
              <a:defRPr i="0" sz="3200" u="none" cap="none" strike="noStrike">
                <a:solidFill>
                  <a:schemeClr val="lt1"/>
                </a:solidFill>
              </a:defRPr>
            </a:lvl9pPr>
          </a:lstStyle>
          <a:p/>
        </p:txBody>
      </p:sp>
      <p:pic>
        <p:nvPicPr>
          <p:cNvPr id="854" name="Google Shape;854;p69"/>
          <p:cNvPicPr preferRelativeResize="0"/>
          <p:nvPr/>
        </p:nvPicPr>
        <p:blipFill rotWithShape="1">
          <a:blip r:embed="rId2">
            <a:alphaModFix/>
          </a:blip>
          <a:srcRect b="-15909" l="0" r="85915" t="-302"/>
          <a:stretch/>
        </p:blipFill>
        <p:spPr>
          <a:xfrm>
            <a:off x="8601273" y="4629531"/>
            <a:ext cx="147636" cy="154340"/>
          </a:xfrm>
          <a:prstGeom prst="rect">
            <a:avLst/>
          </a:prstGeom>
          <a:noFill/>
          <a:ln>
            <a:noFill/>
          </a:ln>
        </p:spPr>
      </p:pic>
      <p:sp>
        <p:nvSpPr>
          <p:cNvPr id="855" name="Google Shape;855;p69"/>
          <p:cNvSpPr/>
          <p:nvPr/>
        </p:nvSpPr>
        <p:spPr>
          <a:xfrm>
            <a:off x="7963750" y="4192500"/>
            <a:ext cx="1122300" cy="84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56" name="Google Shape;856;p69"/>
          <p:cNvPicPr preferRelativeResize="0"/>
          <p:nvPr/>
        </p:nvPicPr>
        <p:blipFill rotWithShape="1">
          <a:blip r:embed="rId3">
            <a:alphaModFix/>
          </a:blip>
          <a:srcRect b="11185" l="0" r="0" t="11193"/>
          <a:stretch/>
        </p:blipFill>
        <p:spPr>
          <a:xfrm>
            <a:off x="411923" y="420326"/>
            <a:ext cx="1122300" cy="19663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4. Product Title Details (Dark)" showMasterSp="0">
  <p:cSld name="1. Divider statement _ dark 2">
    <p:bg>
      <p:bgPr>
        <a:solidFill>
          <a:schemeClr val="dk2"/>
        </a:solidFill>
      </p:bgPr>
    </p:bg>
    <p:spTree>
      <p:nvGrpSpPr>
        <p:cNvPr id="857" name="Shape 857"/>
        <p:cNvGrpSpPr/>
        <p:nvPr/>
      </p:nvGrpSpPr>
      <p:grpSpPr>
        <a:xfrm>
          <a:off x="0" y="0"/>
          <a:ext cx="0" cy="0"/>
          <a:chOff x="0" y="0"/>
          <a:chExt cx="0" cy="0"/>
        </a:xfrm>
      </p:grpSpPr>
      <p:sp>
        <p:nvSpPr>
          <p:cNvPr id="858" name="Google Shape;858;p70"/>
          <p:cNvSpPr txBox="1"/>
          <p:nvPr>
            <p:ph idx="1" type="body"/>
          </p:nvPr>
        </p:nvSpPr>
        <p:spPr>
          <a:xfrm>
            <a:off x="962875" y="2732350"/>
            <a:ext cx="2024700" cy="2003400"/>
          </a:xfrm>
          <a:prstGeom prst="rect">
            <a:avLst/>
          </a:prstGeom>
          <a:noFill/>
          <a:ln>
            <a:noFill/>
          </a:ln>
        </p:spPr>
        <p:txBody>
          <a:bodyPr anchorCtr="0" anchor="t" bIns="0" lIns="0" spcFirstLastPara="1" rIns="0" wrap="square" tIns="0">
            <a:noAutofit/>
          </a:bodyPr>
          <a:lstStyle>
            <a:lvl1pPr indent="-228600" lvl="0" marL="457200" marR="0">
              <a:lnSpc>
                <a:spcPct val="150000"/>
              </a:lnSpc>
              <a:spcBef>
                <a:spcPts val="0"/>
              </a:spcBef>
              <a:spcAft>
                <a:spcPts val="0"/>
              </a:spcAft>
              <a:buClr>
                <a:schemeClr val="lt1"/>
              </a:buClr>
              <a:buSzPts val="900"/>
              <a:buFont typeface="Roboto Mono Medium"/>
              <a:buNone/>
              <a:defRPr i="0" u="none" cap="none" strike="noStrike">
                <a:solidFill>
                  <a:schemeClr val="lt1"/>
                </a:solidFill>
                <a:latin typeface="Roboto Mono Medium"/>
                <a:ea typeface="Roboto Mono Medium"/>
                <a:cs typeface="Roboto Mono Medium"/>
                <a:sym typeface="Roboto Mono Medium"/>
              </a:defRPr>
            </a:lvl1pPr>
            <a:lvl2pPr indent="-228600" lvl="1" marL="914400" marR="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2pPr>
            <a:lvl3pPr indent="-228600" lvl="2" marL="1371600" marR="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3pPr>
            <a:lvl4pPr indent="-228600" lvl="3" marL="1828800" marR="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4pPr>
            <a:lvl5pPr indent="-228600" lvl="4" marL="2286000" marR="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5pPr>
            <a:lvl6pPr indent="-228600" lvl="5" marL="2743200" marR="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6pPr>
            <a:lvl7pPr indent="-228600" lvl="6" marL="3200400" marR="0">
              <a:lnSpc>
                <a:spcPct val="150000"/>
              </a:lnSpc>
              <a:spcBef>
                <a:spcPts val="0"/>
              </a:spcBef>
              <a:spcAft>
                <a:spcPts val="0"/>
              </a:spcAft>
              <a:buClr>
                <a:schemeClr val="lt1"/>
              </a:buClr>
              <a:buSzPts val="900"/>
              <a:buFont typeface="Roboto Mono Medium"/>
              <a:buNone/>
              <a:defRPr i="0" u="none" cap="none" strike="noStrike">
                <a:solidFill>
                  <a:schemeClr val="lt1"/>
                </a:solidFill>
                <a:latin typeface="Roboto Mono Medium"/>
                <a:ea typeface="Roboto Mono Medium"/>
                <a:cs typeface="Roboto Mono Medium"/>
                <a:sym typeface="Roboto Mono Medium"/>
              </a:defRPr>
            </a:lvl7pPr>
            <a:lvl8pPr indent="-228600" lvl="7" marL="3657600" marR="0">
              <a:lnSpc>
                <a:spcPct val="150000"/>
              </a:lnSpc>
              <a:spcBef>
                <a:spcPts val="0"/>
              </a:spcBef>
              <a:spcAft>
                <a:spcPts val="0"/>
              </a:spcAft>
              <a:buClr>
                <a:schemeClr val="lt1"/>
              </a:buClr>
              <a:buSzPts val="900"/>
              <a:buFont typeface="Roboto Mono Medium"/>
              <a:buNone/>
              <a:defRPr b="0" i="0" sz="900" u="none" cap="none" strike="noStrike">
                <a:solidFill>
                  <a:schemeClr val="lt1"/>
                </a:solidFill>
                <a:latin typeface="Roboto Mono Medium"/>
                <a:ea typeface="Roboto Mono Medium"/>
                <a:cs typeface="Roboto Mono Medium"/>
                <a:sym typeface="Roboto Mono Medium"/>
              </a:defRPr>
            </a:lvl8pPr>
            <a:lvl9pPr indent="-228600" lvl="8" marL="4114800" marR="0">
              <a:lnSpc>
                <a:spcPct val="150000"/>
              </a:lnSpc>
              <a:spcBef>
                <a:spcPts val="0"/>
              </a:spcBef>
              <a:spcAft>
                <a:spcPts val="0"/>
              </a:spcAft>
              <a:buClr>
                <a:schemeClr val="lt1"/>
              </a:buClr>
              <a:buSzPts val="900"/>
              <a:buFont typeface="Roboto Mono Medium"/>
              <a:buNone/>
              <a:defRPr b="0" i="0" sz="900" u="none" cap="none" strike="noStrike">
                <a:solidFill>
                  <a:schemeClr val="lt1"/>
                </a:solidFill>
                <a:latin typeface="Roboto Mono Medium"/>
                <a:ea typeface="Roboto Mono Medium"/>
                <a:cs typeface="Roboto Mono Medium"/>
                <a:sym typeface="Roboto Mono Medium"/>
              </a:defRPr>
            </a:lvl9pPr>
          </a:lstStyle>
          <a:p/>
        </p:txBody>
      </p:sp>
      <p:sp>
        <p:nvSpPr>
          <p:cNvPr id="859" name="Google Shape;859;p70"/>
          <p:cNvSpPr txBox="1"/>
          <p:nvPr>
            <p:ph idx="2" type="body"/>
          </p:nvPr>
        </p:nvSpPr>
        <p:spPr>
          <a:xfrm>
            <a:off x="419800" y="1476075"/>
            <a:ext cx="4173300" cy="682800"/>
          </a:xfrm>
          <a:prstGeom prst="rect">
            <a:avLst/>
          </a:prstGeom>
          <a:noFill/>
          <a:ln>
            <a:noFill/>
          </a:ln>
        </p:spPr>
        <p:txBody>
          <a:bodyPr anchorCtr="0" anchor="t" bIns="0" lIns="0" spcFirstLastPara="1" rIns="0" wrap="square" tIns="0">
            <a:noAutofit/>
          </a:bodyPr>
          <a:lstStyle>
            <a:lvl1pPr indent="-228600" lvl="0" marL="457200" marR="0" algn="l">
              <a:lnSpc>
                <a:spcPct val="85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1pPr>
            <a:lvl2pPr indent="-228600" lvl="1" marL="914400" marR="0" algn="l">
              <a:lnSpc>
                <a:spcPct val="80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2pPr>
            <a:lvl3pPr indent="-228600" lvl="2" marL="1371600" marR="0" algn="l">
              <a:lnSpc>
                <a:spcPct val="80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3pPr>
            <a:lvl4pPr indent="-228600" lvl="3" marL="1828800" marR="0" algn="l">
              <a:lnSpc>
                <a:spcPct val="80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4pPr>
            <a:lvl5pPr indent="-228600" lvl="4" marL="2286000" marR="0" algn="l">
              <a:lnSpc>
                <a:spcPct val="80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5pPr>
            <a:lvl6pPr indent="-228600" lvl="5" marL="2743200" marR="0" algn="l">
              <a:lnSpc>
                <a:spcPct val="80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6pPr>
            <a:lvl7pPr indent="-228600" lvl="6" marL="3200400" marR="0" algn="l">
              <a:lnSpc>
                <a:spcPct val="80000"/>
              </a:lnSpc>
              <a:spcBef>
                <a:spcPts val="0"/>
              </a:spcBef>
              <a:spcAft>
                <a:spcPts val="0"/>
              </a:spcAft>
              <a:buClr>
                <a:schemeClr val="lt1"/>
              </a:buClr>
              <a:buSzPts val="2700"/>
              <a:buFont typeface="Roboto Mono"/>
              <a:buNone/>
              <a:defRPr b="1" i="0" sz="2700" u="none" cap="none" strike="noStrike">
                <a:solidFill>
                  <a:schemeClr val="lt1"/>
                </a:solidFill>
                <a:latin typeface="Roboto Mono"/>
                <a:ea typeface="Roboto Mono"/>
                <a:cs typeface="Roboto Mono"/>
                <a:sym typeface="Roboto Mono"/>
              </a:defRPr>
            </a:lvl7pPr>
            <a:lvl8pPr indent="-228600" lvl="7" marL="3657600" marR="0" algn="l">
              <a:lnSpc>
                <a:spcPct val="80000"/>
              </a:lnSpc>
              <a:spcBef>
                <a:spcPts val="0"/>
              </a:spcBef>
              <a:spcAft>
                <a:spcPts val="0"/>
              </a:spcAft>
              <a:buClr>
                <a:schemeClr val="lt1"/>
              </a:buClr>
              <a:buSzPts val="2700"/>
              <a:buNone/>
              <a:defRPr i="0" sz="2700" u="none" cap="none" strike="noStrike">
                <a:solidFill>
                  <a:schemeClr val="lt1"/>
                </a:solidFill>
              </a:defRPr>
            </a:lvl8pPr>
            <a:lvl9pPr indent="-228600" lvl="8" marL="4114800" marR="0" algn="l">
              <a:lnSpc>
                <a:spcPct val="80000"/>
              </a:lnSpc>
              <a:spcBef>
                <a:spcPts val="0"/>
              </a:spcBef>
              <a:spcAft>
                <a:spcPts val="0"/>
              </a:spcAft>
              <a:buClr>
                <a:schemeClr val="lt1"/>
              </a:buClr>
              <a:buSzPts val="2700"/>
              <a:buNone/>
              <a:defRPr i="0" sz="2700" u="none" cap="none" strike="noStrike">
                <a:solidFill>
                  <a:schemeClr val="lt1"/>
                </a:solidFill>
              </a:defRPr>
            </a:lvl9pPr>
          </a:lstStyle>
          <a:p/>
        </p:txBody>
      </p:sp>
      <p:sp>
        <p:nvSpPr>
          <p:cNvPr id="860" name="Google Shape;860;p70"/>
          <p:cNvSpPr txBox="1"/>
          <p:nvPr>
            <p:ph idx="3" type="body"/>
          </p:nvPr>
        </p:nvSpPr>
        <p:spPr>
          <a:xfrm>
            <a:off x="528950" y="2732350"/>
            <a:ext cx="236400" cy="2003400"/>
          </a:xfrm>
          <a:prstGeom prst="rect">
            <a:avLst/>
          </a:prstGeom>
          <a:noFill/>
          <a:ln>
            <a:noFill/>
          </a:ln>
        </p:spPr>
        <p:txBody>
          <a:bodyPr anchorCtr="0" anchor="t" bIns="0" lIns="0" spcFirstLastPara="1" rIns="0" wrap="square" tIns="0">
            <a:noAutofit/>
          </a:bodyPr>
          <a:lstStyle>
            <a:lvl1pPr indent="-228600" lvl="0" marL="457200" marR="0" rtl="0">
              <a:lnSpc>
                <a:spcPct val="150000"/>
              </a:lnSpc>
              <a:spcBef>
                <a:spcPts val="0"/>
              </a:spcBef>
              <a:spcAft>
                <a:spcPts val="0"/>
              </a:spcAft>
              <a:buClr>
                <a:schemeClr val="lt1"/>
              </a:buClr>
              <a:buSzPts val="900"/>
              <a:buFont typeface="Roboto Mono Medium"/>
              <a:buNone/>
              <a:defRPr i="0" u="none" cap="none" strike="noStrike">
                <a:solidFill>
                  <a:schemeClr val="lt1"/>
                </a:solidFill>
                <a:latin typeface="Roboto Mono Medium"/>
                <a:ea typeface="Roboto Mono Medium"/>
                <a:cs typeface="Roboto Mono Medium"/>
                <a:sym typeface="Roboto Mono Medium"/>
              </a:defRPr>
            </a:lvl1pPr>
            <a:lvl2pPr indent="-228600" lvl="1" marL="914400" marR="0" rtl="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2pPr>
            <a:lvl3pPr indent="-228600" lvl="2" marL="1371600" marR="0" rtl="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3pPr>
            <a:lvl4pPr indent="-228600" lvl="3" marL="1828800" marR="0" rtl="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4pPr>
            <a:lvl5pPr indent="-228600" lvl="4" marL="2286000" marR="0" rtl="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5pPr>
            <a:lvl6pPr indent="-228600" lvl="5" marL="2743200" marR="0" rtl="0">
              <a:lnSpc>
                <a:spcPct val="150000"/>
              </a:lnSpc>
              <a:spcBef>
                <a:spcPts val="0"/>
              </a:spcBef>
              <a:spcAft>
                <a:spcPts val="0"/>
              </a:spcAft>
              <a:buClr>
                <a:schemeClr val="lt1"/>
              </a:buClr>
              <a:buSzPts val="900"/>
              <a:buFont typeface="Roboto Mono Medium"/>
              <a:buNone/>
              <a:defRPr i="0" sz="900" u="none" cap="none" strike="noStrike">
                <a:solidFill>
                  <a:schemeClr val="lt1"/>
                </a:solidFill>
                <a:latin typeface="Roboto Mono Medium"/>
                <a:ea typeface="Roboto Mono Medium"/>
                <a:cs typeface="Roboto Mono Medium"/>
                <a:sym typeface="Roboto Mono Medium"/>
              </a:defRPr>
            </a:lvl6pPr>
            <a:lvl7pPr indent="-228600" lvl="6" marL="3200400" marR="0" rtl="0">
              <a:lnSpc>
                <a:spcPct val="150000"/>
              </a:lnSpc>
              <a:spcBef>
                <a:spcPts val="0"/>
              </a:spcBef>
              <a:spcAft>
                <a:spcPts val="0"/>
              </a:spcAft>
              <a:buClr>
                <a:schemeClr val="lt1"/>
              </a:buClr>
              <a:buSzPts val="900"/>
              <a:buFont typeface="Roboto Mono Medium"/>
              <a:buNone/>
              <a:defRPr i="0" u="none" cap="none" strike="noStrike">
                <a:solidFill>
                  <a:schemeClr val="lt1"/>
                </a:solidFill>
                <a:latin typeface="Roboto Mono Medium"/>
                <a:ea typeface="Roboto Mono Medium"/>
                <a:cs typeface="Roboto Mono Medium"/>
                <a:sym typeface="Roboto Mono Medium"/>
              </a:defRPr>
            </a:lvl7pPr>
            <a:lvl8pPr indent="-228600" lvl="7" marL="3657600" marR="0" rtl="0">
              <a:lnSpc>
                <a:spcPct val="150000"/>
              </a:lnSpc>
              <a:spcBef>
                <a:spcPts val="0"/>
              </a:spcBef>
              <a:spcAft>
                <a:spcPts val="0"/>
              </a:spcAft>
              <a:buClr>
                <a:schemeClr val="lt1"/>
              </a:buClr>
              <a:buSzPts val="900"/>
              <a:buFont typeface="Roboto Mono Medium"/>
              <a:buNone/>
              <a:defRPr b="0" i="0" sz="900" u="none" cap="none" strike="noStrike">
                <a:solidFill>
                  <a:schemeClr val="lt1"/>
                </a:solidFill>
                <a:latin typeface="Roboto Mono Medium"/>
                <a:ea typeface="Roboto Mono Medium"/>
                <a:cs typeface="Roboto Mono Medium"/>
                <a:sym typeface="Roboto Mono Medium"/>
              </a:defRPr>
            </a:lvl8pPr>
            <a:lvl9pPr indent="-228600" lvl="8" marL="4114800" marR="0" rtl="0">
              <a:lnSpc>
                <a:spcPct val="150000"/>
              </a:lnSpc>
              <a:spcBef>
                <a:spcPts val="0"/>
              </a:spcBef>
              <a:spcAft>
                <a:spcPts val="0"/>
              </a:spcAft>
              <a:buClr>
                <a:schemeClr val="lt1"/>
              </a:buClr>
              <a:buSzPts val="900"/>
              <a:buFont typeface="Roboto Mono Medium"/>
              <a:buNone/>
              <a:defRPr b="0" i="0" sz="900" u="none" cap="none" strike="noStrike">
                <a:solidFill>
                  <a:schemeClr val="lt1"/>
                </a:solidFill>
                <a:latin typeface="Roboto Mono Medium"/>
                <a:ea typeface="Roboto Mono Medium"/>
                <a:cs typeface="Roboto Mono Medium"/>
                <a:sym typeface="Roboto Mono Medium"/>
              </a:defRPr>
            </a:lvl9pPr>
          </a:lstStyle>
          <a:p/>
        </p:txBody>
      </p:sp>
      <p:pic>
        <p:nvPicPr>
          <p:cNvPr id="861" name="Google Shape;861;p70"/>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extLst>
    <p:ext uri="{DCECCB84-F9BA-43D5-87BE-67443E8EF086}">
      <p15:sldGuideLst>
        <p15:guide id="1" pos="333">
          <p15:clr>
            <a:srgbClr val="E46962"/>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8. AEM Cover" showMasterSp="0">
  <p:cSld name="1. Divider statement _ dark 2_1">
    <p:bg>
      <p:bgPr>
        <a:solidFill>
          <a:schemeClr val="dk2"/>
        </a:solidFill>
      </p:bgPr>
    </p:bg>
    <p:spTree>
      <p:nvGrpSpPr>
        <p:cNvPr id="862" name="Shape 862"/>
        <p:cNvGrpSpPr/>
        <p:nvPr/>
      </p:nvGrpSpPr>
      <p:grpSpPr>
        <a:xfrm>
          <a:off x="0" y="0"/>
          <a:ext cx="0" cy="0"/>
          <a:chOff x="0" y="0"/>
          <a:chExt cx="0" cy="0"/>
        </a:xfrm>
      </p:grpSpPr>
      <p:sp>
        <p:nvSpPr>
          <p:cNvPr id="863" name="Google Shape;863;p71"/>
          <p:cNvSpPr/>
          <p:nvPr/>
        </p:nvSpPr>
        <p:spPr>
          <a:xfrm>
            <a:off x="3073843" y="1394043"/>
            <a:ext cx="2117100" cy="3322800"/>
          </a:xfrm>
          <a:prstGeom prst="roundRect">
            <a:avLst>
              <a:gd fmla="val 4881" name="adj"/>
            </a:avLst>
          </a:prstGeom>
          <a:solidFill>
            <a:srgbClr val="4098FF"/>
          </a:solidFill>
          <a:ln>
            <a:noFill/>
          </a:ln>
        </p:spPr>
        <p:txBody>
          <a:bodyPr anchorCtr="0" anchor="t" bIns="144000" lIns="144000" spcFirstLastPara="1" rIns="108000" wrap="square" tIns="900000">
            <a:noAutofit/>
          </a:bodyPr>
          <a:lstStyle/>
          <a:p>
            <a:pPr indent="0" lvl="0" marL="0" rtl="0" algn="l">
              <a:lnSpc>
                <a:spcPct val="110000"/>
              </a:lnSpc>
              <a:spcBef>
                <a:spcPts val="0"/>
              </a:spcBef>
              <a:spcAft>
                <a:spcPts val="0"/>
              </a:spcAft>
              <a:buNone/>
            </a:pPr>
            <a:r>
              <a:t/>
            </a:r>
            <a:endParaRPr b="1" sz="100">
              <a:solidFill>
                <a:srgbClr val="777378"/>
              </a:solidFill>
              <a:latin typeface="Roboto Mono"/>
              <a:ea typeface="Roboto Mono"/>
              <a:cs typeface="Roboto Mono"/>
              <a:sym typeface="Roboto Mono"/>
            </a:endParaRPr>
          </a:p>
        </p:txBody>
      </p:sp>
      <p:sp>
        <p:nvSpPr>
          <p:cNvPr id="864" name="Google Shape;864;p71"/>
          <p:cNvSpPr txBox="1"/>
          <p:nvPr/>
        </p:nvSpPr>
        <p:spPr>
          <a:xfrm>
            <a:off x="3174178" y="1849936"/>
            <a:ext cx="1744500" cy="3038400"/>
          </a:xfrm>
          <a:prstGeom prst="rect">
            <a:avLst/>
          </a:prstGeom>
          <a:noFill/>
          <a:ln>
            <a:noFill/>
          </a:ln>
        </p:spPr>
        <p:txBody>
          <a:bodyPr anchorCtr="0" anchor="b" bIns="0" lIns="0" spcFirstLastPara="1" rIns="0" wrap="square" tIns="0">
            <a:noAutofit/>
          </a:bodyPr>
          <a:lstStyle/>
          <a:p>
            <a:pPr indent="0" lvl="0" marL="0" rtl="0" algn="ctr">
              <a:lnSpc>
                <a:spcPct val="110000"/>
              </a:lnSpc>
              <a:spcBef>
                <a:spcPts val="500"/>
              </a:spcBef>
              <a:spcAft>
                <a:spcPts val="500"/>
              </a:spcAft>
              <a:buNone/>
            </a:pPr>
            <a:r>
              <a:rPr b="1" lang="en" sz="24500">
                <a:solidFill>
                  <a:srgbClr val="272832"/>
                </a:solidFill>
                <a:latin typeface="Roboto Mono"/>
                <a:ea typeface="Roboto Mono"/>
                <a:cs typeface="Roboto Mono"/>
                <a:sym typeface="Roboto Mono"/>
              </a:rPr>
              <a:t>E</a:t>
            </a:r>
            <a:endParaRPr b="1" sz="24500">
              <a:solidFill>
                <a:srgbClr val="272832"/>
              </a:solidFill>
              <a:latin typeface="Roboto Mono"/>
              <a:ea typeface="Roboto Mono"/>
              <a:cs typeface="Roboto Mono"/>
              <a:sym typeface="Roboto Mono"/>
            </a:endParaRPr>
          </a:p>
        </p:txBody>
      </p:sp>
      <p:sp>
        <p:nvSpPr>
          <p:cNvPr id="865" name="Google Shape;865;p71"/>
          <p:cNvSpPr/>
          <p:nvPr/>
        </p:nvSpPr>
        <p:spPr>
          <a:xfrm>
            <a:off x="5191105" y="855100"/>
            <a:ext cx="2562300" cy="3862500"/>
          </a:xfrm>
          <a:prstGeom prst="roundRect">
            <a:avLst>
              <a:gd fmla="val 4881" name="adj"/>
            </a:avLst>
          </a:prstGeom>
          <a:solidFill>
            <a:srgbClr val="1869FF"/>
          </a:solidFill>
          <a:ln>
            <a:noFill/>
          </a:ln>
        </p:spPr>
        <p:txBody>
          <a:bodyPr anchorCtr="0" anchor="t" bIns="144000" lIns="144000" spcFirstLastPara="1" rIns="108000" wrap="square" tIns="900000">
            <a:noAutofit/>
          </a:bodyPr>
          <a:lstStyle/>
          <a:p>
            <a:pPr indent="0" lvl="0" marL="0" rtl="0" algn="l">
              <a:lnSpc>
                <a:spcPct val="110000"/>
              </a:lnSpc>
              <a:spcBef>
                <a:spcPts val="0"/>
              </a:spcBef>
              <a:spcAft>
                <a:spcPts val="0"/>
              </a:spcAft>
              <a:buNone/>
            </a:pPr>
            <a:r>
              <a:t/>
            </a:r>
            <a:endParaRPr b="1" sz="100">
              <a:solidFill>
                <a:srgbClr val="777378"/>
              </a:solidFill>
              <a:latin typeface="Roboto Mono"/>
              <a:ea typeface="Roboto Mono"/>
              <a:cs typeface="Roboto Mono"/>
              <a:sym typeface="Roboto Mono"/>
            </a:endParaRPr>
          </a:p>
        </p:txBody>
      </p:sp>
      <p:sp>
        <p:nvSpPr>
          <p:cNvPr id="866" name="Google Shape;866;p71"/>
          <p:cNvSpPr txBox="1"/>
          <p:nvPr/>
        </p:nvSpPr>
        <p:spPr>
          <a:xfrm>
            <a:off x="5300334" y="1181640"/>
            <a:ext cx="2117100" cy="3862500"/>
          </a:xfrm>
          <a:prstGeom prst="rect">
            <a:avLst/>
          </a:prstGeom>
          <a:noFill/>
          <a:ln>
            <a:noFill/>
          </a:ln>
        </p:spPr>
        <p:txBody>
          <a:bodyPr anchorCtr="0" anchor="b" bIns="0" lIns="0" spcFirstLastPara="1" rIns="0" wrap="square" tIns="0">
            <a:noAutofit/>
          </a:bodyPr>
          <a:lstStyle/>
          <a:p>
            <a:pPr indent="0" lvl="0" marL="0" rtl="0" algn="ctr">
              <a:lnSpc>
                <a:spcPct val="110000"/>
              </a:lnSpc>
              <a:spcBef>
                <a:spcPts val="500"/>
              </a:spcBef>
              <a:spcAft>
                <a:spcPts val="500"/>
              </a:spcAft>
              <a:buNone/>
            </a:pPr>
            <a:r>
              <a:rPr b="1" lang="en" sz="29800">
                <a:solidFill>
                  <a:srgbClr val="272832"/>
                </a:solidFill>
                <a:latin typeface="Roboto Mono"/>
                <a:ea typeface="Roboto Mono"/>
                <a:cs typeface="Roboto Mono"/>
                <a:sym typeface="Roboto Mono"/>
              </a:rPr>
              <a:t>M</a:t>
            </a:r>
            <a:endParaRPr b="1" sz="29800">
              <a:solidFill>
                <a:srgbClr val="272832"/>
              </a:solidFill>
              <a:latin typeface="Roboto Mono"/>
              <a:ea typeface="Roboto Mono"/>
              <a:cs typeface="Roboto Mono"/>
              <a:sym typeface="Roboto Mono"/>
            </a:endParaRPr>
          </a:p>
        </p:txBody>
      </p:sp>
      <p:sp>
        <p:nvSpPr>
          <p:cNvPr id="867" name="Google Shape;867;p71"/>
          <p:cNvSpPr/>
          <p:nvPr/>
        </p:nvSpPr>
        <p:spPr>
          <a:xfrm>
            <a:off x="1181625" y="1868021"/>
            <a:ext cx="1892100" cy="2850300"/>
          </a:xfrm>
          <a:prstGeom prst="roundRect">
            <a:avLst>
              <a:gd fmla="val 4647" name="adj"/>
            </a:avLst>
          </a:prstGeom>
          <a:solidFill>
            <a:srgbClr val="70B2FF"/>
          </a:solidFill>
          <a:ln>
            <a:noFill/>
          </a:ln>
        </p:spPr>
        <p:txBody>
          <a:bodyPr anchorCtr="0" anchor="t" bIns="144000" lIns="144000" spcFirstLastPara="1" rIns="108000" wrap="square" tIns="900000">
            <a:noAutofit/>
          </a:bodyPr>
          <a:lstStyle/>
          <a:p>
            <a:pPr indent="0" lvl="0" marL="0" rtl="0" algn="l">
              <a:lnSpc>
                <a:spcPct val="110000"/>
              </a:lnSpc>
              <a:spcBef>
                <a:spcPts val="0"/>
              </a:spcBef>
              <a:spcAft>
                <a:spcPts val="0"/>
              </a:spcAft>
              <a:buNone/>
            </a:pPr>
            <a:r>
              <a:t/>
            </a:r>
            <a:endParaRPr b="1" sz="100">
              <a:solidFill>
                <a:srgbClr val="777378"/>
              </a:solidFill>
              <a:latin typeface="Roboto Mono"/>
              <a:ea typeface="Roboto Mono"/>
              <a:cs typeface="Roboto Mono"/>
              <a:sym typeface="Roboto Mono"/>
            </a:endParaRPr>
          </a:p>
        </p:txBody>
      </p:sp>
      <p:sp>
        <p:nvSpPr>
          <p:cNvPr id="868" name="Google Shape;868;p71"/>
          <p:cNvSpPr txBox="1"/>
          <p:nvPr/>
        </p:nvSpPr>
        <p:spPr>
          <a:xfrm>
            <a:off x="1320129" y="2181674"/>
            <a:ext cx="1331100" cy="2588400"/>
          </a:xfrm>
          <a:prstGeom prst="rect">
            <a:avLst/>
          </a:prstGeom>
          <a:noFill/>
          <a:ln>
            <a:noFill/>
          </a:ln>
        </p:spPr>
        <p:txBody>
          <a:bodyPr anchorCtr="0" anchor="b" bIns="0" lIns="0" spcFirstLastPara="1" rIns="0" wrap="square" tIns="0">
            <a:noAutofit/>
          </a:bodyPr>
          <a:lstStyle/>
          <a:p>
            <a:pPr indent="0" lvl="0" marL="0" rtl="0" algn="ctr">
              <a:lnSpc>
                <a:spcPct val="110000"/>
              </a:lnSpc>
              <a:spcBef>
                <a:spcPts val="500"/>
              </a:spcBef>
              <a:spcAft>
                <a:spcPts val="500"/>
              </a:spcAft>
              <a:buNone/>
            </a:pPr>
            <a:r>
              <a:rPr b="1" lang="en" sz="19900">
                <a:solidFill>
                  <a:srgbClr val="272832"/>
                </a:solidFill>
                <a:latin typeface="Roboto Mono"/>
                <a:ea typeface="Roboto Mono"/>
                <a:cs typeface="Roboto Mono"/>
                <a:sym typeface="Roboto Mono"/>
              </a:rPr>
              <a:t>A</a:t>
            </a:r>
            <a:endParaRPr b="1" sz="19900">
              <a:solidFill>
                <a:srgbClr val="272832"/>
              </a:solidFill>
              <a:latin typeface="Roboto Mono"/>
              <a:ea typeface="Roboto Mono"/>
              <a:cs typeface="Roboto Mono"/>
              <a:sym typeface="Roboto Mono"/>
            </a:endParaRPr>
          </a:p>
        </p:txBody>
      </p:sp>
      <p:pic>
        <p:nvPicPr>
          <p:cNvPr id="869" name="Google Shape;869;p71"/>
          <p:cNvPicPr preferRelativeResize="0"/>
          <p:nvPr/>
        </p:nvPicPr>
        <p:blipFill rotWithShape="1">
          <a:blip r:embed="rId2">
            <a:alphaModFix/>
          </a:blip>
          <a:srcRect b="11185" l="0" r="0" t="11193"/>
          <a:stretch/>
        </p:blipFill>
        <p:spPr>
          <a:xfrm>
            <a:off x="411923" y="420326"/>
            <a:ext cx="1122300" cy="19663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extLst>
    <p:ext uri="{DCECCB84-F9BA-43D5-87BE-67443E8EF086}">
      <p15:sldGuideLst>
        <p15:guide id="1" pos="333">
          <p15:clr>
            <a:srgbClr val="E46962"/>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9. AEM Divider" showMasterSp="0">
  <p:cSld name="1. Divider statement _ dark 2_1_1">
    <p:bg>
      <p:bgPr>
        <a:solidFill>
          <a:schemeClr val="dk2"/>
        </a:solidFill>
      </p:bgPr>
    </p:bg>
    <p:spTree>
      <p:nvGrpSpPr>
        <p:cNvPr id="870" name="Shape 870"/>
        <p:cNvGrpSpPr/>
        <p:nvPr/>
      </p:nvGrpSpPr>
      <p:grpSpPr>
        <a:xfrm>
          <a:off x="0" y="0"/>
          <a:ext cx="0" cy="0"/>
          <a:chOff x="0" y="0"/>
          <a:chExt cx="0" cy="0"/>
        </a:xfrm>
      </p:grpSpPr>
      <p:sp>
        <p:nvSpPr>
          <p:cNvPr id="871" name="Google Shape;871;p72"/>
          <p:cNvSpPr txBox="1"/>
          <p:nvPr>
            <p:ph idx="1" type="body"/>
          </p:nvPr>
        </p:nvSpPr>
        <p:spPr>
          <a:xfrm>
            <a:off x="419825" y="417750"/>
            <a:ext cx="4173300" cy="682800"/>
          </a:xfrm>
          <a:prstGeom prst="rect">
            <a:avLst/>
          </a:prstGeom>
          <a:noFill/>
          <a:ln>
            <a:noFill/>
          </a:ln>
        </p:spPr>
        <p:txBody>
          <a:bodyPr anchorCtr="0" anchor="t" bIns="0" lIns="0" spcFirstLastPara="1" rIns="0" wrap="square" tIns="0">
            <a:noAutofit/>
          </a:bodyPr>
          <a:lstStyle>
            <a:lvl1pPr indent="-228600" lvl="0" marL="457200" marR="0" algn="l">
              <a:lnSpc>
                <a:spcPct val="85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1pPr>
            <a:lvl2pPr indent="-228600" lvl="1" marL="914400" marR="0" algn="l">
              <a:lnSpc>
                <a:spcPct val="80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2pPr>
            <a:lvl3pPr indent="-228600" lvl="2" marL="1371600" marR="0" algn="l">
              <a:lnSpc>
                <a:spcPct val="80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3pPr>
            <a:lvl4pPr indent="-228600" lvl="3" marL="1828800" marR="0" algn="l">
              <a:lnSpc>
                <a:spcPct val="80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4pPr>
            <a:lvl5pPr indent="-228600" lvl="4" marL="2286000" marR="0" algn="l">
              <a:lnSpc>
                <a:spcPct val="80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5pPr>
            <a:lvl6pPr indent="-228600" lvl="5" marL="2743200" marR="0" algn="l">
              <a:lnSpc>
                <a:spcPct val="80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6pPr>
            <a:lvl7pPr indent="-228600" lvl="6" marL="3200400" marR="0" algn="l">
              <a:lnSpc>
                <a:spcPct val="80000"/>
              </a:lnSpc>
              <a:spcBef>
                <a:spcPts val="0"/>
              </a:spcBef>
              <a:spcAft>
                <a:spcPts val="0"/>
              </a:spcAft>
              <a:buClr>
                <a:schemeClr val="lt1"/>
              </a:buClr>
              <a:buSzPts val="6600"/>
              <a:buFont typeface="Roboto Mono"/>
              <a:buNone/>
              <a:defRPr b="1" i="0" sz="6600" u="none" cap="none" strike="noStrike">
                <a:solidFill>
                  <a:schemeClr val="lt1"/>
                </a:solidFill>
                <a:latin typeface="Roboto Mono"/>
                <a:ea typeface="Roboto Mono"/>
                <a:cs typeface="Roboto Mono"/>
                <a:sym typeface="Roboto Mono"/>
              </a:defRPr>
            </a:lvl7pPr>
            <a:lvl8pPr indent="-228600" lvl="7" marL="3657600" marR="0" algn="l">
              <a:lnSpc>
                <a:spcPct val="80000"/>
              </a:lnSpc>
              <a:spcBef>
                <a:spcPts val="0"/>
              </a:spcBef>
              <a:spcAft>
                <a:spcPts val="0"/>
              </a:spcAft>
              <a:buClr>
                <a:schemeClr val="lt1"/>
              </a:buClr>
              <a:buSzPts val="6600"/>
              <a:buNone/>
              <a:defRPr i="0" sz="6600" u="none" cap="none" strike="noStrike">
                <a:solidFill>
                  <a:schemeClr val="lt1"/>
                </a:solidFill>
              </a:defRPr>
            </a:lvl8pPr>
            <a:lvl9pPr indent="-228600" lvl="8" marL="4114800" marR="0" algn="l">
              <a:lnSpc>
                <a:spcPct val="80000"/>
              </a:lnSpc>
              <a:spcBef>
                <a:spcPts val="0"/>
              </a:spcBef>
              <a:spcAft>
                <a:spcPts val="0"/>
              </a:spcAft>
              <a:buClr>
                <a:schemeClr val="lt1"/>
              </a:buClr>
              <a:buSzPts val="6600"/>
              <a:buNone/>
              <a:defRPr i="0" sz="6600" u="none" cap="none" strike="noStrike">
                <a:solidFill>
                  <a:schemeClr val="lt1"/>
                </a:solidFill>
              </a:defRPr>
            </a:lvl9pPr>
          </a:lstStyle>
          <a:p/>
        </p:txBody>
      </p:sp>
      <p:sp>
        <p:nvSpPr>
          <p:cNvPr id="872" name="Google Shape;872;p72"/>
          <p:cNvSpPr txBox="1"/>
          <p:nvPr>
            <p:ph type="title"/>
          </p:nvPr>
        </p:nvSpPr>
        <p:spPr>
          <a:xfrm>
            <a:off x="419450" y="4586510"/>
            <a:ext cx="2837700" cy="154500"/>
          </a:xfrm>
          <a:prstGeom prst="rect">
            <a:avLst/>
          </a:prstGeom>
          <a:noFill/>
          <a:ln>
            <a:noFill/>
          </a:ln>
        </p:spPr>
        <p:txBody>
          <a:bodyPr anchorCtr="0" anchor="t" bIns="0" lIns="0" spcFirstLastPara="1" rIns="0" wrap="square" tIns="0">
            <a:noAutofit/>
          </a:bodyPr>
          <a:lstStyle>
            <a:lvl1pPr lvl="0" rtl="0">
              <a:lnSpc>
                <a:spcPct val="100000"/>
              </a:lnSpc>
              <a:spcBef>
                <a:spcPts val="0"/>
              </a:spcBef>
              <a:spcAft>
                <a:spcPts val="0"/>
              </a:spcAft>
              <a:buClr>
                <a:schemeClr val="lt1"/>
              </a:buClr>
              <a:buSzPts val="1200"/>
              <a:buFont typeface="Roboto Mono Medium"/>
              <a:buNone/>
              <a:defRPr b="0" sz="1200">
                <a:solidFill>
                  <a:schemeClr val="lt1"/>
                </a:solidFill>
                <a:latin typeface="Roboto Mono Medium"/>
                <a:ea typeface="Roboto Mono Medium"/>
                <a:cs typeface="Roboto Mono Medium"/>
                <a:sym typeface="Roboto Mono Medium"/>
              </a:defRPr>
            </a:lvl1pPr>
            <a:lvl2pPr lvl="1" rtl="0">
              <a:lnSpc>
                <a:spcPct val="80000"/>
              </a:lnSpc>
              <a:spcBef>
                <a:spcPts val="0"/>
              </a:spcBef>
              <a:spcAft>
                <a:spcPts val="0"/>
              </a:spcAft>
              <a:buClr>
                <a:srgbClr val="000000"/>
              </a:buClr>
              <a:buSzPts val="1400"/>
              <a:buNone/>
              <a:defRPr sz="1400"/>
            </a:lvl2pPr>
            <a:lvl3pPr lvl="2" rtl="0">
              <a:lnSpc>
                <a:spcPct val="80000"/>
              </a:lnSpc>
              <a:spcBef>
                <a:spcPts val="0"/>
              </a:spcBef>
              <a:spcAft>
                <a:spcPts val="0"/>
              </a:spcAft>
              <a:buClr>
                <a:srgbClr val="000000"/>
              </a:buClr>
              <a:buSzPts val="1400"/>
              <a:buNone/>
              <a:defRPr sz="1400"/>
            </a:lvl3pPr>
            <a:lvl4pPr lvl="3" rtl="0">
              <a:lnSpc>
                <a:spcPct val="80000"/>
              </a:lnSpc>
              <a:spcBef>
                <a:spcPts val="0"/>
              </a:spcBef>
              <a:spcAft>
                <a:spcPts val="0"/>
              </a:spcAft>
              <a:buClr>
                <a:srgbClr val="000000"/>
              </a:buClr>
              <a:buSzPts val="1400"/>
              <a:buNone/>
              <a:defRPr sz="1400"/>
            </a:lvl4pPr>
            <a:lvl5pPr lvl="4" rtl="0">
              <a:lnSpc>
                <a:spcPct val="80000"/>
              </a:lnSpc>
              <a:spcBef>
                <a:spcPts val="0"/>
              </a:spcBef>
              <a:spcAft>
                <a:spcPts val="0"/>
              </a:spcAft>
              <a:buClr>
                <a:srgbClr val="000000"/>
              </a:buClr>
              <a:buSzPts val="1400"/>
              <a:buNone/>
              <a:defRPr sz="1400"/>
            </a:lvl5pPr>
            <a:lvl6pPr lvl="5" rtl="0">
              <a:lnSpc>
                <a:spcPct val="80000"/>
              </a:lnSpc>
              <a:spcBef>
                <a:spcPts val="0"/>
              </a:spcBef>
              <a:spcAft>
                <a:spcPts val="0"/>
              </a:spcAft>
              <a:buClr>
                <a:srgbClr val="000000"/>
              </a:buClr>
              <a:buSzPts val="1400"/>
              <a:buNone/>
              <a:defRPr sz="1400"/>
            </a:lvl6pPr>
            <a:lvl7pPr lvl="6" rtl="0">
              <a:lnSpc>
                <a:spcPct val="80000"/>
              </a:lnSpc>
              <a:spcBef>
                <a:spcPts val="0"/>
              </a:spcBef>
              <a:spcAft>
                <a:spcPts val="0"/>
              </a:spcAft>
              <a:buClr>
                <a:srgbClr val="000000"/>
              </a:buClr>
              <a:buSzPts val="1400"/>
              <a:buNone/>
              <a:defRPr sz="1400"/>
            </a:lvl7pPr>
            <a:lvl8pPr lvl="7" rtl="0">
              <a:lnSpc>
                <a:spcPct val="80000"/>
              </a:lnSpc>
              <a:spcBef>
                <a:spcPts val="0"/>
              </a:spcBef>
              <a:spcAft>
                <a:spcPts val="0"/>
              </a:spcAft>
              <a:buClr>
                <a:srgbClr val="000000"/>
              </a:buClr>
              <a:buSzPts val="1400"/>
              <a:buNone/>
              <a:defRPr sz="1400"/>
            </a:lvl8pPr>
            <a:lvl9pPr lvl="8" rtl="0">
              <a:lnSpc>
                <a:spcPct val="80000"/>
              </a:lnSpc>
              <a:spcBef>
                <a:spcPts val="0"/>
              </a:spcBef>
              <a:spcAft>
                <a:spcPts val="0"/>
              </a:spcAft>
              <a:buClr>
                <a:srgbClr val="000000"/>
              </a:buClr>
              <a:buSzPts val="1400"/>
              <a:buNone/>
              <a:defRPr sz="1400"/>
            </a:lvl9pPr>
          </a:lstStyle>
          <a:p/>
        </p:txBody>
      </p:sp>
      <p:pic>
        <p:nvPicPr>
          <p:cNvPr id="873" name="Google Shape;873;p72"/>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extLst>
    <p:ext uri="{DCECCB84-F9BA-43D5-87BE-67443E8EF086}">
      <p15:sldGuideLst>
        <p15:guide id="1" pos="333">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Divider _ dark" showMasterSp="0">
  <p:cSld name="Title Black_4">
    <p:bg>
      <p:bgPr>
        <a:solidFill>
          <a:schemeClr val="dk2"/>
        </a:solidFill>
      </p:bgPr>
    </p:bg>
    <p:spTree>
      <p:nvGrpSpPr>
        <p:cNvPr id="874" name="Shape 874"/>
        <p:cNvGrpSpPr/>
        <p:nvPr/>
      </p:nvGrpSpPr>
      <p:grpSpPr>
        <a:xfrm>
          <a:off x="0" y="0"/>
          <a:ext cx="0" cy="0"/>
          <a:chOff x="0" y="0"/>
          <a:chExt cx="0" cy="0"/>
        </a:xfrm>
      </p:grpSpPr>
      <p:sp>
        <p:nvSpPr>
          <p:cNvPr id="875" name="Google Shape;875;p73"/>
          <p:cNvSpPr txBox="1"/>
          <p:nvPr>
            <p:ph idx="1" type="subTitle"/>
          </p:nvPr>
        </p:nvSpPr>
        <p:spPr>
          <a:xfrm>
            <a:off x="419825" y="2033275"/>
            <a:ext cx="4149300" cy="1009800"/>
          </a:xfrm>
          <a:prstGeom prst="rect">
            <a:avLst/>
          </a:prstGeom>
        </p:spPr>
        <p:txBody>
          <a:bodyPr anchorCtr="0" anchor="t" bIns="0" lIns="0" spcFirstLastPara="1" rIns="0" wrap="square" tIns="0">
            <a:noAutofit/>
          </a:bodyPr>
          <a:lstStyle>
            <a:lvl1pPr lvl="0">
              <a:spcBef>
                <a:spcPts val="500"/>
              </a:spcBef>
              <a:spcAft>
                <a:spcPts val="0"/>
              </a:spcAft>
              <a:buClr>
                <a:schemeClr val="lt1"/>
              </a:buClr>
              <a:buSzPts val="1300"/>
              <a:buNone/>
              <a:defRPr sz="1300">
                <a:solidFill>
                  <a:schemeClr val="lt1"/>
                </a:solidFill>
              </a:defRPr>
            </a:lvl1pPr>
            <a:lvl2pPr lvl="1">
              <a:spcBef>
                <a:spcPts val="500"/>
              </a:spcBef>
              <a:spcAft>
                <a:spcPts val="0"/>
              </a:spcAft>
              <a:buClr>
                <a:schemeClr val="lt1"/>
              </a:buClr>
              <a:buSzPts val="1300"/>
              <a:buNone/>
              <a:defRPr sz="1300">
                <a:solidFill>
                  <a:schemeClr val="lt1"/>
                </a:solidFill>
              </a:defRPr>
            </a:lvl2pPr>
            <a:lvl3pPr lvl="2">
              <a:spcBef>
                <a:spcPts val="400"/>
              </a:spcBef>
              <a:spcAft>
                <a:spcPts val="0"/>
              </a:spcAft>
              <a:buClr>
                <a:schemeClr val="lt1"/>
              </a:buClr>
              <a:buSzPts val="1300"/>
              <a:buNone/>
              <a:defRPr sz="1300">
                <a:solidFill>
                  <a:schemeClr val="lt1"/>
                </a:solidFill>
              </a:defRPr>
            </a:lvl3pPr>
            <a:lvl4pPr lvl="3">
              <a:spcBef>
                <a:spcPts val="800"/>
              </a:spcBef>
              <a:spcAft>
                <a:spcPts val="0"/>
              </a:spcAft>
              <a:buClr>
                <a:schemeClr val="lt1"/>
              </a:buClr>
              <a:buSzPts val="1300"/>
              <a:buNone/>
              <a:defRPr sz="1300">
                <a:solidFill>
                  <a:schemeClr val="lt1"/>
                </a:solidFill>
              </a:defRPr>
            </a:lvl4pPr>
            <a:lvl5pPr lvl="4">
              <a:spcBef>
                <a:spcPts val="600"/>
              </a:spcBef>
              <a:spcAft>
                <a:spcPts val="0"/>
              </a:spcAft>
              <a:buClr>
                <a:schemeClr val="lt1"/>
              </a:buClr>
              <a:buSzPts val="1300"/>
              <a:buFont typeface="Inter SemiBold"/>
              <a:buNone/>
              <a:defRPr sz="1300">
                <a:solidFill>
                  <a:schemeClr val="lt1"/>
                </a:solidFill>
                <a:latin typeface="Inter SemiBold"/>
                <a:ea typeface="Inter SemiBold"/>
                <a:cs typeface="Inter SemiBold"/>
                <a:sym typeface="Inter SemiBold"/>
              </a:defRPr>
            </a:lvl5pPr>
            <a:lvl6pPr lvl="5">
              <a:spcBef>
                <a:spcPts val="700"/>
              </a:spcBef>
              <a:spcAft>
                <a:spcPts val="0"/>
              </a:spcAft>
              <a:buClr>
                <a:schemeClr val="lt1"/>
              </a:buClr>
              <a:buSzPts val="1200"/>
              <a:buFont typeface="Inter SemiBold"/>
              <a:buNone/>
              <a:defRPr sz="1300">
                <a:solidFill>
                  <a:schemeClr val="lt1"/>
                </a:solidFill>
                <a:latin typeface="Inter SemiBold"/>
                <a:ea typeface="Inter SemiBold"/>
                <a:cs typeface="Inter SemiBold"/>
                <a:sym typeface="Inter SemiBold"/>
              </a:defRPr>
            </a:lvl6pPr>
            <a:lvl7pPr lvl="6">
              <a:spcBef>
                <a:spcPts val="100"/>
              </a:spcBef>
              <a:spcAft>
                <a:spcPts val="0"/>
              </a:spcAft>
              <a:buClr>
                <a:schemeClr val="lt1"/>
              </a:buClr>
              <a:buSzPts val="1300"/>
              <a:buFont typeface="Inter SemiBold"/>
              <a:buNone/>
              <a:defRPr sz="1300">
                <a:solidFill>
                  <a:schemeClr val="lt1"/>
                </a:solidFill>
                <a:latin typeface="Inter SemiBold"/>
                <a:ea typeface="Inter SemiBold"/>
                <a:cs typeface="Inter SemiBold"/>
                <a:sym typeface="Inter SemiBold"/>
              </a:defRPr>
            </a:lvl7pPr>
            <a:lvl8pPr lvl="7">
              <a:spcBef>
                <a:spcPts val="120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spcBef>
                <a:spcPts val="1200"/>
              </a:spcBef>
              <a:spcAft>
                <a:spcPts val="80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876" name="Google Shape;876;p73"/>
          <p:cNvSpPr txBox="1"/>
          <p:nvPr>
            <p:ph idx="2" type="body"/>
          </p:nvPr>
        </p:nvSpPr>
        <p:spPr>
          <a:xfrm>
            <a:off x="396000" y="767675"/>
            <a:ext cx="4979700" cy="12657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4600"/>
              <a:buFont typeface="Roboto Mono"/>
              <a:buNone/>
              <a:defRPr b="1" i="0" sz="4600" cap="none">
                <a:solidFill>
                  <a:schemeClr val="lt1"/>
                </a:solidFill>
                <a:latin typeface="Roboto Mono"/>
                <a:ea typeface="Roboto Mono"/>
                <a:cs typeface="Roboto Mono"/>
                <a:sym typeface="Roboto Mono"/>
              </a:defRPr>
            </a:lvl1pPr>
            <a:lvl2pPr indent="-228600" lvl="1" marL="914400" algn="l">
              <a:lnSpc>
                <a:spcPct val="80000"/>
              </a:lnSpc>
              <a:spcBef>
                <a:spcPts val="0"/>
              </a:spcBef>
              <a:spcAft>
                <a:spcPts val="0"/>
              </a:spcAft>
              <a:buClr>
                <a:schemeClr val="lt1"/>
              </a:buClr>
              <a:buSzPts val="4700"/>
              <a:buNone/>
              <a:defRPr b="1" i="0" sz="4700" cap="none">
                <a:solidFill>
                  <a:schemeClr val="lt1"/>
                </a:solidFill>
                <a:latin typeface="Arial"/>
                <a:ea typeface="Arial"/>
                <a:cs typeface="Arial"/>
                <a:sym typeface="Arial"/>
              </a:defRPr>
            </a:lvl2pPr>
            <a:lvl3pPr indent="-228600" lvl="2" marL="1371600" algn="l">
              <a:lnSpc>
                <a:spcPct val="80000"/>
              </a:lnSpc>
              <a:spcBef>
                <a:spcPts val="0"/>
              </a:spcBef>
              <a:spcAft>
                <a:spcPts val="0"/>
              </a:spcAft>
              <a:buClr>
                <a:schemeClr val="lt1"/>
              </a:buClr>
              <a:buSzPts val="700"/>
              <a:buNone/>
              <a:defRPr>
                <a:solidFill>
                  <a:schemeClr val="lt1"/>
                </a:solidFill>
              </a:defRPr>
            </a:lvl3pPr>
            <a:lvl4pPr indent="-228600" lvl="3" marL="1828800" algn="l">
              <a:lnSpc>
                <a:spcPct val="80000"/>
              </a:lnSpc>
              <a:spcBef>
                <a:spcPts val="0"/>
              </a:spcBef>
              <a:spcAft>
                <a:spcPts val="0"/>
              </a:spcAft>
              <a:buClr>
                <a:schemeClr val="lt1"/>
              </a:buClr>
              <a:buSzPts val="600"/>
              <a:buNone/>
              <a:defRPr>
                <a:solidFill>
                  <a:schemeClr val="lt1"/>
                </a:solidFill>
              </a:defRPr>
            </a:lvl4pPr>
            <a:lvl5pPr indent="-228600" lvl="4" marL="2286000" algn="l">
              <a:lnSpc>
                <a:spcPct val="80000"/>
              </a:lnSpc>
              <a:spcBef>
                <a:spcPts val="0"/>
              </a:spcBef>
              <a:spcAft>
                <a:spcPts val="0"/>
              </a:spcAft>
              <a:buClr>
                <a:schemeClr val="lt1"/>
              </a:buClr>
              <a:buSzPts val="800"/>
              <a:buNone/>
              <a:defRPr>
                <a:solidFill>
                  <a:schemeClr val="lt1"/>
                </a:solidFill>
              </a:defRPr>
            </a:lvl5pPr>
            <a:lvl6pPr indent="-228600" lvl="5" marL="2743200" algn="l">
              <a:lnSpc>
                <a:spcPct val="80000"/>
              </a:lnSpc>
              <a:spcBef>
                <a:spcPts val="0"/>
              </a:spcBef>
              <a:spcAft>
                <a:spcPts val="0"/>
              </a:spcAft>
              <a:buClr>
                <a:schemeClr val="lt1"/>
              </a:buClr>
              <a:buSzPts val="900"/>
              <a:buNone/>
              <a:defRPr>
                <a:solidFill>
                  <a:schemeClr val="lt1"/>
                </a:solidFill>
              </a:defRPr>
            </a:lvl6pPr>
            <a:lvl7pPr indent="-228600" lvl="6" marL="3200400" algn="l">
              <a:lnSpc>
                <a:spcPct val="80000"/>
              </a:lnSpc>
              <a:spcBef>
                <a:spcPts val="0"/>
              </a:spcBef>
              <a:spcAft>
                <a:spcPts val="0"/>
              </a:spcAft>
              <a:buClr>
                <a:schemeClr val="lt1"/>
              </a:buClr>
              <a:buSzPts val="900"/>
              <a:buNone/>
              <a:defRPr>
                <a:solidFill>
                  <a:schemeClr val="lt1"/>
                </a:solidFill>
              </a:defRPr>
            </a:lvl7pPr>
            <a:lvl8pPr indent="-228600" lvl="7" marL="3657600" algn="l">
              <a:lnSpc>
                <a:spcPct val="80000"/>
              </a:lnSpc>
              <a:spcBef>
                <a:spcPts val="0"/>
              </a:spcBef>
              <a:spcAft>
                <a:spcPts val="0"/>
              </a:spcAft>
              <a:buClr>
                <a:schemeClr val="lt1"/>
              </a:buClr>
              <a:buSzPts val="900"/>
              <a:buNone/>
              <a:defRPr>
                <a:solidFill>
                  <a:schemeClr val="lt1"/>
                </a:solidFill>
              </a:defRPr>
            </a:lvl8pPr>
            <a:lvl9pPr indent="-228600" lvl="8" marL="4114800" algn="l">
              <a:lnSpc>
                <a:spcPct val="80000"/>
              </a:lnSpc>
              <a:spcBef>
                <a:spcPts val="0"/>
              </a:spcBef>
              <a:spcAft>
                <a:spcPts val="0"/>
              </a:spcAft>
              <a:buClr>
                <a:schemeClr val="lt1"/>
              </a:buClr>
              <a:buSzPts val="900"/>
              <a:buNone/>
              <a:defRPr>
                <a:solidFill>
                  <a:schemeClr val="lt1"/>
                </a:solidFill>
              </a:defRPr>
            </a:lvl9pPr>
          </a:lstStyle>
          <a:p/>
        </p:txBody>
      </p:sp>
      <p:pic>
        <p:nvPicPr>
          <p:cNvPr id="877" name="Google Shape;877;p73"/>
          <p:cNvPicPr preferRelativeResize="0"/>
          <p:nvPr/>
        </p:nvPicPr>
        <p:blipFill rotWithShape="1">
          <a:blip r:embed="rId2">
            <a:alphaModFix/>
          </a:blip>
          <a:srcRect b="11185" l="0" r="0" t="11193"/>
          <a:stretch/>
        </p:blipFill>
        <p:spPr>
          <a:xfrm>
            <a:off x="7754250" y="4614724"/>
            <a:ext cx="968426" cy="169675"/>
          </a:xfrm>
          <a:prstGeom prst="rect">
            <a:avLst/>
          </a:prstGeom>
          <a:noFill/>
          <a:ln>
            <a:noFill/>
          </a:ln>
        </p:spPr>
      </p:pic>
    </p:spTree>
  </p:cSld>
  <p:clrMapOvr>
    <a:masterClrMapping/>
  </p:clrMapOvr>
  <mc:AlternateContent>
    <mc:Choice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Relationship Id="rId59" Type="http://schemas.openxmlformats.org/officeDocument/2006/relationships/slideLayout" Target="../slideLayouts/slideLayout58.xml"/><Relationship Id="rId60" Type="http://schemas.openxmlformats.org/officeDocument/2006/relationships/slideLayout" Target="../slideLayouts/slideLayout59.xml"/><Relationship Id="rId61" Type="http://schemas.openxmlformats.org/officeDocument/2006/relationships/slideLayout" Target="../slideLayouts/slideLayout60.xml"/><Relationship Id="rId62" Type="http://schemas.openxmlformats.org/officeDocument/2006/relationships/slideLayout" Target="../slideLayouts/slideLayout61.xml"/><Relationship Id="rId63" Type="http://schemas.openxmlformats.org/officeDocument/2006/relationships/slideLayout" Target="../slideLayouts/slideLayout62.xml"/><Relationship Id="rId64" Type="http://schemas.openxmlformats.org/officeDocument/2006/relationships/slideLayout" Target="../slideLayouts/slideLayout63.xml"/><Relationship Id="rId65" Type="http://schemas.openxmlformats.org/officeDocument/2006/relationships/slideLayout" Target="../slideLayouts/slideLayout64.xml"/><Relationship Id="rId66" Type="http://schemas.openxmlformats.org/officeDocument/2006/relationships/slideLayout" Target="../slideLayouts/slideLayout65.xml"/><Relationship Id="rId67" Type="http://schemas.openxmlformats.org/officeDocument/2006/relationships/slideLayout" Target="../slideLayouts/slideLayout66.xml"/><Relationship Id="rId68" Type="http://schemas.openxmlformats.org/officeDocument/2006/relationships/slideLayout" Target="../slideLayouts/slideLayout67.xml"/><Relationship Id="rId69" Type="http://schemas.openxmlformats.org/officeDocument/2006/relationships/slideLayout" Target="../slideLayouts/slideLayout68.xml"/><Relationship Id="rId70" Type="http://schemas.openxmlformats.org/officeDocument/2006/relationships/slideLayout" Target="../slideLayouts/slideLayout69.xml"/><Relationship Id="rId71" Type="http://schemas.openxmlformats.org/officeDocument/2006/relationships/slideLayout" Target="../slideLayouts/slideLayout70.xml"/><Relationship Id="rId72" Type="http://schemas.openxmlformats.org/officeDocument/2006/relationships/slideLayout" Target="../slideLayouts/slideLayout71.xml"/><Relationship Id="rId73" Type="http://schemas.openxmlformats.org/officeDocument/2006/relationships/slideLayout" Target="../slideLayouts/slideLayout72.xml"/><Relationship Id="rId7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18842" y="820069"/>
            <a:ext cx="3540600" cy="4323600"/>
          </a:xfrm>
          <a:prstGeom prst="rect">
            <a:avLst/>
          </a:prstGeom>
          <a:noFill/>
          <a:ln>
            <a:noFill/>
          </a:ln>
        </p:spPr>
        <p:txBody>
          <a:bodyPr anchorCtr="0" anchor="t" bIns="97925" lIns="0" spcFirstLastPara="1" rIns="97925" wrap="square" tIns="97925">
            <a:noAutofit/>
          </a:bodyPr>
          <a:lstStyle>
            <a:lvl1pPr indent="-228600" lvl="0" marL="457200" marR="0" algn="l">
              <a:lnSpc>
                <a:spcPct val="110000"/>
              </a:lnSpc>
              <a:spcBef>
                <a:spcPts val="500"/>
              </a:spcBef>
              <a:spcAft>
                <a:spcPts val="0"/>
              </a:spcAft>
              <a:buClr>
                <a:schemeClr val="dk1"/>
              </a:buClr>
              <a:buSzPts val="1100"/>
              <a:buFont typeface="Inter"/>
              <a:buNone/>
              <a:defRPr i="0" sz="900" u="none" cap="none" strike="noStrike">
                <a:solidFill>
                  <a:schemeClr val="dk1"/>
                </a:solidFill>
                <a:latin typeface="Inter"/>
                <a:ea typeface="Inter"/>
                <a:cs typeface="Inter"/>
                <a:sym typeface="Inter"/>
              </a:defRPr>
            </a:lvl1pPr>
            <a:lvl2pPr indent="-228600" lvl="1" marL="914400" marR="0" algn="l">
              <a:lnSpc>
                <a:spcPct val="110000"/>
              </a:lnSpc>
              <a:spcBef>
                <a:spcPts val="500"/>
              </a:spcBef>
              <a:spcAft>
                <a:spcPts val="0"/>
              </a:spcAft>
              <a:buClr>
                <a:schemeClr val="dk1"/>
              </a:buClr>
              <a:buSzPts val="800"/>
              <a:buFont typeface="Inter"/>
              <a:buNone/>
              <a:defRPr i="0" sz="1000" u="none" cap="none" strike="noStrike">
                <a:solidFill>
                  <a:schemeClr val="dk1"/>
                </a:solidFill>
                <a:latin typeface="Inter"/>
                <a:ea typeface="Inter"/>
                <a:cs typeface="Inter"/>
                <a:sym typeface="Inter"/>
              </a:defRPr>
            </a:lvl2pPr>
            <a:lvl3pPr indent="-228600" lvl="2" marL="1371600" marR="0" algn="l">
              <a:lnSpc>
                <a:spcPct val="100000"/>
              </a:lnSpc>
              <a:spcBef>
                <a:spcPts val="400"/>
              </a:spcBef>
              <a:spcAft>
                <a:spcPts val="0"/>
              </a:spcAft>
              <a:buClr>
                <a:schemeClr val="dk1"/>
              </a:buClr>
              <a:buSzPts val="1500"/>
              <a:buFont typeface="Inter"/>
              <a:buNone/>
              <a:defRPr i="0" sz="1500" u="none" cap="none" strike="noStrike">
                <a:solidFill>
                  <a:schemeClr val="dk1"/>
                </a:solidFill>
                <a:latin typeface="Inter"/>
                <a:ea typeface="Inter"/>
                <a:cs typeface="Inter"/>
                <a:sym typeface="Inter"/>
              </a:defRPr>
            </a:lvl3pPr>
            <a:lvl4pPr indent="-228600" lvl="3" marL="1828800" marR="0" algn="l">
              <a:lnSpc>
                <a:spcPct val="110000"/>
              </a:lnSpc>
              <a:spcBef>
                <a:spcPts val="800"/>
              </a:spcBef>
              <a:spcAft>
                <a:spcPts val="0"/>
              </a:spcAft>
              <a:buClr>
                <a:schemeClr val="dk1"/>
              </a:buClr>
              <a:buSzPts val="600"/>
              <a:buFont typeface="Inter"/>
              <a:buNone/>
              <a:defRPr i="0" sz="600" u="none" cap="none" strike="noStrike">
                <a:solidFill>
                  <a:schemeClr val="dk1"/>
                </a:solidFill>
                <a:latin typeface="Inter"/>
                <a:ea typeface="Inter"/>
                <a:cs typeface="Inter"/>
                <a:sym typeface="Inter"/>
              </a:defRPr>
            </a:lvl4pPr>
            <a:lvl5pPr indent="-228600" lvl="4" marL="2286000" marR="0" algn="l">
              <a:lnSpc>
                <a:spcPct val="90000"/>
              </a:lnSpc>
              <a:spcBef>
                <a:spcPts val="600"/>
              </a:spcBef>
              <a:spcAft>
                <a:spcPts val="0"/>
              </a:spcAft>
              <a:buClr>
                <a:schemeClr val="dk1"/>
              </a:buClr>
              <a:buSzPts val="1900"/>
              <a:buFont typeface="Roboto Mono SemiBold"/>
              <a:buNone/>
              <a:defRPr i="0" sz="1800" u="none" cap="none" strike="noStrike">
                <a:solidFill>
                  <a:schemeClr val="dk1"/>
                </a:solidFill>
                <a:latin typeface="Roboto Mono SemiBold"/>
                <a:ea typeface="Roboto Mono SemiBold"/>
                <a:cs typeface="Roboto Mono SemiBold"/>
                <a:sym typeface="Roboto Mono SemiBold"/>
              </a:defRPr>
            </a:lvl5pPr>
            <a:lvl6pPr indent="-228600" lvl="5" marL="2743200" marR="0" algn="l">
              <a:lnSpc>
                <a:spcPct val="110000"/>
              </a:lnSpc>
              <a:spcBef>
                <a:spcPts val="700"/>
              </a:spcBef>
              <a:spcAft>
                <a:spcPts val="0"/>
              </a:spcAft>
              <a:buClr>
                <a:schemeClr val="dk1"/>
              </a:buClr>
              <a:buSzPts val="1200"/>
              <a:buFont typeface="Roboto Mono SemiBold"/>
              <a:buNone/>
              <a:defRPr i="0" sz="1000" u="none" cap="none" strike="noStrike">
                <a:solidFill>
                  <a:schemeClr val="dk1"/>
                </a:solidFill>
                <a:latin typeface="Roboto Mono SemiBold"/>
                <a:ea typeface="Roboto Mono SemiBold"/>
                <a:cs typeface="Roboto Mono SemiBold"/>
                <a:sym typeface="Roboto Mono SemiBold"/>
              </a:defRPr>
            </a:lvl6pPr>
            <a:lvl7pPr indent="-228600" lvl="6" marL="3200400" marR="0" algn="l">
              <a:lnSpc>
                <a:spcPct val="90000"/>
              </a:lnSpc>
              <a:spcBef>
                <a:spcPts val="100"/>
              </a:spcBef>
              <a:spcAft>
                <a:spcPts val="0"/>
              </a:spcAft>
              <a:buClr>
                <a:schemeClr val="dk1"/>
              </a:buClr>
              <a:buSzPts val="900"/>
              <a:buFont typeface="Roboto Mono SemiBold"/>
              <a:buNone/>
              <a:defRPr i="0" sz="900" u="none" cap="none" strike="noStrike">
                <a:solidFill>
                  <a:schemeClr val="dk1"/>
                </a:solidFill>
                <a:latin typeface="Roboto Mono SemiBold"/>
                <a:ea typeface="Roboto Mono SemiBold"/>
                <a:cs typeface="Roboto Mono SemiBold"/>
                <a:sym typeface="Roboto Mono SemiBold"/>
              </a:defRPr>
            </a:lvl7pPr>
            <a:lvl8pPr indent="-228600" lvl="7" marL="3657600" marR="0" algn="l">
              <a:lnSpc>
                <a:spcPct val="90000"/>
              </a:lnSpc>
              <a:spcBef>
                <a:spcPts val="1200"/>
              </a:spcBef>
              <a:spcAft>
                <a:spcPts val="0"/>
              </a:spcAft>
              <a:buClr>
                <a:schemeClr val="dk1"/>
              </a:buClr>
              <a:buSzPts val="1000"/>
              <a:buFont typeface="Roboto Mono"/>
              <a:buNone/>
              <a:defRPr b="1" i="0" sz="1000" u="none" cap="none" strike="noStrike">
                <a:solidFill>
                  <a:schemeClr val="dk1"/>
                </a:solidFill>
                <a:latin typeface="Roboto Mono"/>
                <a:ea typeface="Roboto Mono"/>
                <a:cs typeface="Roboto Mono"/>
                <a:sym typeface="Roboto Mono"/>
              </a:defRPr>
            </a:lvl8pPr>
            <a:lvl9pPr indent="-228600" lvl="8" marL="4114800" marR="0" algn="l">
              <a:lnSpc>
                <a:spcPct val="90000"/>
              </a:lnSpc>
              <a:spcBef>
                <a:spcPts val="1200"/>
              </a:spcBef>
              <a:spcAft>
                <a:spcPts val="800"/>
              </a:spcAft>
              <a:buClr>
                <a:schemeClr val="dk1"/>
              </a:buClr>
              <a:buSzPts val="2000"/>
              <a:buFont typeface="Roboto Mono"/>
              <a:buNone/>
              <a:defRPr b="1" i="0" sz="2000" u="none" cap="none" strike="noStrike">
                <a:solidFill>
                  <a:schemeClr val="dk1"/>
                </a:solidFill>
                <a:latin typeface="Roboto Mono"/>
                <a:ea typeface="Roboto Mono"/>
                <a:cs typeface="Roboto Mono"/>
                <a:sym typeface="Roboto Mono"/>
              </a:defRPr>
            </a:lvl9pPr>
          </a:lstStyle>
          <a:p/>
        </p:txBody>
      </p:sp>
      <p:cxnSp>
        <p:nvCxnSpPr>
          <p:cNvPr id="7" name="Google Shape;7;p1"/>
          <p:cNvCxnSpPr/>
          <p:nvPr/>
        </p:nvCxnSpPr>
        <p:spPr>
          <a:xfrm rot="10800000">
            <a:off x="4573957" y="5241880"/>
            <a:ext cx="0" cy="63900"/>
          </a:xfrm>
          <a:prstGeom prst="straightConnector1">
            <a:avLst/>
          </a:prstGeom>
          <a:noFill/>
          <a:ln cap="flat" cmpd="sng" w="19050">
            <a:solidFill>
              <a:schemeClr val="lt2"/>
            </a:solidFill>
            <a:prstDash val="solid"/>
            <a:miter lim="400000"/>
            <a:headEnd len="sm" w="sm" type="none"/>
            <a:tailEnd len="sm" w="sm" type="none"/>
          </a:ln>
        </p:spPr>
      </p:cxnSp>
      <p:cxnSp>
        <p:nvCxnSpPr>
          <p:cNvPr id="8" name="Google Shape;8;p1"/>
          <p:cNvCxnSpPr/>
          <p:nvPr/>
        </p:nvCxnSpPr>
        <p:spPr>
          <a:xfrm rot="10800000">
            <a:off x="9279260" y="377488"/>
            <a:ext cx="0" cy="84900"/>
          </a:xfrm>
          <a:prstGeom prst="straightConnector1">
            <a:avLst/>
          </a:prstGeom>
          <a:noFill/>
          <a:ln cap="flat" cmpd="sng" w="19050">
            <a:solidFill>
              <a:schemeClr val="accent1"/>
            </a:solidFill>
            <a:prstDash val="solid"/>
            <a:miter lim="400000"/>
            <a:headEnd len="sm" w="sm" type="none"/>
            <a:tailEnd len="sm" w="sm" type="none"/>
          </a:ln>
        </p:spPr>
      </p:cxnSp>
      <p:cxnSp>
        <p:nvCxnSpPr>
          <p:cNvPr id="9" name="Google Shape;9;p1"/>
          <p:cNvCxnSpPr/>
          <p:nvPr/>
        </p:nvCxnSpPr>
        <p:spPr>
          <a:xfrm>
            <a:off x="9240670" y="4735687"/>
            <a:ext cx="77100" cy="0"/>
          </a:xfrm>
          <a:prstGeom prst="straightConnector1">
            <a:avLst/>
          </a:prstGeom>
          <a:noFill/>
          <a:ln cap="flat" cmpd="sng" w="19050">
            <a:solidFill>
              <a:schemeClr val="accent1"/>
            </a:solidFill>
            <a:prstDash val="solid"/>
            <a:miter lim="400000"/>
            <a:headEnd len="sm" w="sm" type="none"/>
            <a:tailEnd len="sm" w="sm" type="none"/>
          </a:ln>
        </p:spPr>
      </p:cxnSp>
      <p:cxnSp>
        <p:nvCxnSpPr>
          <p:cNvPr id="10" name="Google Shape;10;p1"/>
          <p:cNvCxnSpPr/>
          <p:nvPr/>
        </p:nvCxnSpPr>
        <p:spPr>
          <a:xfrm rot="10800000">
            <a:off x="-128562" y="377488"/>
            <a:ext cx="0" cy="84900"/>
          </a:xfrm>
          <a:prstGeom prst="straightConnector1">
            <a:avLst/>
          </a:prstGeom>
          <a:noFill/>
          <a:ln cap="flat" cmpd="sng" w="19050">
            <a:solidFill>
              <a:schemeClr val="accent1"/>
            </a:solidFill>
            <a:prstDash val="solid"/>
            <a:miter lim="400000"/>
            <a:headEnd len="sm" w="sm" type="none"/>
            <a:tailEnd len="sm" w="sm" type="none"/>
          </a:ln>
        </p:spPr>
      </p:cxnSp>
      <p:cxnSp>
        <p:nvCxnSpPr>
          <p:cNvPr id="11" name="Google Shape;11;p1"/>
          <p:cNvCxnSpPr/>
          <p:nvPr/>
        </p:nvCxnSpPr>
        <p:spPr>
          <a:xfrm rot="10800000">
            <a:off x="-128504" y="2539803"/>
            <a:ext cx="0" cy="63900"/>
          </a:xfrm>
          <a:prstGeom prst="straightConnector1">
            <a:avLst/>
          </a:prstGeom>
          <a:noFill/>
          <a:ln cap="flat" cmpd="sng" w="19050">
            <a:solidFill>
              <a:schemeClr val="lt2"/>
            </a:solidFill>
            <a:prstDash val="solid"/>
            <a:miter lim="400000"/>
            <a:headEnd len="sm" w="sm" type="none"/>
            <a:tailEnd len="sm" w="sm" type="none"/>
          </a:ln>
        </p:spPr>
      </p:cxnSp>
      <p:cxnSp>
        <p:nvCxnSpPr>
          <p:cNvPr id="12" name="Google Shape;12;p1"/>
          <p:cNvCxnSpPr/>
          <p:nvPr/>
        </p:nvCxnSpPr>
        <p:spPr>
          <a:xfrm>
            <a:off x="-167328" y="4735633"/>
            <a:ext cx="77700" cy="0"/>
          </a:xfrm>
          <a:prstGeom prst="straightConnector1">
            <a:avLst/>
          </a:prstGeom>
          <a:noFill/>
          <a:ln cap="flat" cmpd="sng" w="19050">
            <a:solidFill>
              <a:schemeClr val="accent1"/>
            </a:solidFill>
            <a:prstDash val="solid"/>
            <a:miter lim="400000"/>
            <a:headEnd len="sm" w="sm" type="none"/>
            <a:tailEnd len="sm" w="sm" type="none"/>
          </a:ln>
        </p:spPr>
      </p:cxnSp>
      <p:cxnSp>
        <p:nvCxnSpPr>
          <p:cNvPr id="13" name="Google Shape;13;p1"/>
          <p:cNvCxnSpPr/>
          <p:nvPr/>
        </p:nvCxnSpPr>
        <p:spPr>
          <a:xfrm rot="10800000">
            <a:off x="418841" y="-153646"/>
            <a:ext cx="0" cy="60900"/>
          </a:xfrm>
          <a:prstGeom prst="straightConnector1">
            <a:avLst/>
          </a:prstGeom>
          <a:noFill/>
          <a:ln cap="flat" cmpd="sng" w="19050">
            <a:solidFill>
              <a:schemeClr val="accent1"/>
            </a:solidFill>
            <a:prstDash val="solid"/>
            <a:miter lim="400000"/>
            <a:headEnd len="sm" w="sm" type="none"/>
            <a:tailEnd len="sm" w="sm" type="none"/>
          </a:ln>
        </p:spPr>
      </p:cxnSp>
      <p:cxnSp>
        <p:nvCxnSpPr>
          <p:cNvPr id="14" name="Google Shape;14;p1"/>
          <p:cNvCxnSpPr/>
          <p:nvPr/>
        </p:nvCxnSpPr>
        <p:spPr>
          <a:xfrm rot="10800000">
            <a:off x="4576033" y="-135646"/>
            <a:ext cx="0" cy="63900"/>
          </a:xfrm>
          <a:prstGeom prst="straightConnector1">
            <a:avLst/>
          </a:prstGeom>
          <a:noFill/>
          <a:ln cap="flat" cmpd="sng" w="19050">
            <a:solidFill>
              <a:schemeClr val="lt2"/>
            </a:solidFill>
            <a:prstDash val="solid"/>
            <a:miter lim="400000"/>
            <a:headEnd len="sm" w="sm" type="none"/>
            <a:tailEnd len="sm" w="sm" type="none"/>
          </a:ln>
        </p:spPr>
      </p:cxnSp>
      <p:cxnSp>
        <p:nvCxnSpPr>
          <p:cNvPr id="15" name="Google Shape;15;p1"/>
          <p:cNvCxnSpPr/>
          <p:nvPr/>
        </p:nvCxnSpPr>
        <p:spPr>
          <a:xfrm rot="10800000">
            <a:off x="8713045" y="-153646"/>
            <a:ext cx="0" cy="60900"/>
          </a:xfrm>
          <a:prstGeom prst="straightConnector1">
            <a:avLst/>
          </a:prstGeom>
          <a:noFill/>
          <a:ln cap="flat" cmpd="sng" w="19050">
            <a:solidFill>
              <a:schemeClr val="accent1"/>
            </a:solidFill>
            <a:prstDash val="solid"/>
            <a:miter lim="400000"/>
            <a:headEnd len="sm" w="sm" type="none"/>
            <a:tailEnd len="sm" w="sm" type="none"/>
          </a:ln>
        </p:spPr>
      </p:cxnSp>
      <p:cxnSp>
        <p:nvCxnSpPr>
          <p:cNvPr id="16" name="Google Shape;16;p1"/>
          <p:cNvCxnSpPr/>
          <p:nvPr/>
        </p:nvCxnSpPr>
        <p:spPr>
          <a:xfrm rot="10800000">
            <a:off x="424424" y="5243447"/>
            <a:ext cx="0" cy="60900"/>
          </a:xfrm>
          <a:prstGeom prst="straightConnector1">
            <a:avLst/>
          </a:prstGeom>
          <a:noFill/>
          <a:ln cap="flat" cmpd="sng" w="19050">
            <a:solidFill>
              <a:schemeClr val="accent1"/>
            </a:solidFill>
            <a:prstDash val="solid"/>
            <a:miter lim="400000"/>
            <a:headEnd len="sm" w="sm" type="none"/>
            <a:tailEnd len="sm" w="sm" type="none"/>
          </a:ln>
        </p:spPr>
      </p:cxnSp>
      <p:cxnSp>
        <p:nvCxnSpPr>
          <p:cNvPr id="17" name="Google Shape;17;p1"/>
          <p:cNvCxnSpPr/>
          <p:nvPr/>
        </p:nvCxnSpPr>
        <p:spPr>
          <a:xfrm rot="10800000">
            <a:off x="8718628" y="5243447"/>
            <a:ext cx="0" cy="60900"/>
          </a:xfrm>
          <a:prstGeom prst="straightConnector1">
            <a:avLst/>
          </a:prstGeom>
          <a:noFill/>
          <a:ln cap="flat" cmpd="sng" w="19050">
            <a:solidFill>
              <a:schemeClr val="accent1"/>
            </a:solidFill>
            <a:prstDash val="solid"/>
            <a:miter lim="400000"/>
            <a:headEnd len="sm" w="sm" type="none"/>
            <a:tailEnd len="sm" w="sm" type="none"/>
          </a:ln>
        </p:spPr>
      </p:cxnSp>
      <p:cxnSp>
        <p:nvCxnSpPr>
          <p:cNvPr id="18" name="Google Shape;18;p1"/>
          <p:cNvCxnSpPr/>
          <p:nvPr/>
        </p:nvCxnSpPr>
        <p:spPr>
          <a:xfrm>
            <a:off x="9236810" y="4324877"/>
            <a:ext cx="84900" cy="0"/>
          </a:xfrm>
          <a:prstGeom prst="straightConnector1">
            <a:avLst/>
          </a:prstGeom>
          <a:noFill/>
          <a:ln cap="flat" cmpd="sng" w="19050">
            <a:solidFill>
              <a:schemeClr val="lt2"/>
            </a:solidFill>
            <a:prstDash val="solid"/>
            <a:miter lim="400000"/>
            <a:headEnd len="sm" w="sm" type="none"/>
            <a:tailEnd len="sm" w="sm" type="none"/>
          </a:ln>
        </p:spPr>
      </p:cxnSp>
      <p:cxnSp>
        <p:nvCxnSpPr>
          <p:cNvPr id="19" name="Google Shape;19;p1"/>
          <p:cNvCxnSpPr/>
          <p:nvPr/>
        </p:nvCxnSpPr>
        <p:spPr>
          <a:xfrm>
            <a:off x="-171205" y="4324823"/>
            <a:ext cx="85200" cy="0"/>
          </a:xfrm>
          <a:prstGeom prst="straightConnector1">
            <a:avLst/>
          </a:prstGeom>
          <a:noFill/>
          <a:ln cap="flat" cmpd="sng" w="19050">
            <a:solidFill>
              <a:schemeClr val="lt2"/>
            </a:solidFill>
            <a:prstDash val="solid"/>
            <a:miter lim="400000"/>
            <a:headEnd len="sm" w="sm" type="none"/>
            <a:tailEnd len="sm" w="sm" type="none"/>
          </a:ln>
        </p:spPr>
      </p:cxnSp>
      <p:cxnSp>
        <p:nvCxnSpPr>
          <p:cNvPr id="20" name="Google Shape;20;p1"/>
          <p:cNvCxnSpPr/>
          <p:nvPr/>
        </p:nvCxnSpPr>
        <p:spPr>
          <a:xfrm rot="10800000">
            <a:off x="9279260" y="779342"/>
            <a:ext cx="0" cy="84900"/>
          </a:xfrm>
          <a:prstGeom prst="straightConnector1">
            <a:avLst/>
          </a:prstGeom>
          <a:noFill/>
          <a:ln cap="flat" cmpd="sng" w="19050">
            <a:solidFill>
              <a:schemeClr val="lt2"/>
            </a:solidFill>
            <a:prstDash val="solid"/>
            <a:miter lim="400000"/>
            <a:headEnd len="sm" w="sm" type="none"/>
            <a:tailEnd len="sm" w="sm" type="none"/>
          </a:ln>
        </p:spPr>
      </p:cxnSp>
      <p:cxnSp>
        <p:nvCxnSpPr>
          <p:cNvPr id="21" name="Google Shape;21;p1"/>
          <p:cNvCxnSpPr/>
          <p:nvPr/>
        </p:nvCxnSpPr>
        <p:spPr>
          <a:xfrm rot="10800000">
            <a:off x="-128562" y="779342"/>
            <a:ext cx="0" cy="84900"/>
          </a:xfrm>
          <a:prstGeom prst="straightConnector1">
            <a:avLst/>
          </a:prstGeom>
          <a:noFill/>
          <a:ln cap="flat" cmpd="sng" w="19050">
            <a:solidFill>
              <a:schemeClr val="lt2"/>
            </a:solidFill>
            <a:prstDash val="solid"/>
            <a:miter lim="400000"/>
            <a:headEnd len="sm" w="sm" type="none"/>
            <a:tailEnd len="sm" w="sm" type="none"/>
          </a:ln>
        </p:spPr>
      </p:cxnSp>
      <p:cxnSp>
        <p:nvCxnSpPr>
          <p:cNvPr id="22" name="Google Shape;22;p1"/>
          <p:cNvCxnSpPr/>
          <p:nvPr/>
        </p:nvCxnSpPr>
        <p:spPr>
          <a:xfrm rot="10800000">
            <a:off x="9278143" y="2531159"/>
            <a:ext cx="0" cy="84900"/>
          </a:xfrm>
          <a:prstGeom prst="straightConnector1">
            <a:avLst/>
          </a:prstGeom>
          <a:noFill/>
          <a:ln cap="flat" cmpd="sng" w="19050">
            <a:solidFill>
              <a:schemeClr val="lt2"/>
            </a:solidFill>
            <a:prstDash val="solid"/>
            <a:miter lim="400000"/>
            <a:headEnd len="sm" w="sm" type="none"/>
            <a:tailEnd len="sm" w="sm" type="none"/>
          </a:ln>
        </p:spPr>
      </p:cxnSp>
      <p:cxnSp>
        <p:nvCxnSpPr>
          <p:cNvPr id="23" name="Google Shape;23;p1"/>
          <p:cNvCxnSpPr/>
          <p:nvPr/>
        </p:nvCxnSpPr>
        <p:spPr>
          <a:xfrm rot="10800000">
            <a:off x="-129680" y="2531159"/>
            <a:ext cx="0" cy="84900"/>
          </a:xfrm>
          <a:prstGeom prst="straightConnector1">
            <a:avLst/>
          </a:prstGeom>
          <a:noFill/>
          <a:ln cap="flat" cmpd="sng" w="19050">
            <a:solidFill>
              <a:schemeClr val="lt2"/>
            </a:solidFill>
            <a:prstDash val="solid"/>
            <a:miter lim="400000"/>
            <a:headEnd len="sm" w="sm" type="none"/>
            <a:tailEnd len="sm" w="sm" type="none"/>
          </a:ln>
        </p:spPr>
      </p:cxnSp>
      <p:sp>
        <p:nvSpPr>
          <p:cNvPr id="24" name="Google Shape;24;p1"/>
          <p:cNvSpPr txBox="1"/>
          <p:nvPr>
            <p:ph type="title"/>
          </p:nvPr>
        </p:nvSpPr>
        <p:spPr>
          <a:xfrm>
            <a:off x="419796" y="425875"/>
            <a:ext cx="4636200" cy="3942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600"/>
              <a:buFont typeface="Roboto Mono"/>
              <a:buNone/>
              <a:defRPr b="1" i="0" sz="1600" u="none" cap="none" strike="noStrike">
                <a:solidFill>
                  <a:schemeClr val="dk1"/>
                </a:solidFill>
                <a:latin typeface="Roboto Mono"/>
                <a:ea typeface="Roboto Mono"/>
                <a:cs typeface="Roboto Mono"/>
                <a:sym typeface="Roboto Mono"/>
              </a:defRPr>
            </a:lvl1pPr>
            <a:lvl2pPr lvl="1"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2pPr>
            <a:lvl3pPr lvl="2"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3pPr>
            <a:lvl4pPr lvl="3"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4pPr>
            <a:lvl5pPr lvl="4"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5pPr>
            <a:lvl6pPr lvl="5"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6pPr>
            <a:lvl7pPr lvl="6"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7pPr>
            <a:lvl8pPr lvl="7"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8pPr>
            <a:lvl9pPr lvl="8" marR="0" algn="l">
              <a:lnSpc>
                <a:spcPct val="100000"/>
              </a:lnSpc>
              <a:spcBef>
                <a:spcPts val="0"/>
              </a:spcBef>
              <a:spcAft>
                <a:spcPts val="0"/>
              </a:spcAft>
              <a:buClr>
                <a:schemeClr val="dk1"/>
              </a:buClr>
              <a:buSzPts val="3200"/>
              <a:buFont typeface="Roboto Mono"/>
              <a:buNone/>
              <a:defRPr b="1" i="0" sz="3200" u="none" cap="none" strike="noStrike">
                <a:solidFill>
                  <a:schemeClr val="dk1"/>
                </a:solidFill>
                <a:latin typeface="Roboto Mono"/>
                <a:ea typeface="Roboto Mono"/>
                <a:cs typeface="Roboto Mono"/>
                <a:sym typeface="Roboto Mono"/>
              </a:defRPr>
            </a:lvl9pPr>
          </a:lstStyle>
          <a:p/>
        </p:txBody>
      </p:sp>
      <p:pic>
        <p:nvPicPr>
          <p:cNvPr id="25" name="Google Shape;25;p1"/>
          <p:cNvPicPr preferRelativeResize="0"/>
          <p:nvPr/>
        </p:nvPicPr>
        <p:blipFill>
          <a:blip r:embed="rId1">
            <a:alphaModFix/>
          </a:blip>
          <a:stretch>
            <a:fillRect/>
          </a:stretch>
        </p:blipFill>
        <p:spPr>
          <a:xfrm>
            <a:off x="7754239" y="4590259"/>
            <a:ext cx="968449" cy="218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mc:AlternateContent>
    <mc:Choice Requires="p14">
      <p:transition p14:dur="15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83">
          <p15:clr>
            <a:schemeClr val="accent3"/>
          </p15:clr>
        </p15:guide>
        <p15:guide id="2" orient="horz" pos="517">
          <p15:clr>
            <a:schemeClr val="accent1"/>
          </p15:clr>
        </p15:guide>
        <p15:guide id="3" orient="horz" pos="2983">
          <p15:clr>
            <a:schemeClr val="accent6"/>
          </p15:clr>
        </p15:guide>
        <p15:guide id="4" pos="1028">
          <p15:clr>
            <a:schemeClr val="accent3"/>
          </p15:clr>
        </p15:guide>
        <p15:guide id="5" pos="1475">
          <p15:clr>
            <a:schemeClr val="accent3"/>
          </p15:clr>
        </p15:guide>
        <p15:guide id="6" pos="1919">
          <p15:clr>
            <a:schemeClr val="accent3"/>
          </p15:clr>
        </p15:guide>
        <p15:guide id="7" pos="2367">
          <p15:clr>
            <a:srgbClr val="A4A3A4"/>
          </p15:clr>
        </p15:guide>
        <p15:guide id="8" pos="2814">
          <p15:clr>
            <a:schemeClr val="accent3"/>
          </p15:clr>
        </p15:guide>
        <p15:guide id="9" pos="3259">
          <p15:clr>
            <a:schemeClr val="accent3"/>
          </p15:clr>
        </p15:guide>
        <p15:guide id="10" pos="3706">
          <p15:clr>
            <a:schemeClr val="accent3"/>
          </p15:clr>
        </p15:guide>
        <p15:guide id="11" pos="4151">
          <p15:clr>
            <a:schemeClr val="accent3"/>
          </p15:clr>
        </p15:guide>
        <p15:guide id="12" pos="4595">
          <p15:clr>
            <a:schemeClr val="accent3"/>
          </p15:clr>
        </p15:guide>
        <p15:guide id="13" pos="5043">
          <p15:clr>
            <a:schemeClr val="accent3"/>
          </p15:clr>
        </p15:guide>
        <p15:guide id="14" pos="5490">
          <p15:clr>
            <a:schemeClr val="accent6"/>
          </p15:clr>
        </p15:guide>
        <p15:guide id="15" pos="711">
          <p15:clr>
            <a:schemeClr val="accent3"/>
          </p15:clr>
        </p15:guide>
        <p15:guide id="16" pos="264">
          <p15:clr>
            <a:schemeClr val="accent6"/>
          </p15:clr>
        </p15:guide>
        <p15:guide id="17" pos="1158">
          <p15:clr>
            <a:schemeClr val="accent3"/>
          </p15:clr>
        </p15:guide>
        <p15:guide id="18" pos="1603">
          <p15:clr>
            <a:schemeClr val="accent3"/>
          </p15:clr>
        </p15:guide>
        <p15:guide id="19" pos="2050">
          <p15:clr>
            <a:schemeClr val="accent3"/>
          </p15:clr>
        </p15:guide>
        <p15:guide id="20" pos="2494">
          <p15:clr>
            <a:srgbClr val="A4A3A4"/>
          </p15:clr>
        </p15:guide>
        <p15:guide id="21" pos="2942">
          <p15:clr>
            <a:schemeClr val="accent3"/>
          </p15:clr>
        </p15:guide>
        <p15:guide id="22" pos="3386">
          <p15:clr>
            <a:schemeClr val="accent3"/>
          </p15:clr>
        </p15:guide>
        <p15:guide id="23" pos="3834">
          <p15:clr>
            <a:schemeClr val="accent3"/>
          </p15:clr>
        </p15:guide>
        <p15:guide id="24" pos="4281">
          <p15:clr>
            <a:schemeClr val="accent3"/>
          </p15:clr>
        </p15:guide>
        <p15:guide id="25" pos="4726">
          <p15:clr>
            <a:schemeClr val="accent3"/>
          </p15:clr>
        </p15:guide>
        <p15:guide id="26" pos="5170">
          <p15:clr>
            <a:schemeClr val="accent3"/>
          </p15:clr>
        </p15:guide>
        <p15:guide id="27" orient="horz" pos="263">
          <p15:clr>
            <a:schemeClr val="accent6"/>
          </p15:clr>
        </p15:guide>
        <p15:guide id="28" orient="horz" pos="2725">
          <p15:clr>
            <a:schemeClr val="accent1"/>
          </p15:clr>
        </p15:guide>
        <p15:guide id="29" orient="horz" pos="1620">
          <p15:clr>
            <a:schemeClr val="accent1"/>
          </p15:clr>
        </p15:guide>
        <p15:guide id="30" pos="2878">
          <p15:clr>
            <a:schemeClr val="accent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1.jpg"/><Relationship Id="rId4" Type="http://schemas.openxmlformats.org/officeDocument/2006/relationships/image" Target="../media/image62.jpg"/><Relationship Id="rId5" Type="http://schemas.openxmlformats.org/officeDocument/2006/relationships/image" Target="../media/image63.jpg"/><Relationship Id="rId6" Type="http://schemas.openxmlformats.org/officeDocument/2006/relationships/image" Target="../media/image64.jpg"/><Relationship Id="rId7" Type="http://schemas.openxmlformats.org/officeDocument/2006/relationships/image" Target="../media/image67.jpg"/><Relationship Id="rId8" Type="http://schemas.openxmlformats.org/officeDocument/2006/relationships/image" Target="../media/image6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 Id="rId3" Type="http://schemas.openxmlformats.org/officeDocument/2006/relationships/image" Target="../media/image66.jpg"/><Relationship Id="rId4" Type="http://schemas.openxmlformats.org/officeDocument/2006/relationships/image" Target="../media/image6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 Id="rId3" Type="http://schemas.openxmlformats.org/officeDocument/2006/relationships/image" Target="../media/image69.jpg"/><Relationship Id="rId4" Type="http://schemas.openxmlformats.org/officeDocument/2006/relationships/image" Target="../media/image70.jpg"/><Relationship Id="rId5" Type="http://schemas.openxmlformats.org/officeDocument/2006/relationships/image" Target="../media/image71.jpg"/><Relationship Id="rId6" Type="http://schemas.openxmlformats.org/officeDocument/2006/relationships/image" Target="../media/image7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3.xml"/><Relationship Id="rId3" Type="http://schemas.openxmlformats.org/officeDocument/2006/relationships/image" Target="../media/image66.jpg"/><Relationship Id="rId4" Type="http://schemas.openxmlformats.org/officeDocument/2006/relationships/image" Target="../media/image6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81" name="Shape 881"/>
        <p:cNvGrpSpPr/>
        <p:nvPr/>
      </p:nvGrpSpPr>
      <p:grpSpPr>
        <a:xfrm>
          <a:off x="0" y="0"/>
          <a:ext cx="0" cy="0"/>
          <a:chOff x="0" y="0"/>
          <a:chExt cx="0" cy="0"/>
        </a:xfrm>
      </p:grpSpPr>
      <p:sp>
        <p:nvSpPr>
          <p:cNvPr id="882" name="Google Shape;882;p74"/>
          <p:cNvSpPr txBox="1"/>
          <p:nvPr>
            <p:ph idx="2" type="body"/>
          </p:nvPr>
        </p:nvSpPr>
        <p:spPr>
          <a:xfrm>
            <a:off x="69675" y="1226300"/>
            <a:ext cx="8999100" cy="30996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t/>
            </a:r>
            <a:endParaRPr sz="7000"/>
          </a:p>
          <a:p>
            <a:pPr indent="0" lvl="0" marL="0" rtl="0" algn="ctr">
              <a:lnSpc>
                <a:spcPct val="80000"/>
              </a:lnSpc>
              <a:spcBef>
                <a:spcPts val="0"/>
              </a:spcBef>
              <a:spcAft>
                <a:spcPts val="0"/>
              </a:spcAft>
              <a:buNone/>
            </a:pPr>
            <a:r>
              <a:rPr lang="en" sz="7000"/>
              <a:t>Case Notes</a:t>
            </a:r>
            <a:endParaRPr sz="7000"/>
          </a:p>
          <a:p>
            <a:pPr indent="0" lvl="0" marL="0" rtl="0" algn="l">
              <a:lnSpc>
                <a:spcPct val="80000"/>
              </a:lnSpc>
              <a:spcBef>
                <a:spcPts val="0"/>
              </a:spcBef>
              <a:spcAft>
                <a:spcPts val="0"/>
              </a:spcAft>
              <a:buNone/>
            </a:pPr>
            <a:r>
              <a:rPr lang="en" sz="7000"/>
              <a:t> </a:t>
            </a:r>
            <a:endParaRPr sz="7000"/>
          </a:p>
        </p:txBody>
      </p:sp>
    </p:spTree>
  </p:cSld>
  <p:clrMapOvr>
    <a:masterClrMapping/>
  </p:clrMapOvr>
  <mc:AlternateContent>
    <mc:Choice Requires="p14">
      <p:transition p14:dur="1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75"/>
          <p:cNvSpPr/>
          <p:nvPr>
            <p:ph idx="1" type="body"/>
          </p:nvPr>
        </p:nvSpPr>
        <p:spPr>
          <a:xfrm>
            <a:off x="4344613" y="1290038"/>
            <a:ext cx="1881300" cy="1621800"/>
          </a:xfrm>
          <a:prstGeom prst="roundRect">
            <a:avLst>
              <a:gd fmla="val 16667" name="adj"/>
            </a:avLst>
          </a:prstGeom>
        </p:spPr>
        <p:txBody>
          <a:bodyPr anchorCtr="0" anchor="t" bIns="91425" lIns="91425" spcFirstLastPara="1" rIns="91425" wrap="square" tIns="914400">
            <a:noAutofit/>
          </a:bodyPr>
          <a:lstStyle/>
          <a:p>
            <a:pPr indent="0" lvl="0" marL="0" rtl="0" algn="l">
              <a:spcBef>
                <a:spcPts val="0"/>
              </a:spcBef>
              <a:spcAft>
                <a:spcPts val="0"/>
              </a:spcAft>
              <a:buClr>
                <a:schemeClr val="dk1"/>
              </a:buClr>
              <a:buSzPts val="1100"/>
              <a:buFont typeface="Arial"/>
              <a:buNone/>
            </a:pPr>
            <a:r>
              <a:rPr b="1" lang="en" sz="1300">
                <a:latin typeface="Roboto Mono"/>
                <a:ea typeface="Roboto Mono"/>
                <a:cs typeface="Roboto Mono"/>
                <a:sym typeface="Roboto Mono"/>
              </a:rPr>
              <a:t>The “so what?” </a:t>
            </a:r>
            <a:endParaRPr b="1" sz="1300">
              <a:latin typeface="Roboto Mono"/>
              <a:ea typeface="Roboto Mono"/>
              <a:cs typeface="Roboto Mono"/>
              <a:sym typeface="Roboto Mono"/>
            </a:endParaRPr>
          </a:p>
          <a:p>
            <a:pPr indent="0" lvl="0" marL="0" rtl="0" algn="l">
              <a:spcBef>
                <a:spcPts val="0"/>
              </a:spcBef>
              <a:spcAft>
                <a:spcPts val="0"/>
              </a:spcAft>
              <a:buNone/>
            </a:pPr>
            <a:r>
              <a:t/>
            </a:r>
            <a:endParaRPr/>
          </a:p>
        </p:txBody>
      </p:sp>
      <p:sp>
        <p:nvSpPr>
          <p:cNvPr id="888" name="Google Shape;888;p75"/>
          <p:cNvSpPr/>
          <p:nvPr>
            <p:ph idx="2" type="body"/>
          </p:nvPr>
        </p:nvSpPr>
        <p:spPr>
          <a:xfrm>
            <a:off x="6297200" y="1307625"/>
            <a:ext cx="2016000" cy="1586700"/>
          </a:xfrm>
          <a:prstGeom prst="roundRect">
            <a:avLst>
              <a:gd fmla="val 16667" name="adj"/>
            </a:avLst>
          </a:prstGeom>
        </p:spPr>
        <p:txBody>
          <a:bodyPr anchorCtr="0" anchor="t" bIns="91425" lIns="91425" spcFirstLastPara="1" rIns="91425" wrap="square" tIns="914400">
            <a:noAutofit/>
          </a:bodyPr>
          <a:lstStyle/>
          <a:p>
            <a:pPr indent="0" lvl="0" marL="0" rtl="0" algn="l">
              <a:spcBef>
                <a:spcPts val="0"/>
              </a:spcBef>
              <a:spcAft>
                <a:spcPts val="0"/>
              </a:spcAft>
              <a:buClr>
                <a:schemeClr val="dk1"/>
              </a:buClr>
              <a:buSzPts val="1100"/>
              <a:buFont typeface="Arial"/>
              <a:buNone/>
            </a:pPr>
            <a:r>
              <a:rPr b="1" lang="en" sz="1300">
                <a:latin typeface="Roboto Mono"/>
                <a:ea typeface="Roboto Mono"/>
                <a:cs typeface="Roboto Mono"/>
                <a:sym typeface="Roboto Mono"/>
              </a:rPr>
              <a:t>RFI Documentation</a:t>
            </a:r>
            <a:r>
              <a:rPr b="1" lang="en" sz="1300">
                <a:latin typeface="Roboto Mono"/>
                <a:ea typeface="Roboto Mono"/>
                <a:cs typeface="Roboto Mono"/>
                <a:sym typeface="Roboto Mono"/>
              </a:rPr>
              <a:t> </a:t>
            </a:r>
            <a:endParaRPr b="1" sz="1300">
              <a:latin typeface="Roboto Mono"/>
              <a:ea typeface="Roboto Mono"/>
              <a:cs typeface="Roboto Mono"/>
              <a:sym typeface="Roboto Mono"/>
            </a:endParaRPr>
          </a:p>
          <a:p>
            <a:pPr indent="0" lvl="0" marL="0" rtl="0" algn="l">
              <a:spcBef>
                <a:spcPts val="0"/>
              </a:spcBef>
              <a:spcAft>
                <a:spcPts val="0"/>
              </a:spcAft>
              <a:buNone/>
            </a:pPr>
            <a:r>
              <a:t/>
            </a:r>
            <a:endParaRPr b="1" sz="1300">
              <a:latin typeface="Roboto Mono"/>
              <a:ea typeface="Roboto Mono"/>
              <a:cs typeface="Roboto Mono"/>
              <a:sym typeface="Roboto Mono"/>
            </a:endParaRPr>
          </a:p>
        </p:txBody>
      </p:sp>
      <p:sp>
        <p:nvSpPr>
          <p:cNvPr id="889" name="Google Shape;889;p75"/>
          <p:cNvSpPr/>
          <p:nvPr>
            <p:ph idx="5" type="body"/>
          </p:nvPr>
        </p:nvSpPr>
        <p:spPr>
          <a:xfrm>
            <a:off x="2392038" y="1290050"/>
            <a:ext cx="1881300" cy="1621800"/>
          </a:xfrm>
          <a:prstGeom prst="roundRect">
            <a:avLst>
              <a:gd fmla="val 16667" name="adj"/>
            </a:avLst>
          </a:prstGeom>
        </p:spPr>
        <p:txBody>
          <a:bodyPr anchorCtr="0" anchor="t" bIns="91425" lIns="91425" spcFirstLastPara="1" rIns="91425" wrap="square" tIns="914400">
            <a:noAutofit/>
          </a:bodyPr>
          <a:lstStyle/>
          <a:p>
            <a:pPr indent="0" lvl="0" marL="0" rtl="0" algn="l">
              <a:spcBef>
                <a:spcPts val="0"/>
              </a:spcBef>
              <a:spcAft>
                <a:spcPts val="0"/>
              </a:spcAft>
              <a:buNone/>
            </a:pPr>
            <a:r>
              <a:rPr b="1" lang="en" sz="1300">
                <a:latin typeface="Roboto Mono"/>
                <a:ea typeface="Roboto Mono"/>
                <a:cs typeface="Roboto Mono"/>
                <a:sym typeface="Roboto Mono"/>
              </a:rPr>
              <a:t>Consistent Structure</a:t>
            </a:r>
            <a:endParaRPr b="1" sz="1300">
              <a:latin typeface="Roboto Mono"/>
              <a:ea typeface="Roboto Mono"/>
              <a:cs typeface="Roboto Mono"/>
              <a:sym typeface="Roboto Mono"/>
            </a:endParaRPr>
          </a:p>
        </p:txBody>
      </p:sp>
      <p:sp>
        <p:nvSpPr>
          <p:cNvPr id="890" name="Google Shape;890;p75"/>
          <p:cNvSpPr/>
          <p:nvPr>
            <p:ph idx="6" type="body"/>
          </p:nvPr>
        </p:nvSpPr>
        <p:spPr>
          <a:xfrm>
            <a:off x="2438350" y="3006275"/>
            <a:ext cx="1914600" cy="1809900"/>
          </a:xfrm>
          <a:prstGeom prst="roundRect">
            <a:avLst>
              <a:gd fmla="val 16667" name="adj"/>
            </a:avLst>
          </a:prstGeom>
        </p:spPr>
        <p:txBody>
          <a:bodyPr anchorCtr="0" anchor="t" bIns="91425" lIns="91425" spcFirstLastPara="1" rIns="91425" wrap="square" tIns="914400">
            <a:noAutofit/>
          </a:bodyPr>
          <a:lstStyle/>
          <a:p>
            <a:pPr indent="0" lvl="0" marL="0" rtl="0" algn="l">
              <a:spcBef>
                <a:spcPts val="0"/>
              </a:spcBef>
              <a:spcAft>
                <a:spcPts val="0"/>
              </a:spcAft>
              <a:buClr>
                <a:schemeClr val="dk1"/>
              </a:buClr>
              <a:buSzPts val="1100"/>
              <a:buFont typeface="Arial"/>
              <a:buNone/>
            </a:pPr>
            <a:r>
              <a:rPr b="1" lang="en" sz="1300">
                <a:latin typeface="Roboto Mono"/>
                <a:ea typeface="Roboto Mono"/>
                <a:cs typeface="Roboto Mono"/>
                <a:sym typeface="Roboto Mono"/>
              </a:rPr>
              <a:t>Wrap-up</a:t>
            </a:r>
            <a:endParaRPr/>
          </a:p>
        </p:txBody>
      </p:sp>
      <p:sp>
        <p:nvSpPr>
          <p:cNvPr id="891" name="Google Shape;891;p75"/>
          <p:cNvSpPr/>
          <p:nvPr>
            <p:ph idx="7" type="body"/>
          </p:nvPr>
        </p:nvSpPr>
        <p:spPr>
          <a:xfrm>
            <a:off x="432075" y="1293675"/>
            <a:ext cx="1881300" cy="1621800"/>
          </a:xfrm>
          <a:prstGeom prst="roundRect">
            <a:avLst>
              <a:gd fmla="val 16667" name="adj"/>
            </a:avLst>
          </a:prstGeom>
        </p:spPr>
        <p:txBody>
          <a:bodyPr anchorCtr="0" anchor="t" bIns="91425" lIns="91425" spcFirstLastPara="1" rIns="91425" wrap="square" tIns="914400">
            <a:noAutofit/>
          </a:bodyPr>
          <a:lstStyle/>
          <a:p>
            <a:pPr indent="0" lvl="0" marL="0" rtl="0" algn="l">
              <a:spcBef>
                <a:spcPts val="0"/>
              </a:spcBef>
              <a:spcAft>
                <a:spcPts val="0"/>
              </a:spcAft>
              <a:buNone/>
            </a:pPr>
            <a:r>
              <a:rPr b="1" lang="en" sz="1300">
                <a:latin typeface="Roboto Mono"/>
                <a:ea typeface="Roboto Mono"/>
                <a:cs typeface="Roboto Mono"/>
                <a:sym typeface="Roboto Mono"/>
              </a:rPr>
              <a:t>Context</a:t>
            </a:r>
            <a:endParaRPr b="1" sz="1300">
              <a:latin typeface="Roboto Mono"/>
              <a:ea typeface="Roboto Mono"/>
              <a:cs typeface="Roboto Mono"/>
              <a:sym typeface="Roboto Mono"/>
            </a:endParaRPr>
          </a:p>
        </p:txBody>
      </p:sp>
      <p:sp>
        <p:nvSpPr>
          <p:cNvPr id="892" name="Google Shape;892;p75"/>
          <p:cNvSpPr/>
          <p:nvPr>
            <p:ph idx="8" type="body"/>
          </p:nvPr>
        </p:nvSpPr>
        <p:spPr>
          <a:xfrm>
            <a:off x="432075" y="3006275"/>
            <a:ext cx="1914600" cy="1809900"/>
          </a:xfrm>
          <a:prstGeom prst="roundRect">
            <a:avLst>
              <a:gd fmla="val 16667" name="adj"/>
            </a:avLst>
          </a:prstGeom>
        </p:spPr>
        <p:txBody>
          <a:bodyPr anchorCtr="0" anchor="t" bIns="91425" lIns="91425" spcFirstLastPara="1" rIns="91425" wrap="square" tIns="914400">
            <a:noAutofit/>
          </a:bodyPr>
          <a:lstStyle/>
          <a:p>
            <a:pPr indent="0" lvl="0" marL="0" rtl="0" algn="l">
              <a:spcBef>
                <a:spcPts val="0"/>
              </a:spcBef>
              <a:spcAft>
                <a:spcPts val="0"/>
              </a:spcAft>
              <a:buNone/>
            </a:pPr>
            <a:r>
              <a:rPr b="1" lang="en" sz="1300">
                <a:latin typeface="Roboto Mono"/>
                <a:ea typeface="Roboto Mono"/>
                <a:cs typeface="Roboto Mono"/>
                <a:sym typeface="Roboto Mono"/>
              </a:rPr>
              <a:t>Test yourself</a:t>
            </a:r>
            <a:endParaRPr b="1"/>
          </a:p>
        </p:txBody>
      </p:sp>
      <p:sp>
        <p:nvSpPr>
          <p:cNvPr id="893" name="Google Shape;893;p75"/>
          <p:cNvSpPr txBox="1"/>
          <p:nvPr>
            <p:ph idx="9" type="body"/>
          </p:nvPr>
        </p:nvSpPr>
        <p:spPr>
          <a:xfrm>
            <a:off x="6371497" y="1411377"/>
            <a:ext cx="1577100" cy="288900"/>
          </a:xfrm>
          <a:prstGeom prst="rect">
            <a:avLst/>
          </a:prstGeom>
        </p:spPr>
        <p:txBody>
          <a:bodyPr anchorCtr="0" anchor="t" bIns="0" lIns="0" spcFirstLastPara="1" rIns="0" wrap="square" tIns="0">
            <a:noAutofit/>
          </a:bodyPr>
          <a:lstStyle/>
          <a:p>
            <a:pPr indent="0" lvl="0" marL="0" rtl="0" algn="l">
              <a:lnSpc>
                <a:spcPct val="110000"/>
              </a:lnSpc>
              <a:spcBef>
                <a:spcPts val="100"/>
              </a:spcBef>
              <a:spcAft>
                <a:spcPts val="900"/>
              </a:spcAft>
              <a:buClr>
                <a:schemeClr val="dk1"/>
              </a:buClr>
              <a:buSzPts val="1100"/>
              <a:buFont typeface="Arial"/>
              <a:buNone/>
            </a:pPr>
            <a:r>
              <a:rPr lang="en" sz="1600">
                <a:latin typeface="Inter"/>
                <a:ea typeface="Inter"/>
                <a:cs typeface="Inter"/>
                <a:sym typeface="Inter"/>
              </a:rPr>
              <a:t>04</a:t>
            </a:r>
            <a:endParaRPr/>
          </a:p>
        </p:txBody>
      </p:sp>
      <p:sp>
        <p:nvSpPr>
          <p:cNvPr id="894" name="Google Shape;894;p75"/>
          <p:cNvSpPr txBox="1"/>
          <p:nvPr>
            <p:ph idx="15" type="body"/>
          </p:nvPr>
        </p:nvSpPr>
        <p:spPr>
          <a:xfrm>
            <a:off x="4496722" y="1411377"/>
            <a:ext cx="1577100" cy="288900"/>
          </a:xfrm>
          <a:prstGeom prst="rect">
            <a:avLst/>
          </a:prstGeom>
        </p:spPr>
        <p:txBody>
          <a:bodyPr anchorCtr="0" anchor="t" bIns="0" lIns="0" spcFirstLastPara="1" rIns="0" wrap="square" tIns="0">
            <a:noAutofit/>
          </a:bodyPr>
          <a:lstStyle/>
          <a:p>
            <a:pPr indent="0" lvl="0" marL="0" rtl="0" algn="l">
              <a:lnSpc>
                <a:spcPct val="110000"/>
              </a:lnSpc>
              <a:spcBef>
                <a:spcPts val="100"/>
              </a:spcBef>
              <a:spcAft>
                <a:spcPts val="900"/>
              </a:spcAft>
              <a:buClr>
                <a:schemeClr val="dk1"/>
              </a:buClr>
              <a:buSzPts val="1100"/>
              <a:buFont typeface="Arial"/>
              <a:buNone/>
            </a:pPr>
            <a:r>
              <a:rPr lang="en" sz="1600">
                <a:latin typeface="Inter"/>
                <a:ea typeface="Inter"/>
                <a:cs typeface="Inter"/>
                <a:sym typeface="Inter"/>
              </a:rPr>
              <a:t>03</a:t>
            </a:r>
            <a:endParaRPr/>
          </a:p>
        </p:txBody>
      </p:sp>
      <p:sp>
        <p:nvSpPr>
          <p:cNvPr id="895" name="Google Shape;895;p75"/>
          <p:cNvSpPr txBox="1"/>
          <p:nvPr>
            <p:ph idx="16" type="body"/>
          </p:nvPr>
        </p:nvSpPr>
        <p:spPr>
          <a:xfrm>
            <a:off x="2465772" y="3099593"/>
            <a:ext cx="1577100" cy="288900"/>
          </a:xfrm>
          <a:prstGeom prst="rect">
            <a:avLst/>
          </a:prstGeom>
        </p:spPr>
        <p:txBody>
          <a:bodyPr anchorCtr="0" anchor="t" bIns="0" lIns="0" spcFirstLastPara="1" rIns="0" wrap="square" tIns="0">
            <a:noAutofit/>
          </a:bodyPr>
          <a:lstStyle/>
          <a:p>
            <a:pPr indent="0" lvl="0" marL="0" rtl="0" algn="l">
              <a:lnSpc>
                <a:spcPct val="110000"/>
              </a:lnSpc>
              <a:spcBef>
                <a:spcPts val="100"/>
              </a:spcBef>
              <a:spcAft>
                <a:spcPts val="900"/>
              </a:spcAft>
              <a:buClr>
                <a:schemeClr val="dk1"/>
              </a:buClr>
              <a:buSzPts val="1100"/>
              <a:buFont typeface="Arial"/>
              <a:buNone/>
            </a:pPr>
            <a:r>
              <a:rPr lang="en" sz="1600">
                <a:latin typeface="Inter"/>
                <a:ea typeface="Inter"/>
                <a:cs typeface="Inter"/>
                <a:sym typeface="Inter"/>
              </a:rPr>
              <a:t>06</a:t>
            </a:r>
            <a:endParaRPr/>
          </a:p>
        </p:txBody>
      </p:sp>
      <p:sp>
        <p:nvSpPr>
          <p:cNvPr id="896" name="Google Shape;896;p75"/>
          <p:cNvSpPr txBox="1"/>
          <p:nvPr>
            <p:ph idx="17" type="body"/>
          </p:nvPr>
        </p:nvSpPr>
        <p:spPr>
          <a:xfrm>
            <a:off x="2540450" y="1411378"/>
            <a:ext cx="1577100" cy="138600"/>
          </a:xfrm>
          <a:prstGeom prst="rect">
            <a:avLst/>
          </a:prstGeom>
        </p:spPr>
        <p:txBody>
          <a:bodyPr anchorCtr="0" anchor="t" bIns="0" lIns="0" spcFirstLastPara="1" rIns="0" wrap="square" tIns="0">
            <a:noAutofit/>
          </a:bodyPr>
          <a:lstStyle/>
          <a:p>
            <a:pPr indent="0" lvl="0" marL="0" rtl="0" algn="l">
              <a:lnSpc>
                <a:spcPct val="110000"/>
              </a:lnSpc>
              <a:spcBef>
                <a:spcPts val="100"/>
              </a:spcBef>
              <a:spcAft>
                <a:spcPts val="900"/>
              </a:spcAft>
              <a:buClr>
                <a:schemeClr val="dk1"/>
              </a:buClr>
              <a:buSzPts val="1100"/>
              <a:buFont typeface="Arial"/>
              <a:buNone/>
            </a:pPr>
            <a:r>
              <a:rPr lang="en" sz="1600">
                <a:latin typeface="Inter"/>
                <a:ea typeface="Inter"/>
                <a:cs typeface="Inter"/>
                <a:sym typeface="Inter"/>
              </a:rPr>
              <a:t>02</a:t>
            </a:r>
            <a:endParaRPr/>
          </a:p>
        </p:txBody>
      </p:sp>
      <p:sp>
        <p:nvSpPr>
          <p:cNvPr id="897" name="Google Shape;897;p75"/>
          <p:cNvSpPr txBox="1"/>
          <p:nvPr>
            <p:ph idx="18" type="body"/>
          </p:nvPr>
        </p:nvSpPr>
        <p:spPr>
          <a:xfrm>
            <a:off x="584172" y="1411377"/>
            <a:ext cx="1577100" cy="288900"/>
          </a:xfrm>
          <a:prstGeom prst="rect">
            <a:avLst/>
          </a:prstGeom>
        </p:spPr>
        <p:txBody>
          <a:bodyPr anchorCtr="0" anchor="t" bIns="0" lIns="0" spcFirstLastPara="1" rIns="0" wrap="square" tIns="0">
            <a:noAutofit/>
          </a:bodyPr>
          <a:lstStyle/>
          <a:p>
            <a:pPr indent="0" lvl="0" marL="0" rtl="0" algn="l">
              <a:lnSpc>
                <a:spcPct val="110000"/>
              </a:lnSpc>
              <a:spcBef>
                <a:spcPts val="100"/>
              </a:spcBef>
              <a:spcAft>
                <a:spcPts val="900"/>
              </a:spcAft>
              <a:buClr>
                <a:schemeClr val="dk1"/>
              </a:buClr>
              <a:buSzPts val="1100"/>
              <a:buFont typeface="Arial"/>
              <a:buNone/>
            </a:pPr>
            <a:r>
              <a:rPr lang="en" sz="1600">
                <a:latin typeface="Inter"/>
                <a:ea typeface="Inter"/>
                <a:cs typeface="Inter"/>
                <a:sym typeface="Inter"/>
              </a:rPr>
              <a:t>01</a:t>
            </a:r>
            <a:endParaRPr/>
          </a:p>
        </p:txBody>
      </p:sp>
      <p:sp>
        <p:nvSpPr>
          <p:cNvPr id="898" name="Google Shape;898;p75"/>
          <p:cNvSpPr txBox="1"/>
          <p:nvPr>
            <p:ph idx="19" type="body"/>
          </p:nvPr>
        </p:nvSpPr>
        <p:spPr>
          <a:xfrm>
            <a:off x="486697" y="3099593"/>
            <a:ext cx="1577100" cy="288900"/>
          </a:xfrm>
          <a:prstGeom prst="rect">
            <a:avLst/>
          </a:prstGeom>
        </p:spPr>
        <p:txBody>
          <a:bodyPr anchorCtr="0" anchor="t" bIns="0" lIns="0" spcFirstLastPara="1" rIns="0" wrap="square" tIns="0">
            <a:noAutofit/>
          </a:bodyPr>
          <a:lstStyle/>
          <a:p>
            <a:pPr indent="0" lvl="0" marL="0" rtl="0" algn="l">
              <a:lnSpc>
                <a:spcPct val="110000"/>
              </a:lnSpc>
              <a:spcBef>
                <a:spcPts val="100"/>
              </a:spcBef>
              <a:spcAft>
                <a:spcPts val="900"/>
              </a:spcAft>
              <a:buClr>
                <a:schemeClr val="dk1"/>
              </a:buClr>
              <a:buSzPts val="1100"/>
              <a:buFont typeface="Arial"/>
              <a:buNone/>
            </a:pPr>
            <a:r>
              <a:rPr lang="en" sz="1600">
                <a:latin typeface="Inter"/>
                <a:ea typeface="Inter"/>
                <a:cs typeface="Inter"/>
                <a:sym typeface="Inter"/>
              </a:rPr>
              <a:t>05</a:t>
            </a:r>
            <a:endParaRPr/>
          </a:p>
        </p:txBody>
      </p:sp>
      <p:sp>
        <p:nvSpPr>
          <p:cNvPr id="899" name="Google Shape;899;p75"/>
          <p:cNvSpPr txBox="1"/>
          <p:nvPr>
            <p:ph type="title"/>
          </p:nvPr>
        </p:nvSpPr>
        <p:spPr>
          <a:xfrm>
            <a:off x="419800" y="425875"/>
            <a:ext cx="5951700" cy="7770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100"/>
              <a:buFont typeface="Arial"/>
              <a:buNone/>
            </a:pPr>
            <a:r>
              <a:rPr lang="en" sz="4600">
                <a:solidFill>
                  <a:schemeClr val="accent1"/>
                </a:solidFill>
              </a:rPr>
              <a:t>AGENDA/CONTENTS</a:t>
            </a:r>
            <a:endParaRPr sz="4600">
              <a:solidFill>
                <a:schemeClr val="accent1"/>
              </a:solidFill>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76"/>
          <p:cNvSpPr txBox="1"/>
          <p:nvPr>
            <p:ph idx="1" type="subTitle"/>
          </p:nvPr>
        </p:nvSpPr>
        <p:spPr>
          <a:xfrm>
            <a:off x="289000" y="83075"/>
            <a:ext cx="7212900" cy="558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b="0" lang="en" sz="3000">
                <a:solidFill>
                  <a:schemeClr val="dk2"/>
                </a:solidFill>
                <a:latin typeface="Roboto Mono SemiBold"/>
                <a:ea typeface="Roboto Mono SemiBold"/>
                <a:cs typeface="Roboto Mono SemiBold"/>
                <a:sym typeface="Roboto Mono SemiBold"/>
              </a:rPr>
              <a:t>The why?</a:t>
            </a:r>
            <a:endParaRPr b="0" sz="3000">
              <a:solidFill>
                <a:schemeClr val="dk2"/>
              </a:solidFill>
              <a:latin typeface="Roboto Mono SemiBold"/>
              <a:ea typeface="Roboto Mono SemiBold"/>
              <a:cs typeface="Roboto Mono SemiBold"/>
              <a:sym typeface="Roboto Mono SemiBold"/>
            </a:endParaRPr>
          </a:p>
        </p:txBody>
      </p:sp>
      <p:sp>
        <p:nvSpPr>
          <p:cNvPr id="905" name="Google Shape;905;p76"/>
          <p:cNvSpPr txBox="1"/>
          <p:nvPr>
            <p:ph idx="2" type="body"/>
          </p:nvPr>
        </p:nvSpPr>
        <p:spPr>
          <a:xfrm>
            <a:off x="396000" y="964125"/>
            <a:ext cx="986400" cy="55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b="1" sz="1900">
              <a:latin typeface="Roboto Mono"/>
              <a:ea typeface="Roboto Mono"/>
              <a:cs typeface="Roboto Mono"/>
              <a:sym typeface="Roboto Mono"/>
            </a:endParaRPr>
          </a:p>
        </p:txBody>
      </p:sp>
      <p:sp>
        <p:nvSpPr>
          <p:cNvPr id="906" name="Google Shape;906;p76"/>
          <p:cNvSpPr/>
          <p:nvPr/>
        </p:nvSpPr>
        <p:spPr>
          <a:xfrm>
            <a:off x="111375" y="975752"/>
            <a:ext cx="2781000" cy="28149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Mono"/>
                <a:ea typeface="Roboto Mono"/>
                <a:cs typeface="Roboto Mono"/>
                <a:sym typeface="Roboto Mono"/>
              </a:rPr>
              <a:t>Regulators are asking: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sz="1200">
                <a:solidFill>
                  <a:schemeClr val="lt1"/>
                </a:solidFill>
                <a:latin typeface="Roboto Mono"/>
                <a:ea typeface="Roboto Mono"/>
                <a:cs typeface="Roboto Mono"/>
                <a:sym typeface="Roboto Mono"/>
              </a:rPr>
              <a:t>Recent </a:t>
            </a:r>
            <a:r>
              <a:rPr b="1" lang="en" sz="1200">
                <a:solidFill>
                  <a:schemeClr val="lt1"/>
                </a:solidFill>
                <a:latin typeface="Roboto Mono"/>
                <a:ea typeface="Roboto Mono"/>
                <a:cs typeface="Roboto Mono"/>
                <a:sym typeface="Roboto Mono"/>
              </a:rPr>
              <a:t>regulatory</a:t>
            </a:r>
            <a:r>
              <a:rPr b="1" lang="en" sz="1200">
                <a:solidFill>
                  <a:schemeClr val="lt1"/>
                </a:solidFill>
                <a:latin typeface="Roboto Mono"/>
                <a:ea typeface="Roboto Mono"/>
                <a:cs typeface="Roboto Mono"/>
                <a:sym typeface="Roboto Mono"/>
              </a:rPr>
              <a:t> requests have been focused directly on our case notes and how we evidence our decisions</a:t>
            </a:r>
            <a:endParaRPr b="1" sz="12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b="1" sz="1100">
              <a:solidFill>
                <a:schemeClr val="dk1"/>
              </a:solidFill>
            </a:endParaRPr>
          </a:p>
        </p:txBody>
      </p:sp>
      <p:sp>
        <p:nvSpPr>
          <p:cNvPr id="907" name="Google Shape;907;p76"/>
          <p:cNvSpPr/>
          <p:nvPr/>
        </p:nvSpPr>
        <p:spPr>
          <a:xfrm>
            <a:off x="3222225" y="964125"/>
            <a:ext cx="2661300" cy="28149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lt1"/>
                </a:solidFill>
                <a:latin typeface="Roboto Mono"/>
                <a:ea typeface="Roboto Mono"/>
                <a:cs typeface="Roboto Mono"/>
                <a:sym typeface="Roboto Mono"/>
              </a:rPr>
              <a:t>The note is the evidence: </a:t>
            </a:r>
            <a:endParaRPr b="1" sz="18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b="1" sz="18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chemeClr val="lt1"/>
                </a:solidFill>
                <a:latin typeface="Roboto Mono"/>
                <a:ea typeface="Roboto Mono"/>
                <a:cs typeface="Roboto Mono"/>
                <a:sym typeface="Roboto Mono"/>
              </a:rPr>
              <a:t>An external auditor sees what is written. If it is not documented, it cannot be relied on. </a:t>
            </a:r>
            <a:endParaRPr b="1" sz="1200">
              <a:solidFill>
                <a:schemeClr val="lt1"/>
              </a:solidFill>
              <a:latin typeface="Roboto Mono"/>
              <a:ea typeface="Roboto Mono"/>
              <a:cs typeface="Roboto Mono"/>
              <a:sym typeface="Roboto Mono"/>
            </a:endParaRPr>
          </a:p>
        </p:txBody>
      </p:sp>
      <p:sp>
        <p:nvSpPr>
          <p:cNvPr id="908" name="Google Shape;908;p76"/>
          <p:cNvSpPr/>
          <p:nvPr/>
        </p:nvSpPr>
        <p:spPr>
          <a:xfrm>
            <a:off x="6365500" y="987350"/>
            <a:ext cx="2510400" cy="28149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lt1"/>
                </a:solidFill>
                <a:latin typeface="Roboto Mono"/>
                <a:ea typeface="Roboto Mono"/>
                <a:cs typeface="Roboto Mono"/>
                <a:sym typeface="Roboto Mono"/>
              </a:rPr>
              <a:t>Reducing external risk: </a:t>
            </a:r>
            <a:endParaRPr b="1" sz="18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b="1" sz="18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200">
                <a:solidFill>
                  <a:schemeClr val="lt1"/>
                </a:solidFill>
                <a:latin typeface="Roboto Mono"/>
                <a:ea typeface="Roboto Mono"/>
                <a:cs typeface="Roboto Mono"/>
                <a:sym typeface="Roboto Mono"/>
              </a:rPr>
              <a:t>Stronger notes protect CKO, the team and you as the analyst you made the decision.</a:t>
            </a:r>
            <a:endParaRPr b="1" sz="1200">
              <a:solidFill>
                <a:schemeClr val="lt1"/>
              </a:solidFill>
              <a:latin typeface="Roboto Mono"/>
              <a:ea typeface="Roboto Mono"/>
              <a:cs typeface="Roboto Mono"/>
              <a:sym typeface="Roboto Mono"/>
            </a:endParaRPr>
          </a:p>
        </p:txBody>
      </p:sp>
      <p:sp>
        <p:nvSpPr>
          <p:cNvPr id="909" name="Google Shape;909;p76"/>
          <p:cNvSpPr/>
          <p:nvPr/>
        </p:nvSpPr>
        <p:spPr>
          <a:xfrm>
            <a:off x="111375" y="3932900"/>
            <a:ext cx="7504800" cy="7860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200">
                <a:solidFill>
                  <a:schemeClr val="dk1"/>
                </a:solidFill>
                <a:latin typeface="Roboto Mono"/>
                <a:ea typeface="Roboto Mono"/>
                <a:cs typeface="Roboto Mono"/>
                <a:sym typeface="Roboto Mono"/>
              </a:rPr>
              <a:t>📣This is not concentrated in individuals. This is about how we all document 📣</a:t>
            </a:r>
            <a:r>
              <a:rPr b="1" lang="en" sz="1300">
                <a:solidFill>
                  <a:schemeClr val="dk1"/>
                </a:solidFill>
                <a:latin typeface="Roboto Mono"/>
                <a:ea typeface="Roboto Mono"/>
                <a:cs typeface="Roboto Mono"/>
                <a:sym typeface="Roboto Mono"/>
              </a:rPr>
              <a:t> </a:t>
            </a:r>
            <a:endParaRPr b="1" sz="1700">
              <a:solidFill>
                <a:schemeClr val="dk1"/>
              </a:solidFill>
              <a:latin typeface="Roboto Mono"/>
              <a:ea typeface="Roboto Mono"/>
              <a:cs typeface="Roboto Mono"/>
              <a:sym typeface="Roboto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77"/>
          <p:cNvSpPr txBox="1"/>
          <p:nvPr>
            <p:ph idx="4294967295" type="title"/>
          </p:nvPr>
        </p:nvSpPr>
        <p:spPr>
          <a:xfrm>
            <a:off x="315376" y="182875"/>
            <a:ext cx="5463600" cy="6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000"/>
              <a:t>The why? </a:t>
            </a:r>
            <a:endParaRPr sz="3000"/>
          </a:p>
        </p:txBody>
      </p:sp>
      <p:sp>
        <p:nvSpPr>
          <p:cNvPr id="916" name="Google Shape;916;p77"/>
          <p:cNvSpPr/>
          <p:nvPr/>
        </p:nvSpPr>
        <p:spPr>
          <a:xfrm>
            <a:off x="3502200" y="738450"/>
            <a:ext cx="2139600" cy="5937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Mono"/>
                <a:ea typeface="Roboto Mono"/>
                <a:cs typeface="Roboto Mono"/>
                <a:sym typeface="Roboto Mono"/>
              </a:rPr>
              <a:t>Reasoned</a:t>
            </a:r>
            <a:endParaRPr b="1">
              <a:solidFill>
                <a:schemeClr val="lt1"/>
              </a:solidFill>
              <a:latin typeface="Roboto Mono"/>
              <a:ea typeface="Roboto Mono"/>
              <a:cs typeface="Roboto Mono"/>
              <a:sym typeface="Roboto Mono"/>
            </a:endParaRPr>
          </a:p>
        </p:txBody>
      </p:sp>
      <p:sp>
        <p:nvSpPr>
          <p:cNvPr id="917" name="Google Shape;917;p77"/>
          <p:cNvSpPr/>
          <p:nvPr/>
        </p:nvSpPr>
        <p:spPr>
          <a:xfrm>
            <a:off x="575450" y="738450"/>
            <a:ext cx="2272200" cy="5937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Mono"/>
                <a:ea typeface="Roboto Mono"/>
                <a:cs typeface="Roboto Mono"/>
                <a:sym typeface="Roboto Mono"/>
              </a:rPr>
              <a:t>Complete</a:t>
            </a:r>
            <a:endParaRPr b="1">
              <a:solidFill>
                <a:schemeClr val="lt1"/>
              </a:solidFill>
              <a:latin typeface="Roboto Mono"/>
              <a:ea typeface="Roboto Mono"/>
              <a:cs typeface="Roboto Mono"/>
              <a:sym typeface="Roboto Mono"/>
            </a:endParaRPr>
          </a:p>
        </p:txBody>
      </p:sp>
      <p:sp>
        <p:nvSpPr>
          <p:cNvPr id="918" name="Google Shape;918;p77"/>
          <p:cNvSpPr/>
          <p:nvPr/>
        </p:nvSpPr>
        <p:spPr>
          <a:xfrm>
            <a:off x="708050" y="1558050"/>
            <a:ext cx="2139600" cy="14160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E</a:t>
            </a:r>
            <a:r>
              <a:rPr b="1" lang="en" sz="1000">
                <a:solidFill>
                  <a:schemeClr val="dk1"/>
                </a:solidFill>
                <a:latin typeface="Roboto Mono"/>
                <a:ea typeface="Roboto Mono"/>
                <a:cs typeface="Roboto Mono"/>
                <a:sym typeface="Roboto Mono"/>
              </a:rPr>
              <a:t>very part of the investigation is visibly </a:t>
            </a:r>
            <a:r>
              <a:rPr b="1" lang="en" sz="1000">
                <a:solidFill>
                  <a:schemeClr val="dk1"/>
                </a:solidFill>
                <a:latin typeface="Roboto Mono"/>
                <a:ea typeface="Roboto Mono"/>
                <a:cs typeface="Roboto Mono"/>
                <a:sym typeface="Roboto Mono"/>
              </a:rPr>
              <a:t>documented</a:t>
            </a:r>
            <a:r>
              <a:rPr b="1" lang="en" sz="1000">
                <a:solidFill>
                  <a:schemeClr val="dk1"/>
                </a:solidFill>
                <a:latin typeface="Roboto Mono"/>
                <a:ea typeface="Roboto Mono"/>
                <a:cs typeface="Roboto Mono"/>
                <a:sym typeface="Roboto Mono"/>
              </a:rPr>
              <a:t>, including where nothing was found. </a:t>
            </a:r>
            <a:endParaRPr b="1" sz="1000">
              <a:solidFill>
                <a:schemeClr val="dk1"/>
              </a:solidFill>
              <a:latin typeface="Roboto Mono"/>
              <a:ea typeface="Roboto Mono"/>
              <a:cs typeface="Roboto Mono"/>
              <a:sym typeface="Roboto Mono"/>
            </a:endParaRPr>
          </a:p>
        </p:txBody>
      </p:sp>
      <p:sp>
        <p:nvSpPr>
          <p:cNvPr id="919" name="Google Shape;919;p77"/>
          <p:cNvSpPr/>
          <p:nvPr/>
        </p:nvSpPr>
        <p:spPr>
          <a:xfrm>
            <a:off x="6296350" y="738450"/>
            <a:ext cx="2139600" cy="5937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Mono"/>
                <a:ea typeface="Roboto Mono"/>
                <a:cs typeface="Roboto Mono"/>
                <a:sym typeface="Roboto Mono"/>
              </a:rPr>
              <a:t>Evidenced</a:t>
            </a:r>
            <a:endParaRPr b="1">
              <a:solidFill>
                <a:schemeClr val="lt1"/>
              </a:solidFill>
              <a:latin typeface="Roboto Mono"/>
              <a:ea typeface="Roboto Mono"/>
              <a:cs typeface="Roboto Mono"/>
              <a:sym typeface="Roboto Mono"/>
            </a:endParaRPr>
          </a:p>
        </p:txBody>
      </p:sp>
      <p:sp>
        <p:nvSpPr>
          <p:cNvPr id="920" name="Google Shape;920;p77"/>
          <p:cNvSpPr/>
          <p:nvPr/>
        </p:nvSpPr>
        <p:spPr>
          <a:xfrm>
            <a:off x="3533550" y="1558050"/>
            <a:ext cx="2076900" cy="14160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Each</a:t>
            </a:r>
            <a:r>
              <a:rPr b="1" lang="en" sz="1000">
                <a:solidFill>
                  <a:schemeClr val="dk1"/>
                </a:solidFill>
                <a:latin typeface="Roboto Mono"/>
                <a:ea typeface="Roboto Mono"/>
                <a:cs typeface="Roboto Mono"/>
                <a:sym typeface="Roboto Mono"/>
              </a:rPr>
              <a:t> finding is linked to the outcome: why it supports a false positive or an escalation.</a:t>
            </a:r>
            <a:r>
              <a:rPr b="1" lang="en" sz="1000">
                <a:solidFill>
                  <a:schemeClr val="dk1"/>
                </a:solidFill>
                <a:latin typeface="Roboto Mono"/>
                <a:ea typeface="Roboto Mono"/>
                <a:cs typeface="Roboto Mono"/>
                <a:sym typeface="Roboto Mono"/>
              </a:rPr>
              <a:t> </a:t>
            </a:r>
            <a:endParaRPr b="1" sz="1000">
              <a:solidFill>
                <a:schemeClr val="dk1"/>
              </a:solidFill>
              <a:latin typeface="Roboto Mono"/>
              <a:ea typeface="Roboto Mono"/>
              <a:cs typeface="Roboto Mono"/>
              <a:sym typeface="Roboto Mono"/>
            </a:endParaRPr>
          </a:p>
        </p:txBody>
      </p:sp>
      <p:sp>
        <p:nvSpPr>
          <p:cNvPr id="921" name="Google Shape;921;p77"/>
          <p:cNvSpPr/>
          <p:nvPr/>
        </p:nvSpPr>
        <p:spPr>
          <a:xfrm>
            <a:off x="6296350" y="1558050"/>
            <a:ext cx="2139600" cy="14160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Someone</a:t>
            </a:r>
            <a:r>
              <a:rPr b="1" lang="en" sz="1000">
                <a:solidFill>
                  <a:schemeClr val="dk1"/>
                </a:solidFill>
                <a:latin typeface="Roboto Mono"/>
                <a:ea typeface="Roboto Mono"/>
                <a:cs typeface="Roboto Mono"/>
                <a:sym typeface="Roboto Mono"/>
              </a:rPr>
              <a:t> with no other context can rebuild the case from the note and reach the same conclusion. </a:t>
            </a:r>
            <a:endParaRPr b="1" sz="1000">
              <a:solidFill>
                <a:schemeClr val="dk1"/>
              </a:solidFill>
              <a:latin typeface="Roboto Mono"/>
              <a:ea typeface="Roboto Mono"/>
              <a:cs typeface="Roboto Mono"/>
              <a:sym typeface="Roboto Mono"/>
            </a:endParaRPr>
          </a:p>
        </p:txBody>
      </p:sp>
      <p:sp>
        <p:nvSpPr>
          <p:cNvPr id="922" name="Google Shape;922;p77"/>
          <p:cNvSpPr/>
          <p:nvPr/>
        </p:nvSpPr>
        <p:spPr>
          <a:xfrm>
            <a:off x="369075" y="3277375"/>
            <a:ext cx="8400300" cy="1283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80200"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lt1"/>
                </a:solidFill>
                <a:latin typeface="Roboto Mono"/>
                <a:ea typeface="Roboto Mono"/>
                <a:cs typeface="Roboto Mono"/>
                <a:sym typeface="Roboto Mono"/>
              </a:rPr>
              <a:t>Inconsistencies exist with case notes </a:t>
            </a:r>
            <a:r>
              <a:rPr b="1" lang="en" sz="1300">
                <a:solidFill>
                  <a:schemeClr val="lt1"/>
                </a:solidFill>
                <a:latin typeface="Roboto Mono"/>
                <a:ea typeface="Roboto Mono"/>
                <a:cs typeface="Roboto Mono"/>
                <a:sym typeface="Roboto Mono"/>
              </a:rPr>
              <a:t>today</a:t>
            </a:r>
            <a:r>
              <a:rPr b="1" lang="en" sz="1300">
                <a:solidFill>
                  <a:schemeClr val="lt1"/>
                </a:solidFill>
                <a:latin typeface="Roboto Mono"/>
                <a:ea typeface="Roboto Mono"/>
                <a:cs typeface="Roboto Mono"/>
                <a:sym typeface="Roboto Mono"/>
              </a:rPr>
              <a:t>, some are comprehensive, while others lack reference to assessments entirely. We (and regulators) can't assume that or take it at face value that just because the SOP said it, it's been done.</a:t>
            </a:r>
            <a:endParaRPr sz="1400">
              <a:latin typeface="Inter"/>
              <a:ea typeface="Inter"/>
              <a:cs typeface="Inter"/>
              <a:sym typeface="Inter"/>
            </a:endParaRPr>
          </a:p>
        </p:txBody>
      </p:sp>
    </p:spTree>
  </p:cSld>
  <p:clrMapOvr>
    <a:masterClrMapping/>
  </p:clrMapOvr>
  <mc:AlternateContent>
    <mc:Choice Requires="p14">
      <p:transition p14:dur="1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78"/>
          <p:cNvSpPr txBox="1"/>
          <p:nvPr>
            <p:ph idx="4294967295" type="title"/>
          </p:nvPr>
        </p:nvSpPr>
        <p:spPr>
          <a:xfrm>
            <a:off x="116401" y="182875"/>
            <a:ext cx="5463600" cy="6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000"/>
              <a:t>Consistent Structure</a:t>
            </a:r>
            <a:endParaRPr sz="3000"/>
          </a:p>
        </p:txBody>
      </p:sp>
      <p:sp>
        <p:nvSpPr>
          <p:cNvPr id="928" name="Google Shape;928;p78"/>
          <p:cNvSpPr txBox="1"/>
          <p:nvPr>
            <p:ph idx="2" type="body"/>
          </p:nvPr>
        </p:nvSpPr>
        <p:spPr>
          <a:xfrm>
            <a:off x="116400" y="624525"/>
            <a:ext cx="8911200" cy="6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rPr lang="en" sz="1900"/>
              <a:t>Always start with the alerted activity… </a:t>
            </a:r>
            <a:endParaRPr sz="1900"/>
          </a:p>
        </p:txBody>
      </p:sp>
      <p:sp>
        <p:nvSpPr>
          <p:cNvPr id="929" name="Google Shape;929;p78"/>
          <p:cNvSpPr/>
          <p:nvPr/>
        </p:nvSpPr>
        <p:spPr>
          <a:xfrm>
            <a:off x="419825" y="1430600"/>
            <a:ext cx="1722000" cy="21609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Mono"/>
                <a:ea typeface="Roboto Mono"/>
                <a:cs typeface="Roboto Mono"/>
                <a:sym typeface="Roboto Mono"/>
              </a:rPr>
              <a:t>Which rule?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sz="1200">
                <a:solidFill>
                  <a:schemeClr val="lt1"/>
                </a:solidFill>
                <a:latin typeface="Roboto Mono"/>
                <a:ea typeface="Roboto Mono"/>
                <a:cs typeface="Roboto Mono"/>
                <a:sym typeface="Roboto Mono"/>
              </a:rPr>
              <a:t>Name the rule and explain in terms what it detects</a:t>
            </a:r>
            <a:endParaRPr b="1" sz="1100">
              <a:solidFill>
                <a:schemeClr val="dk1"/>
              </a:solidFill>
            </a:endParaRPr>
          </a:p>
        </p:txBody>
      </p:sp>
      <p:sp>
        <p:nvSpPr>
          <p:cNvPr id="930" name="Google Shape;930;p78"/>
          <p:cNvSpPr/>
          <p:nvPr/>
        </p:nvSpPr>
        <p:spPr>
          <a:xfrm>
            <a:off x="2544775" y="2729600"/>
            <a:ext cx="1722000" cy="21609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Mono"/>
                <a:ea typeface="Roboto Mono"/>
                <a:cs typeface="Roboto Mono"/>
                <a:sym typeface="Roboto Mono"/>
              </a:rPr>
              <a:t>What alerted?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sz="1200">
                <a:solidFill>
                  <a:schemeClr val="lt1"/>
                </a:solidFill>
                <a:latin typeface="Roboto Mono"/>
                <a:ea typeface="Roboto Mono"/>
                <a:cs typeface="Roboto Mono"/>
                <a:sym typeface="Roboto Mono"/>
              </a:rPr>
              <a:t>Itemise the transactions; value, volume, countries, fingerprint</a:t>
            </a:r>
            <a:endParaRPr b="1" sz="1100">
              <a:solidFill>
                <a:schemeClr val="dk1"/>
              </a:solidFill>
            </a:endParaRPr>
          </a:p>
        </p:txBody>
      </p:sp>
      <p:sp>
        <p:nvSpPr>
          <p:cNvPr id="931" name="Google Shape;931;p78"/>
          <p:cNvSpPr/>
          <p:nvPr/>
        </p:nvSpPr>
        <p:spPr>
          <a:xfrm>
            <a:off x="4669725" y="1351875"/>
            <a:ext cx="1722000" cy="21609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Mono"/>
                <a:ea typeface="Roboto Mono"/>
                <a:cs typeface="Roboto Mono"/>
                <a:sym typeface="Roboto Mono"/>
              </a:rPr>
              <a:t>Which period?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sz="1200">
                <a:solidFill>
                  <a:schemeClr val="lt1"/>
                </a:solidFill>
                <a:latin typeface="Roboto Mono"/>
                <a:ea typeface="Roboto Mono"/>
                <a:cs typeface="Roboto Mono"/>
                <a:sym typeface="Roboto Mono"/>
              </a:rPr>
              <a:t>Use a review window that matches the rule’s look-back period. </a:t>
            </a:r>
            <a:endParaRPr b="1" sz="1100">
              <a:solidFill>
                <a:schemeClr val="dk1"/>
              </a:solidFill>
            </a:endParaRPr>
          </a:p>
        </p:txBody>
      </p:sp>
      <p:sp>
        <p:nvSpPr>
          <p:cNvPr id="932" name="Google Shape;932;p78"/>
          <p:cNvSpPr/>
          <p:nvPr/>
        </p:nvSpPr>
        <p:spPr>
          <a:xfrm>
            <a:off x="6993575" y="2086400"/>
            <a:ext cx="1722000" cy="22395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Mono"/>
                <a:ea typeface="Roboto Mono"/>
                <a:cs typeface="Roboto Mono"/>
                <a:sym typeface="Roboto Mono"/>
              </a:rPr>
              <a:t>So what? </a:t>
            </a:r>
            <a:r>
              <a:rPr b="1" lang="en" sz="1700">
                <a:solidFill>
                  <a:schemeClr val="lt1"/>
                </a:solidFill>
                <a:latin typeface="Roboto Mono"/>
                <a:ea typeface="Roboto Mono"/>
                <a:cs typeface="Roboto Mono"/>
                <a:sym typeface="Roboto Mono"/>
              </a:rPr>
              <a:t>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sz="1700">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sz="1200">
                <a:solidFill>
                  <a:schemeClr val="lt1"/>
                </a:solidFill>
                <a:latin typeface="Roboto Mono"/>
                <a:ea typeface="Roboto Mono"/>
                <a:cs typeface="Roboto Mono"/>
                <a:sym typeface="Roboto Mono"/>
              </a:rPr>
              <a:t>Explain why this </a:t>
            </a:r>
            <a:r>
              <a:rPr b="1" lang="en" sz="1200">
                <a:solidFill>
                  <a:schemeClr val="lt1"/>
                </a:solidFill>
                <a:latin typeface="Roboto Mono"/>
                <a:ea typeface="Roboto Mono"/>
                <a:cs typeface="Roboto Mono"/>
                <a:sym typeface="Roboto Mono"/>
              </a:rPr>
              <a:t>specific</a:t>
            </a:r>
            <a:r>
              <a:rPr b="1" lang="en" sz="1200">
                <a:solidFill>
                  <a:schemeClr val="lt1"/>
                </a:solidFill>
                <a:latin typeface="Roboto Mono"/>
                <a:ea typeface="Roboto Mono"/>
                <a:cs typeface="Roboto Mono"/>
                <a:sym typeface="Roboto Mono"/>
              </a:rPr>
              <a:t> activity is or is not of concern. </a:t>
            </a:r>
            <a:endParaRPr b="1"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9"/>
          <p:cNvSpPr txBox="1"/>
          <p:nvPr>
            <p:ph type="title"/>
          </p:nvPr>
        </p:nvSpPr>
        <p:spPr>
          <a:xfrm>
            <a:off x="138550" y="111300"/>
            <a:ext cx="5955600" cy="40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2100">
                <a:latin typeface="Roboto Mono SemiBold"/>
                <a:ea typeface="Roboto Mono SemiBold"/>
                <a:cs typeface="Roboto Mono SemiBold"/>
                <a:sym typeface="Roboto Mono SemiBold"/>
              </a:rPr>
              <a:t>Building blocks of every case note</a:t>
            </a:r>
            <a:endParaRPr b="0" sz="2100">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a:p>
        </p:txBody>
      </p:sp>
      <p:pic>
        <p:nvPicPr>
          <p:cNvPr descr="Ornately engraved golden bell hanging by a twisted chain against a dark blue background with faint digital elements." id="938" name="Google Shape;938;p79"/>
          <p:cNvPicPr preferRelativeResize="0"/>
          <p:nvPr/>
        </p:nvPicPr>
        <p:blipFill>
          <a:blip r:embed="rId3">
            <a:alphaModFix/>
          </a:blip>
          <a:stretch>
            <a:fillRect/>
          </a:stretch>
        </p:blipFill>
        <p:spPr>
          <a:xfrm>
            <a:off x="138550" y="516900"/>
            <a:ext cx="913574" cy="913574"/>
          </a:xfrm>
          <a:prstGeom prst="rect">
            <a:avLst/>
          </a:prstGeom>
          <a:solidFill>
            <a:schemeClr val="accent1"/>
          </a:solidFill>
          <a:ln>
            <a:noFill/>
          </a:ln>
        </p:spPr>
      </p:pic>
      <p:sp>
        <p:nvSpPr>
          <p:cNvPr id="939" name="Google Shape;939;p79"/>
          <p:cNvSpPr/>
          <p:nvPr/>
        </p:nvSpPr>
        <p:spPr>
          <a:xfrm>
            <a:off x="1173975" y="548425"/>
            <a:ext cx="6587100" cy="543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Alerted activity: Rule, specific transactions, timeframes, explanation  </a:t>
            </a:r>
            <a:endParaRPr b="1" sz="1000">
              <a:solidFill>
                <a:schemeClr val="dk1"/>
              </a:solidFill>
              <a:latin typeface="Roboto Mono"/>
              <a:ea typeface="Roboto Mono"/>
              <a:cs typeface="Roboto Mono"/>
              <a:sym typeface="Roboto Mono"/>
            </a:endParaRPr>
          </a:p>
        </p:txBody>
      </p:sp>
      <p:pic>
        <p:nvPicPr>
          <p:cNvPr descr="Stylized icon of a blue food stall/market cart with produce, a vendor, and a money symbol above." id="940" name="Google Shape;940;p79"/>
          <p:cNvPicPr preferRelativeResize="0"/>
          <p:nvPr/>
        </p:nvPicPr>
        <p:blipFill>
          <a:blip r:embed="rId4">
            <a:alphaModFix/>
          </a:blip>
          <a:stretch>
            <a:fillRect/>
          </a:stretch>
        </p:blipFill>
        <p:spPr>
          <a:xfrm>
            <a:off x="8005400" y="820075"/>
            <a:ext cx="913574" cy="913574"/>
          </a:xfrm>
          <a:prstGeom prst="rect">
            <a:avLst/>
          </a:prstGeom>
          <a:noFill/>
          <a:ln>
            <a:noFill/>
          </a:ln>
        </p:spPr>
      </p:pic>
      <p:sp>
        <p:nvSpPr>
          <p:cNvPr id="941" name="Google Shape;941;p79"/>
          <p:cNvSpPr/>
          <p:nvPr/>
        </p:nvSpPr>
        <p:spPr>
          <a:xfrm>
            <a:off x="2500223" y="1190350"/>
            <a:ext cx="5346300" cy="543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Merchant Profile: Legal name, stated business model, expectations </a:t>
            </a:r>
            <a:r>
              <a:rPr b="1" lang="en" sz="1000">
                <a:solidFill>
                  <a:schemeClr val="dk1"/>
                </a:solidFill>
                <a:latin typeface="Roboto Mono"/>
                <a:ea typeface="Roboto Mono"/>
                <a:cs typeface="Roboto Mono"/>
                <a:sym typeface="Roboto Mono"/>
              </a:rPr>
              <a:t>  </a:t>
            </a:r>
            <a:endParaRPr b="1" sz="1000">
              <a:solidFill>
                <a:schemeClr val="dk1"/>
              </a:solidFill>
              <a:latin typeface="Roboto Mono"/>
              <a:ea typeface="Roboto Mono"/>
              <a:cs typeface="Roboto Mono"/>
              <a:sym typeface="Roboto Mono"/>
            </a:endParaRPr>
          </a:p>
        </p:txBody>
      </p:sp>
      <p:pic>
        <p:nvPicPr>
          <p:cNvPr descr="Digital customer profile icon featuring a person's bust centered in a metallic ring with shopping symbols." id="942" name="Google Shape;942;p79"/>
          <p:cNvPicPr preferRelativeResize="0"/>
          <p:nvPr/>
        </p:nvPicPr>
        <p:blipFill>
          <a:blip r:embed="rId5">
            <a:alphaModFix/>
          </a:blip>
          <a:stretch>
            <a:fillRect/>
          </a:stretch>
        </p:blipFill>
        <p:spPr>
          <a:xfrm>
            <a:off x="138550" y="1829563"/>
            <a:ext cx="913574" cy="913574"/>
          </a:xfrm>
          <a:prstGeom prst="rect">
            <a:avLst/>
          </a:prstGeom>
          <a:noFill/>
          <a:ln>
            <a:noFill/>
          </a:ln>
        </p:spPr>
      </p:pic>
      <p:sp>
        <p:nvSpPr>
          <p:cNvPr id="943" name="Google Shape;943;p79"/>
          <p:cNvSpPr/>
          <p:nvPr/>
        </p:nvSpPr>
        <p:spPr>
          <a:xfrm>
            <a:off x="1128113" y="1829563"/>
            <a:ext cx="6587100" cy="543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Customer Profile: Who is transacting, card types, issuing countries, concentration</a:t>
            </a:r>
            <a:r>
              <a:rPr b="1" lang="en" sz="1000">
                <a:solidFill>
                  <a:schemeClr val="dk1"/>
                </a:solidFill>
                <a:latin typeface="Roboto Mono"/>
                <a:ea typeface="Roboto Mono"/>
                <a:cs typeface="Roboto Mono"/>
                <a:sym typeface="Roboto Mono"/>
              </a:rPr>
              <a:t> </a:t>
            </a:r>
            <a:endParaRPr b="1" sz="1000">
              <a:solidFill>
                <a:schemeClr val="dk1"/>
              </a:solidFill>
              <a:latin typeface="Roboto Mono"/>
              <a:ea typeface="Roboto Mono"/>
              <a:cs typeface="Roboto Mono"/>
              <a:sym typeface="Roboto Mono"/>
            </a:endParaRPr>
          </a:p>
        </p:txBody>
      </p:sp>
      <p:sp>
        <p:nvSpPr>
          <p:cNvPr id="944" name="Google Shape;944;p79"/>
          <p:cNvSpPr/>
          <p:nvPr/>
        </p:nvSpPr>
        <p:spPr>
          <a:xfrm>
            <a:off x="2500225" y="2566775"/>
            <a:ext cx="5346300" cy="543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Historical Behaviour: Prior alerts (cases and outcomes), </a:t>
            </a:r>
            <a:r>
              <a:rPr b="1" lang="en" sz="1000">
                <a:solidFill>
                  <a:schemeClr val="dk1"/>
                </a:solidFill>
                <a:latin typeface="Roboto Mono"/>
                <a:ea typeface="Roboto Mono"/>
                <a:cs typeface="Roboto Mono"/>
                <a:sym typeface="Roboto Mono"/>
              </a:rPr>
              <a:t>transactions</a:t>
            </a:r>
            <a:r>
              <a:rPr b="1" lang="en" sz="1000">
                <a:solidFill>
                  <a:schemeClr val="dk1"/>
                </a:solidFill>
                <a:latin typeface="Roboto Mono"/>
                <a:ea typeface="Roboto Mono"/>
                <a:cs typeface="Roboto Mono"/>
                <a:sym typeface="Roboto Mono"/>
              </a:rPr>
              <a:t> outside of alerted timeframe </a:t>
            </a:r>
            <a:r>
              <a:rPr b="1" lang="en" sz="1000">
                <a:solidFill>
                  <a:schemeClr val="dk1"/>
                </a:solidFill>
                <a:latin typeface="Roboto Mono"/>
                <a:ea typeface="Roboto Mono"/>
                <a:cs typeface="Roboto Mono"/>
                <a:sym typeface="Roboto Mono"/>
              </a:rPr>
              <a:t>  </a:t>
            </a:r>
            <a:endParaRPr b="1" sz="1000">
              <a:solidFill>
                <a:schemeClr val="dk1"/>
              </a:solidFill>
              <a:latin typeface="Roboto Mono"/>
              <a:ea typeface="Roboto Mono"/>
              <a:cs typeface="Roboto Mono"/>
              <a:sym typeface="Roboto Mono"/>
            </a:endParaRPr>
          </a:p>
        </p:txBody>
      </p:sp>
      <p:pic>
        <p:nvPicPr>
          <p:cNvPr descr="Blue digital clock with a rewind arrow overlay, set against a dark, blurry interface background." id="945" name="Google Shape;945;p79"/>
          <p:cNvPicPr preferRelativeResize="0"/>
          <p:nvPr/>
        </p:nvPicPr>
        <p:blipFill>
          <a:blip r:embed="rId6">
            <a:alphaModFix/>
          </a:blip>
          <a:stretch>
            <a:fillRect/>
          </a:stretch>
        </p:blipFill>
        <p:spPr>
          <a:xfrm>
            <a:off x="8005400" y="2196500"/>
            <a:ext cx="913574" cy="913574"/>
          </a:xfrm>
          <a:prstGeom prst="rect">
            <a:avLst/>
          </a:prstGeom>
          <a:noFill/>
          <a:ln>
            <a:noFill/>
          </a:ln>
        </p:spPr>
      </p:pic>
      <p:pic>
        <p:nvPicPr>
          <p:cNvPr descr="Blue line graph showing fluctuating but generally rising values over time, resembling a zigzag pattern." id="946" name="Google Shape;946;p79"/>
          <p:cNvPicPr preferRelativeResize="0"/>
          <p:nvPr/>
        </p:nvPicPr>
        <p:blipFill>
          <a:blip r:embed="rId7">
            <a:alphaModFix/>
          </a:blip>
          <a:stretch>
            <a:fillRect/>
          </a:stretch>
        </p:blipFill>
        <p:spPr>
          <a:xfrm>
            <a:off x="138550" y="3303975"/>
            <a:ext cx="913574" cy="913574"/>
          </a:xfrm>
          <a:prstGeom prst="rect">
            <a:avLst/>
          </a:prstGeom>
          <a:noFill/>
          <a:ln>
            <a:noFill/>
          </a:ln>
        </p:spPr>
      </p:pic>
      <p:sp>
        <p:nvSpPr>
          <p:cNvPr id="947" name="Google Shape;947;p79"/>
          <p:cNvSpPr/>
          <p:nvPr/>
        </p:nvSpPr>
        <p:spPr>
          <a:xfrm>
            <a:off x="1128125" y="3303975"/>
            <a:ext cx="7505700" cy="543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Expected vs actual: Frequency, velocity, value and activity patterns against expected activity</a:t>
            </a:r>
            <a:r>
              <a:rPr b="1" lang="en" sz="1000">
                <a:solidFill>
                  <a:schemeClr val="dk1"/>
                </a:solidFill>
                <a:latin typeface="Roboto Mono"/>
                <a:ea typeface="Roboto Mono"/>
                <a:cs typeface="Roboto Mono"/>
                <a:sym typeface="Roboto Mono"/>
              </a:rPr>
              <a:t>  </a:t>
            </a:r>
            <a:endParaRPr b="1" sz="1000">
              <a:solidFill>
                <a:schemeClr val="dk1"/>
              </a:solidFill>
              <a:latin typeface="Roboto Mono"/>
              <a:ea typeface="Roboto Mono"/>
              <a:cs typeface="Roboto Mono"/>
              <a:sym typeface="Roboto Mono"/>
            </a:endParaRPr>
          </a:p>
        </p:txBody>
      </p:sp>
      <p:pic>
        <p:nvPicPr>
          <p:cNvPr descr="Bronze gavel, quill, and scales over books, framed by gears and a prism refracting light." id="948" name="Google Shape;948;p79"/>
          <p:cNvPicPr preferRelativeResize="0"/>
          <p:nvPr/>
        </p:nvPicPr>
        <p:blipFill>
          <a:blip r:embed="rId8">
            <a:alphaModFix/>
          </a:blip>
          <a:stretch>
            <a:fillRect/>
          </a:stretch>
        </p:blipFill>
        <p:spPr>
          <a:xfrm>
            <a:off x="6694050" y="4093450"/>
            <a:ext cx="913574" cy="913574"/>
          </a:xfrm>
          <a:prstGeom prst="rect">
            <a:avLst/>
          </a:prstGeom>
          <a:noFill/>
          <a:ln>
            <a:noFill/>
          </a:ln>
        </p:spPr>
      </p:pic>
      <p:sp>
        <p:nvSpPr>
          <p:cNvPr id="949" name="Google Shape;949;p79"/>
          <p:cNvSpPr/>
          <p:nvPr/>
        </p:nvSpPr>
        <p:spPr>
          <a:xfrm>
            <a:off x="242450" y="4464000"/>
            <a:ext cx="6344700" cy="543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Conclude &amp; Rationale: Always link </a:t>
            </a:r>
            <a:r>
              <a:rPr b="1" lang="en" sz="1000">
                <a:solidFill>
                  <a:schemeClr val="dk1"/>
                </a:solidFill>
                <a:latin typeface="Roboto Mono"/>
                <a:ea typeface="Roboto Mono"/>
                <a:cs typeface="Roboto Mono"/>
                <a:sym typeface="Roboto Mono"/>
              </a:rPr>
              <a:t>findings to the outcome</a:t>
            </a:r>
            <a:endParaRPr b="1" sz="1000">
              <a:solidFill>
                <a:schemeClr val="dk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80"/>
          <p:cNvSpPr txBox="1"/>
          <p:nvPr>
            <p:ph idx="1" type="subTitle"/>
          </p:nvPr>
        </p:nvSpPr>
        <p:spPr>
          <a:xfrm>
            <a:off x="255750" y="167850"/>
            <a:ext cx="6232800" cy="499800"/>
          </a:xfrm>
          <a:prstGeom prst="rect">
            <a:avLst/>
          </a:prstGeom>
        </p:spPr>
        <p:txBody>
          <a:bodyPr anchorCtr="0" anchor="t" bIns="0" lIns="0" spcFirstLastPara="1" rIns="0" wrap="square" tIns="0">
            <a:noAutofit/>
          </a:bodyPr>
          <a:lstStyle/>
          <a:p>
            <a:pPr indent="0" lvl="0" marL="0" rtl="0" algn="l">
              <a:spcBef>
                <a:spcPts val="500"/>
              </a:spcBef>
              <a:spcAft>
                <a:spcPts val="500"/>
              </a:spcAft>
              <a:buNone/>
            </a:pPr>
            <a:r>
              <a:rPr lang="en" sz="1600"/>
              <a:t>Record the check, even if inconclusive</a:t>
            </a:r>
            <a:endParaRPr sz="1600"/>
          </a:p>
        </p:txBody>
      </p:sp>
      <p:sp>
        <p:nvSpPr>
          <p:cNvPr id="955" name="Google Shape;955;p80"/>
          <p:cNvSpPr/>
          <p:nvPr/>
        </p:nvSpPr>
        <p:spPr>
          <a:xfrm>
            <a:off x="127875" y="707575"/>
            <a:ext cx="5045400" cy="816300"/>
          </a:xfrm>
          <a:prstGeom prst="roundRect">
            <a:avLst>
              <a:gd fmla="val 16667" name="adj"/>
            </a:avLst>
          </a:prstGeom>
          <a:solidFill>
            <a:schemeClr val="accent1"/>
          </a:solidFill>
          <a:ln cap="flat" cmpd="sng" w="9525">
            <a:solidFill>
              <a:schemeClr val="accent6"/>
            </a:solidFill>
            <a:prstDash val="solid"/>
            <a:round/>
            <a:headEnd len="sm" w="sm" type="none"/>
            <a:tailEnd len="sm" w="sm" type="none"/>
          </a:ln>
        </p:spPr>
        <p:txBody>
          <a:bodyPr anchorCtr="0" anchor="ctr" bIns="91425" lIns="91425" spcFirstLastPara="1" rIns="80200" wrap="square" tIns="91425">
            <a:noAutofit/>
          </a:bodyPr>
          <a:lstStyle/>
          <a:p>
            <a:pPr indent="0" lvl="0" marL="0" rtl="0" algn="l">
              <a:lnSpc>
                <a:spcPct val="115000"/>
              </a:lnSpc>
              <a:spcBef>
                <a:spcPts val="0"/>
              </a:spcBef>
              <a:spcAft>
                <a:spcPts val="0"/>
              </a:spcAft>
              <a:buNone/>
            </a:pPr>
            <a:r>
              <a:t/>
            </a:r>
            <a:endParaRPr sz="1300">
              <a:solidFill>
                <a:schemeClr val="dk1"/>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n" sz="1300">
                <a:solidFill>
                  <a:schemeClr val="lt1"/>
                </a:solidFill>
                <a:latin typeface="Roboto Mono"/>
                <a:ea typeface="Roboto Mono"/>
                <a:cs typeface="Roboto Mono"/>
                <a:sym typeface="Roboto Mono"/>
              </a:rPr>
              <a:t>Weak: (OSINT checks not mentioned at all)</a:t>
            </a:r>
            <a:endParaRPr b="1" sz="1300">
              <a:solidFill>
                <a:schemeClr val="lt1"/>
              </a:solidFill>
              <a:latin typeface="Roboto Mono"/>
              <a:ea typeface="Roboto Mono"/>
              <a:cs typeface="Roboto Mono"/>
              <a:sym typeface="Roboto Mono"/>
            </a:endParaRPr>
          </a:p>
          <a:p>
            <a:pPr indent="0" lvl="0" marL="0" rtl="0" algn="ctr">
              <a:spcBef>
                <a:spcPts val="0"/>
              </a:spcBef>
              <a:spcAft>
                <a:spcPts val="0"/>
              </a:spcAft>
              <a:buNone/>
            </a:pPr>
            <a:r>
              <a:t/>
            </a:r>
            <a:endParaRPr>
              <a:latin typeface="Inter"/>
              <a:ea typeface="Inter"/>
              <a:cs typeface="Inter"/>
              <a:sym typeface="Inter"/>
            </a:endParaRPr>
          </a:p>
        </p:txBody>
      </p:sp>
      <p:sp>
        <p:nvSpPr>
          <p:cNvPr id="956" name="Google Shape;956;p80"/>
          <p:cNvSpPr/>
          <p:nvPr/>
        </p:nvSpPr>
        <p:spPr>
          <a:xfrm>
            <a:off x="496450" y="3401625"/>
            <a:ext cx="8289600" cy="1112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Mono Medium"/>
                <a:ea typeface="Roboto Mono Medium"/>
                <a:cs typeface="Roboto Mono Medium"/>
                <a:sym typeface="Roboto Mono Medium"/>
              </a:rPr>
              <a:t>📣One line is enough📣</a:t>
            </a:r>
            <a:endParaRPr sz="1200">
              <a:solidFill>
                <a:schemeClr val="dk1"/>
              </a:solidFill>
              <a:latin typeface="Roboto Mono Medium"/>
              <a:ea typeface="Roboto Mono Medium"/>
              <a:cs typeface="Roboto Mono Medium"/>
              <a:sym typeface="Roboto Mono Medium"/>
            </a:endParaRPr>
          </a:p>
          <a:p>
            <a:pPr indent="0" lvl="0" marL="0" rtl="0" algn="ctr">
              <a:spcBef>
                <a:spcPts val="0"/>
              </a:spcBef>
              <a:spcAft>
                <a:spcPts val="0"/>
              </a:spcAft>
              <a:buNone/>
            </a:pPr>
            <a:r>
              <a:rPr lang="en" sz="1200">
                <a:solidFill>
                  <a:schemeClr val="dk1"/>
                </a:solidFill>
                <a:latin typeface="Roboto Mono Medium"/>
                <a:ea typeface="Roboto Mono Medium"/>
                <a:cs typeface="Roboto Mono Medium"/>
                <a:sym typeface="Roboto Mono Medium"/>
              </a:rPr>
              <a:t>A short confirmation tells the reader the assessment was performed and what it found. Without it, a reviewer cannot tell the difference between “checked and clear” vs “not checked” </a:t>
            </a:r>
            <a:endParaRPr sz="1200">
              <a:solidFill>
                <a:schemeClr val="dk1"/>
              </a:solidFill>
              <a:latin typeface="Roboto Mono Medium"/>
              <a:ea typeface="Roboto Mono Medium"/>
              <a:cs typeface="Roboto Mono Medium"/>
              <a:sym typeface="Roboto Mono Medium"/>
            </a:endParaRPr>
          </a:p>
        </p:txBody>
      </p:sp>
      <p:sp>
        <p:nvSpPr>
          <p:cNvPr id="957" name="Google Shape;957;p80"/>
          <p:cNvSpPr/>
          <p:nvPr/>
        </p:nvSpPr>
        <p:spPr>
          <a:xfrm>
            <a:off x="2544150" y="1974950"/>
            <a:ext cx="6416100" cy="975600"/>
          </a:xfrm>
          <a:prstGeom prst="roundRect">
            <a:avLst>
              <a:gd fmla="val 16667" name="adj"/>
            </a:avLst>
          </a:prstGeom>
          <a:solidFill>
            <a:schemeClr val="accent1"/>
          </a:solidFill>
          <a:ln cap="flat" cmpd="sng" w="9525">
            <a:solidFill>
              <a:schemeClr val="accent6"/>
            </a:solidFill>
            <a:prstDash val="solid"/>
            <a:round/>
            <a:headEnd len="sm" w="sm" type="none"/>
            <a:tailEnd len="sm" w="sm" type="none"/>
          </a:ln>
        </p:spPr>
        <p:txBody>
          <a:bodyPr anchorCtr="0" anchor="ctr" bIns="91425" lIns="91425" spcFirstLastPara="1" rIns="80200"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lt1"/>
                </a:solidFill>
                <a:latin typeface="Roboto Mono"/>
                <a:ea typeface="Roboto Mono"/>
                <a:cs typeface="Roboto Mono"/>
                <a:sym typeface="Roboto Mono"/>
              </a:rPr>
              <a:t>Stronger</a:t>
            </a:r>
            <a:r>
              <a:rPr b="1" lang="en" sz="1300">
                <a:solidFill>
                  <a:schemeClr val="lt1"/>
                </a:solidFill>
                <a:latin typeface="Roboto Mono"/>
                <a:ea typeface="Roboto Mono"/>
                <a:cs typeface="Roboto Mono"/>
                <a:sym typeface="Roboto Mono"/>
              </a:rPr>
              <a:t>: “</a:t>
            </a:r>
            <a:r>
              <a:rPr b="1" lang="en" sz="1300">
                <a:solidFill>
                  <a:schemeClr val="lt1"/>
                </a:solidFill>
                <a:latin typeface="Roboto Mono"/>
                <a:ea typeface="Roboto Mono"/>
                <a:cs typeface="Roboto Mono"/>
                <a:sym typeface="Roboto Mono"/>
              </a:rPr>
              <a:t>OSINT was conducted on the end user, no verifiable digital footprint could be obtained to assist in verifying the activity observed.</a:t>
            </a:r>
            <a:endParaRPr>
              <a:latin typeface="Inter"/>
              <a:ea typeface="Inter"/>
              <a:cs typeface="Inter"/>
              <a:sym typeface="Inter"/>
            </a:endParaRPr>
          </a:p>
        </p:txBody>
      </p:sp>
      <p:cxnSp>
        <p:nvCxnSpPr>
          <p:cNvPr id="958" name="Google Shape;958;p80"/>
          <p:cNvCxnSpPr/>
          <p:nvPr/>
        </p:nvCxnSpPr>
        <p:spPr>
          <a:xfrm>
            <a:off x="5414825" y="1119900"/>
            <a:ext cx="392700" cy="612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81"/>
          <p:cNvSpPr txBox="1"/>
          <p:nvPr>
            <p:ph idx="1" type="subTitle"/>
          </p:nvPr>
        </p:nvSpPr>
        <p:spPr>
          <a:xfrm>
            <a:off x="419825" y="197300"/>
            <a:ext cx="6807600" cy="7380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rPr b="0" lang="en" sz="2100">
                <a:solidFill>
                  <a:schemeClr val="dk2"/>
                </a:solidFill>
                <a:latin typeface="Roboto Mono SemiBold"/>
                <a:ea typeface="Roboto Mono SemiBold"/>
                <a:cs typeface="Roboto Mono SemiBold"/>
                <a:sym typeface="Roboto Mono SemiBold"/>
              </a:rPr>
              <a:t>Consistent, not copy and paste</a:t>
            </a:r>
            <a:endParaRPr b="0" sz="2100">
              <a:solidFill>
                <a:schemeClr val="dk2"/>
              </a:solidFill>
              <a:latin typeface="Roboto Mono SemiBold"/>
              <a:ea typeface="Roboto Mono SemiBold"/>
              <a:cs typeface="Roboto Mono SemiBold"/>
              <a:sym typeface="Roboto Mono SemiBold"/>
            </a:endParaRPr>
          </a:p>
          <a:p>
            <a:pPr indent="0" lvl="0" marL="0" rtl="0" algn="l">
              <a:lnSpc>
                <a:spcPct val="115000"/>
              </a:lnSpc>
              <a:spcBef>
                <a:spcPts val="500"/>
              </a:spcBef>
              <a:spcAft>
                <a:spcPts val="0"/>
              </a:spcAft>
              <a:buNone/>
            </a:pPr>
            <a:r>
              <a:rPr lang="en" sz="1000"/>
              <a:t>Ensure a common structure, written in your own words about the specific case  </a:t>
            </a:r>
            <a:endParaRPr sz="1000"/>
          </a:p>
          <a:p>
            <a:pPr indent="0" lvl="0" marL="0" rtl="0" algn="l">
              <a:spcBef>
                <a:spcPts val="500"/>
              </a:spcBef>
              <a:spcAft>
                <a:spcPts val="500"/>
              </a:spcAft>
              <a:buNone/>
            </a:pPr>
            <a:r>
              <a:t/>
            </a:r>
            <a:endParaRPr b="0" sz="2100">
              <a:solidFill>
                <a:schemeClr val="dk2"/>
              </a:solidFill>
              <a:latin typeface="Roboto Mono SemiBold"/>
              <a:ea typeface="Roboto Mono SemiBold"/>
              <a:cs typeface="Roboto Mono SemiBold"/>
              <a:sym typeface="Roboto Mono SemiBold"/>
            </a:endParaRPr>
          </a:p>
        </p:txBody>
      </p:sp>
      <p:sp>
        <p:nvSpPr>
          <p:cNvPr id="964" name="Google Shape;964;p81"/>
          <p:cNvSpPr/>
          <p:nvPr/>
        </p:nvSpPr>
        <p:spPr>
          <a:xfrm>
            <a:off x="1376775" y="1606875"/>
            <a:ext cx="2762100" cy="28935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900">
              <a:solidFill>
                <a:schemeClr val="dk1"/>
              </a:solidFill>
              <a:latin typeface="Inter"/>
              <a:ea typeface="Inter"/>
              <a:cs typeface="Inter"/>
              <a:sym typeface="Inter"/>
            </a:endParaRPr>
          </a:p>
          <a:p>
            <a:pPr indent="-285750" lvl="0" marL="457200" rtl="0" algn="l">
              <a:spcBef>
                <a:spcPts val="0"/>
              </a:spcBef>
              <a:spcAft>
                <a:spcPts val="0"/>
              </a:spcAft>
              <a:buClr>
                <a:schemeClr val="dk1"/>
              </a:buClr>
              <a:buSzPts val="900"/>
              <a:buFont typeface="Inter"/>
              <a:buChar char="●"/>
            </a:pPr>
            <a:r>
              <a:rPr b="1" lang="en" sz="1100">
                <a:solidFill>
                  <a:schemeClr val="dk1"/>
                </a:solidFill>
                <a:latin typeface="Roboto Mono"/>
                <a:ea typeface="Roboto Mono"/>
                <a:cs typeface="Roboto Mono"/>
                <a:sym typeface="Roboto Mono"/>
              </a:rPr>
              <a:t>Use the same headings in the same order for clear note structure</a:t>
            </a:r>
            <a:endParaRPr b="1" sz="1100">
              <a:solidFill>
                <a:schemeClr val="dk1"/>
              </a:solidFill>
              <a:latin typeface="Roboto Mono"/>
              <a:ea typeface="Roboto Mono"/>
              <a:cs typeface="Roboto Mono"/>
              <a:sym typeface="Roboto Mono"/>
            </a:endParaRPr>
          </a:p>
          <a:p>
            <a:pPr indent="-298450" lvl="0" marL="457200" rtl="0" algn="l">
              <a:spcBef>
                <a:spcPts val="0"/>
              </a:spcBef>
              <a:spcAft>
                <a:spcPts val="0"/>
              </a:spcAft>
              <a:buClr>
                <a:schemeClr val="dk1"/>
              </a:buClr>
              <a:buSzPts val="1100"/>
              <a:buFont typeface="Roboto Mono"/>
              <a:buChar char="●"/>
            </a:pPr>
            <a:r>
              <a:rPr b="1" lang="en" sz="1100">
                <a:solidFill>
                  <a:schemeClr val="dk1"/>
                </a:solidFill>
                <a:latin typeface="Roboto Mono"/>
                <a:ea typeface="Roboto Mono"/>
                <a:cs typeface="Roboto Mono"/>
                <a:sym typeface="Roboto Mono"/>
              </a:rPr>
              <a:t>Write case-specific facts, figures and dates</a:t>
            </a:r>
            <a:endParaRPr b="1" sz="1100">
              <a:solidFill>
                <a:schemeClr val="dk1"/>
              </a:solidFill>
              <a:latin typeface="Roboto Mono"/>
              <a:ea typeface="Roboto Mono"/>
              <a:cs typeface="Roboto Mono"/>
              <a:sym typeface="Roboto Mono"/>
            </a:endParaRPr>
          </a:p>
          <a:p>
            <a:pPr indent="-298450" lvl="0" marL="457200" rtl="0" algn="l">
              <a:spcBef>
                <a:spcPts val="0"/>
              </a:spcBef>
              <a:spcAft>
                <a:spcPts val="0"/>
              </a:spcAft>
              <a:buClr>
                <a:schemeClr val="dk1"/>
              </a:buClr>
              <a:buSzPts val="1100"/>
              <a:buFont typeface="Roboto Mono"/>
              <a:buChar char="●"/>
            </a:pPr>
            <a:r>
              <a:rPr b="1" lang="en" sz="1100">
                <a:solidFill>
                  <a:schemeClr val="dk1"/>
                </a:solidFill>
                <a:latin typeface="Roboto Mono"/>
                <a:ea typeface="Roboto Mono"/>
                <a:cs typeface="Roboto Mono"/>
                <a:sym typeface="Roboto Mono"/>
              </a:rPr>
              <a:t>Explain your reasoning in your own words </a:t>
            </a:r>
            <a:endParaRPr b="1" sz="1100">
              <a:solidFill>
                <a:schemeClr val="dk1"/>
              </a:solidFill>
              <a:latin typeface="Roboto Mono"/>
              <a:ea typeface="Roboto Mono"/>
              <a:cs typeface="Roboto Mono"/>
              <a:sym typeface="Roboto Mono"/>
            </a:endParaRPr>
          </a:p>
          <a:p>
            <a:pPr indent="-298450" lvl="0" marL="457200" rtl="0" algn="l">
              <a:spcBef>
                <a:spcPts val="0"/>
              </a:spcBef>
              <a:spcAft>
                <a:spcPts val="0"/>
              </a:spcAft>
              <a:buClr>
                <a:schemeClr val="dk1"/>
              </a:buClr>
              <a:buSzPts val="1100"/>
              <a:buFont typeface="Roboto Mono"/>
              <a:buChar char="●"/>
            </a:pPr>
            <a:r>
              <a:rPr b="1" lang="en" sz="1100">
                <a:solidFill>
                  <a:schemeClr val="dk1"/>
                </a:solidFill>
                <a:latin typeface="Roboto Mono"/>
                <a:ea typeface="Roboto Mono"/>
                <a:cs typeface="Roboto Mono"/>
                <a:sym typeface="Roboto Mono"/>
              </a:rPr>
              <a:t>Tie up all facts at the end with your outcome</a:t>
            </a:r>
            <a:endParaRPr b="1" sz="1100">
              <a:solidFill>
                <a:schemeClr val="dk1"/>
              </a:solidFill>
              <a:latin typeface="Roboto Mono"/>
              <a:ea typeface="Roboto Mono"/>
              <a:cs typeface="Roboto Mono"/>
              <a:sym typeface="Roboto Mono"/>
            </a:endParaRPr>
          </a:p>
        </p:txBody>
      </p:sp>
      <p:sp>
        <p:nvSpPr>
          <p:cNvPr id="965" name="Google Shape;965;p81"/>
          <p:cNvSpPr/>
          <p:nvPr/>
        </p:nvSpPr>
        <p:spPr>
          <a:xfrm>
            <a:off x="5753400" y="1606875"/>
            <a:ext cx="2762100" cy="28935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900">
              <a:solidFill>
                <a:schemeClr val="dk1"/>
              </a:solidFill>
              <a:latin typeface="Inter"/>
              <a:ea typeface="Inter"/>
              <a:cs typeface="Inter"/>
              <a:sym typeface="Inter"/>
            </a:endParaRPr>
          </a:p>
          <a:p>
            <a:pPr indent="0" lvl="0" marL="0" rtl="0" algn="l">
              <a:spcBef>
                <a:spcPts val="0"/>
              </a:spcBef>
              <a:spcAft>
                <a:spcPts val="0"/>
              </a:spcAft>
              <a:buNone/>
            </a:pPr>
            <a:r>
              <a:t/>
            </a:r>
            <a:endParaRPr b="1" sz="900">
              <a:solidFill>
                <a:schemeClr val="dk1"/>
              </a:solidFill>
              <a:latin typeface="Inter"/>
              <a:ea typeface="Inter"/>
              <a:cs typeface="Inter"/>
              <a:sym typeface="Inter"/>
            </a:endParaRPr>
          </a:p>
          <a:p>
            <a:pPr indent="-285750" lvl="0" marL="457200" marR="0" rtl="0" algn="l">
              <a:lnSpc>
                <a:spcPct val="100000"/>
              </a:lnSpc>
              <a:spcBef>
                <a:spcPts val="0"/>
              </a:spcBef>
              <a:spcAft>
                <a:spcPts val="0"/>
              </a:spcAft>
              <a:buClr>
                <a:schemeClr val="dk1"/>
              </a:buClr>
              <a:buSzPts val="900"/>
              <a:buFont typeface="Inter"/>
              <a:buChar char="●"/>
            </a:pPr>
            <a:r>
              <a:rPr b="1" lang="en" sz="1100">
                <a:solidFill>
                  <a:schemeClr val="dk1"/>
                </a:solidFill>
                <a:latin typeface="Roboto Mono"/>
                <a:ea typeface="Roboto Mono"/>
                <a:cs typeface="Roboto Mono"/>
                <a:sym typeface="Roboto Mono"/>
              </a:rPr>
              <a:t>AI-generated or templated text pasted in unchanged</a:t>
            </a:r>
            <a:endParaRPr b="1" sz="1100">
              <a:solidFill>
                <a:schemeClr val="dk1"/>
              </a:solidFill>
              <a:latin typeface="Roboto Mono"/>
              <a:ea typeface="Roboto Mono"/>
              <a:cs typeface="Roboto Mono"/>
              <a:sym typeface="Roboto Mono"/>
            </a:endParaRPr>
          </a:p>
          <a:p>
            <a:pPr indent="-298450" lvl="0" marL="457200" marR="0" rtl="0" algn="l">
              <a:lnSpc>
                <a:spcPct val="100000"/>
              </a:lnSpc>
              <a:spcBef>
                <a:spcPts val="0"/>
              </a:spcBef>
              <a:spcAft>
                <a:spcPts val="0"/>
              </a:spcAft>
              <a:buClr>
                <a:schemeClr val="dk1"/>
              </a:buClr>
              <a:buSzPts val="1100"/>
              <a:buFont typeface="Roboto Mono"/>
              <a:buChar char="●"/>
            </a:pPr>
            <a:r>
              <a:rPr b="1" lang="en" sz="1100">
                <a:solidFill>
                  <a:schemeClr val="dk1"/>
                </a:solidFill>
                <a:latin typeface="Roboto Mono"/>
                <a:ea typeface="Roboto Mono"/>
                <a:cs typeface="Roboto Mono"/>
                <a:sym typeface="Roboto Mono"/>
              </a:rPr>
              <a:t>Generic phrases such as “in line with expected activity” with no evidence</a:t>
            </a:r>
            <a:endParaRPr b="1" sz="1100">
              <a:solidFill>
                <a:schemeClr val="dk1"/>
              </a:solidFill>
              <a:latin typeface="Roboto Mono"/>
              <a:ea typeface="Roboto Mono"/>
              <a:cs typeface="Roboto Mono"/>
              <a:sym typeface="Roboto Mono"/>
            </a:endParaRPr>
          </a:p>
          <a:p>
            <a:pPr indent="-298450" lvl="0" marL="457200" marR="0" rtl="0" algn="l">
              <a:lnSpc>
                <a:spcPct val="100000"/>
              </a:lnSpc>
              <a:spcBef>
                <a:spcPts val="0"/>
              </a:spcBef>
              <a:spcAft>
                <a:spcPts val="0"/>
              </a:spcAft>
              <a:buClr>
                <a:schemeClr val="dk1"/>
              </a:buClr>
              <a:buSzPts val="1100"/>
              <a:buFont typeface="Roboto Mono"/>
              <a:buChar char="●"/>
            </a:pPr>
            <a:r>
              <a:rPr b="1" lang="en" sz="1100">
                <a:solidFill>
                  <a:schemeClr val="dk1"/>
                </a:solidFill>
                <a:latin typeface="Roboto Mono"/>
                <a:ea typeface="Roboto Mono"/>
                <a:cs typeface="Roboto Mono"/>
                <a:sym typeface="Roboto Mono"/>
              </a:rPr>
              <a:t>Identical wording across different cases</a:t>
            </a:r>
            <a:endParaRPr b="1" sz="1100">
              <a:solidFill>
                <a:schemeClr val="dk1"/>
              </a:solidFill>
              <a:latin typeface="Roboto Mono"/>
              <a:ea typeface="Roboto Mono"/>
              <a:cs typeface="Roboto Mono"/>
              <a:sym typeface="Roboto Mono"/>
            </a:endParaRPr>
          </a:p>
        </p:txBody>
      </p:sp>
      <p:sp>
        <p:nvSpPr>
          <p:cNvPr id="966" name="Google Shape;966;p81"/>
          <p:cNvSpPr/>
          <p:nvPr/>
        </p:nvSpPr>
        <p:spPr>
          <a:xfrm>
            <a:off x="1467675" y="935300"/>
            <a:ext cx="2580300" cy="4890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Do	</a:t>
            </a:r>
            <a:endParaRPr b="1" sz="1300">
              <a:solidFill>
                <a:schemeClr val="lt1"/>
              </a:solidFill>
              <a:highlight>
                <a:schemeClr val="accent1"/>
              </a:highlight>
              <a:latin typeface="Roboto Mono"/>
              <a:ea typeface="Roboto Mono"/>
              <a:cs typeface="Roboto Mono"/>
              <a:sym typeface="Roboto Mono"/>
            </a:endParaRPr>
          </a:p>
        </p:txBody>
      </p:sp>
      <p:sp>
        <p:nvSpPr>
          <p:cNvPr id="967" name="Google Shape;967;p81"/>
          <p:cNvSpPr/>
          <p:nvPr/>
        </p:nvSpPr>
        <p:spPr>
          <a:xfrm>
            <a:off x="5814300" y="935300"/>
            <a:ext cx="2640300" cy="4890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Avoid</a:t>
            </a:r>
            <a:r>
              <a:rPr b="1" lang="en" sz="1300">
                <a:solidFill>
                  <a:schemeClr val="lt1"/>
                </a:solidFill>
                <a:highlight>
                  <a:schemeClr val="accent1"/>
                </a:highlight>
                <a:latin typeface="Roboto Mono"/>
                <a:ea typeface="Roboto Mono"/>
                <a:cs typeface="Roboto Mono"/>
                <a:sym typeface="Roboto Mono"/>
              </a:rPr>
              <a:t>	</a:t>
            </a:r>
            <a:endParaRPr b="1" sz="1300">
              <a:solidFill>
                <a:schemeClr val="lt1"/>
              </a:solidFill>
              <a:highlight>
                <a:schemeClr val="accent1"/>
              </a:highlight>
              <a:latin typeface="Roboto Mono"/>
              <a:ea typeface="Roboto Mono"/>
              <a:cs typeface="Roboto Mono"/>
              <a:sym typeface="Roboto Mono"/>
            </a:endParaRPr>
          </a:p>
        </p:txBody>
      </p:sp>
      <p:pic>
        <p:nvPicPr>
          <p:cNvPr descr="Dashboard interface with a large green checkmark over a &quot;SIGN IN&quot; prompt." id="968" name="Google Shape;968;p81"/>
          <p:cNvPicPr preferRelativeResize="0"/>
          <p:nvPr/>
        </p:nvPicPr>
        <p:blipFill>
          <a:blip r:embed="rId3">
            <a:alphaModFix/>
          </a:blip>
          <a:stretch>
            <a:fillRect/>
          </a:stretch>
        </p:blipFill>
        <p:spPr>
          <a:xfrm>
            <a:off x="181900" y="968275"/>
            <a:ext cx="946225" cy="946225"/>
          </a:xfrm>
          <a:prstGeom prst="rect">
            <a:avLst/>
          </a:prstGeom>
          <a:solidFill>
            <a:schemeClr val="accent1"/>
          </a:solidFill>
          <a:ln cap="flat" cmpd="sng" w="9525">
            <a:solidFill>
              <a:schemeClr val="accent1"/>
            </a:solidFill>
            <a:prstDash val="solid"/>
            <a:round/>
            <a:headEnd len="sm" w="sm" type="none"/>
            <a:tailEnd len="sm" w="sm" type="none"/>
          </a:ln>
        </p:spPr>
      </p:pic>
      <p:pic>
        <p:nvPicPr>
          <p:cNvPr descr="Bright red, glowing 'X' symbol centered on a dark blue digital dashboard interface." id="969" name="Google Shape;969;p81"/>
          <p:cNvPicPr preferRelativeResize="0"/>
          <p:nvPr/>
        </p:nvPicPr>
        <p:blipFill>
          <a:blip r:embed="rId4">
            <a:alphaModFix/>
          </a:blip>
          <a:stretch>
            <a:fillRect/>
          </a:stretch>
        </p:blipFill>
        <p:spPr>
          <a:xfrm>
            <a:off x="4569225" y="935300"/>
            <a:ext cx="1012175" cy="1012175"/>
          </a:xfrm>
          <a:prstGeom prst="rect">
            <a:avLst/>
          </a:prstGeom>
          <a:solidFill>
            <a:schemeClr val="lt1"/>
          </a:solidFill>
          <a:ln cap="flat" cmpd="sng" w="9525">
            <a:solidFill>
              <a:schemeClr val="lt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82"/>
          <p:cNvSpPr txBox="1"/>
          <p:nvPr>
            <p:ph idx="1" type="subTitle"/>
          </p:nvPr>
        </p:nvSpPr>
        <p:spPr>
          <a:xfrm>
            <a:off x="419825" y="102925"/>
            <a:ext cx="7719600" cy="5583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rPr lang="en" sz="3000"/>
              <a:t>Answering the “so what?”</a:t>
            </a:r>
            <a:endParaRPr sz="3000"/>
          </a:p>
          <a:p>
            <a:pPr indent="0" lvl="0" marL="0" rtl="0" algn="l">
              <a:spcBef>
                <a:spcPts val="500"/>
              </a:spcBef>
              <a:spcAft>
                <a:spcPts val="0"/>
              </a:spcAft>
              <a:buNone/>
            </a:pPr>
            <a:r>
              <a:rPr lang="en" sz="1000"/>
              <a:t>Treat every alert as an investigation, not a checklist</a:t>
            </a:r>
            <a:endParaRPr sz="1000"/>
          </a:p>
          <a:p>
            <a:pPr indent="0" lvl="0" marL="0" rtl="0" algn="l">
              <a:spcBef>
                <a:spcPts val="500"/>
              </a:spcBef>
              <a:spcAft>
                <a:spcPts val="500"/>
              </a:spcAft>
              <a:buNone/>
            </a:pPr>
            <a:r>
              <a:t/>
            </a:r>
            <a:endParaRPr sz="1000"/>
          </a:p>
        </p:txBody>
      </p:sp>
      <p:sp>
        <p:nvSpPr>
          <p:cNvPr id="975" name="Google Shape;975;p82"/>
          <p:cNvSpPr txBox="1"/>
          <p:nvPr>
            <p:ph idx="2" type="body"/>
          </p:nvPr>
        </p:nvSpPr>
        <p:spPr>
          <a:xfrm>
            <a:off x="156525" y="3763875"/>
            <a:ext cx="8825400" cy="714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t/>
            </a:r>
            <a:endParaRPr b="1" sz="1600">
              <a:latin typeface="Roboto Mono"/>
              <a:ea typeface="Roboto Mono"/>
              <a:cs typeface="Roboto Mono"/>
              <a:sym typeface="Roboto Mono"/>
            </a:endParaRPr>
          </a:p>
          <a:p>
            <a:pPr indent="0" lvl="0" marL="0" rtl="0" algn="l">
              <a:lnSpc>
                <a:spcPct val="100000"/>
              </a:lnSpc>
              <a:spcBef>
                <a:spcPts val="0"/>
              </a:spcBef>
              <a:spcAft>
                <a:spcPts val="0"/>
              </a:spcAft>
              <a:buNone/>
            </a:pPr>
            <a:r>
              <a:rPr b="1" lang="en" sz="1000">
                <a:latin typeface="Roboto Mono"/>
                <a:ea typeface="Roboto Mono"/>
                <a:cs typeface="Roboto Mono"/>
                <a:sym typeface="Roboto Mono"/>
              </a:rPr>
              <a:t>Most notes stop at the fact. The significance step is where the investigation happens, and it is what a regulator is looking for. </a:t>
            </a:r>
            <a:endParaRPr b="1" sz="1000">
              <a:latin typeface="Roboto Mono"/>
              <a:ea typeface="Roboto Mono"/>
              <a:cs typeface="Roboto Mono"/>
              <a:sym typeface="Roboto Mono"/>
            </a:endParaRPr>
          </a:p>
        </p:txBody>
      </p:sp>
      <p:sp>
        <p:nvSpPr>
          <p:cNvPr id="976" name="Google Shape;976;p82"/>
          <p:cNvSpPr/>
          <p:nvPr/>
        </p:nvSpPr>
        <p:spPr>
          <a:xfrm>
            <a:off x="3311399" y="1321800"/>
            <a:ext cx="2521200" cy="5583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highlight>
                  <a:schemeClr val="accent1"/>
                </a:highlight>
                <a:latin typeface="Roboto Mono"/>
                <a:ea typeface="Roboto Mono"/>
                <a:cs typeface="Roboto Mono"/>
                <a:sym typeface="Roboto Mono"/>
              </a:rPr>
              <a:t>Connect the dots</a:t>
            </a:r>
            <a:endParaRPr b="1" sz="1200">
              <a:solidFill>
                <a:schemeClr val="lt1"/>
              </a:solidFill>
              <a:highlight>
                <a:schemeClr val="accent1"/>
              </a:highlight>
              <a:latin typeface="Roboto Mono"/>
              <a:ea typeface="Roboto Mono"/>
              <a:cs typeface="Roboto Mono"/>
              <a:sym typeface="Roboto Mono"/>
            </a:endParaRPr>
          </a:p>
        </p:txBody>
      </p:sp>
      <p:sp>
        <p:nvSpPr>
          <p:cNvPr id="977" name="Google Shape;977;p82"/>
          <p:cNvSpPr/>
          <p:nvPr/>
        </p:nvSpPr>
        <p:spPr>
          <a:xfrm>
            <a:off x="542925" y="2313000"/>
            <a:ext cx="2177700" cy="714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latin typeface="Roboto Mono"/>
                <a:ea typeface="Roboto Mono"/>
                <a:cs typeface="Roboto Mono"/>
                <a:sym typeface="Roboto Mono"/>
              </a:rPr>
              <a:t>Fact: What did I find? </a:t>
            </a:r>
            <a:endParaRPr b="1" sz="1300" u="sng">
              <a:solidFill>
                <a:schemeClr val="dk1"/>
              </a:solidFill>
              <a:latin typeface="Roboto Mono"/>
              <a:ea typeface="Roboto Mono"/>
              <a:cs typeface="Roboto Mono"/>
              <a:sym typeface="Roboto Mono"/>
            </a:endParaRPr>
          </a:p>
        </p:txBody>
      </p:sp>
      <p:sp>
        <p:nvSpPr>
          <p:cNvPr id="978" name="Google Shape;978;p82"/>
          <p:cNvSpPr/>
          <p:nvPr/>
        </p:nvSpPr>
        <p:spPr>
          <a:xfrm>
            <a:off x="3311400" y="2203700"/>
            <a:ext cx="2521200" cy="888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latin typeface="Roboto Mono"/>
                <a:ea typeface="Roboto Mono"/>
                <a:cs typeface="Roboto Mono"/>
                <a:sym typeface="Roboto Mono"/>
              </a:rPr>
              <a:t>Significance: What risk does it raise or reduce?</a:t>
            </a:r>
            <a:endParaRPr b="1" sz="1300">
              <a:solidFill>
                <a:schemeClr val="dk1"/>
              </a:solidFill>
              <a:latin typeface="Roboto Mono"/>
              <a:ea typeface="Roboto Mono"/>
              <a:cs typeface="Roboto Mono"/>
              <a:sym typeface="Roboto Mono"/>
            </a:endParaRPr>
          </a:p>
        </p:txBody>
      </p:sp>
      <p:sp>
        <p:nvSpPr>
          <p:cNvPr id="979" name="Google Shape;979;p82"/>
          <p:cNvSpPr/>
          <p:nvPr/>
        </p:nvSpPr>
        <p:spPr>
          <a:xfrm>
            <a:off x="6241150" y="2127300"/>
            <a:ext cx="2521200" cy="888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latin typeface="Roboto Mono"/>
                <a:ea typeface="Roboto Mono"/>
                <a:cs typeface="Roboto Mono"/>
                <a:sym typeface="Roboto Mono"/>
              </a:rPr>
              <a:t>Conclusion: How does it affect the outcome: false positive or escalate? </a:t>
            </a:r>
            <a:endParaRPr b="1" sz="1300">
              <a:solidFill>
                <a:schemeClr val="dk1"/>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83"/>
          <p:cNvSpPr txBox="1"/>
          <p:nvPr>
            <p:ph idx="1" type="subTitle"/>
          </p:nvPr>
        </p:nvSpPr>
        <p:spPr>
          <a:xfrm>
            <a:off x="419825" y="206750"/>
            <a:ext cx="7429500" cy="1016400"/>
          </a:xfrm>
          <a:prstGeom prst="rect">
            <a:avLst/>
          </a:prstGeom>
        </p:spPr>
        <p:txBody>
          <a:bodyPr anchorCtr="0" anchor="t" bIns="0" lIns="0" spcFirstLastPara="1" rIns="0" wrap="square" tIns="0">
            <a:noAutofit/>
          </a:bodyPr>
          <a:lstStyle/>
          <a:p>
            <a:pPr indent="0" lvl="0" marL="0" rtl="0" algn="l">
              <a:spcBef>
                <a:spcPts val="500"/>
              </a:spcBef>
              <a:spcAft>
                <a:spcPts val="500"/>
              </a:spcAft>
              <a:buNone/>
            </a:pPr>
            <a:r>
              <a:rPr lang="en" sz="2000"/>
              <a:t>Consistent phrases that need tightening</a:t>
            </a:r>
            <a:r>
              <a:rPr lang="en" sz="2000"/>
              <a:t> </a:t>
            </a:r>
            <a:endParaRPr sz="2000"/>
          </a:p>
        </p:txBody>
      </p:sp>
      <p:sp>
        <p:nvSpPr>
          <p:cNvPr id="985" name="Google Shape;985;p83"/>
          <p:cNvSpPr txBox="1"/>
          <p:nvPr>
            <p:ph idx="2" type="body"/>
          </p:nvPr>
        </p:nvSpPr>
        <p:spPr>
          <a:xfrm>
            <a:off x="661025" y="1149900"/>
            <a:ext cx="529800" cy="17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986" name="Google Shape;986;p83"/>
          <p:cNvSpPr/>
          <p:nvPr/>
        </p:nvSpPr>
        <p:spPr>
          <a:xfrm>
            <a:off x="561975" y="820075"/>
            <a:ext cx="2867100" cy="5937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Mono"/>
                <a:ea typeface="Roboto Mono"/>
                <a:cs typeface="Roboto Mono"/>
                <a:sym typeface="Roboto Mono"/>
              </a:rPr>
              <a:t>What we see:</a:t>
            </a:r>
            <a:endParaRPr b="1">
              <a:solidFill>
                <a:schemeClr val="lt1"/>
              </a:solidFill>
              <a:latin typeface="Roboto Mono"/>
              <a:ea typeface="Roboto Mono"/>
              <a:cs typeface="Roboto Mono"/>
              <a:sym typeface="Roboto Mono"/>
            </a:endParaRPr>
          </a:p>
        </p:txBody>
      </p:sp>
      <p:sp>
        <p:nvSpPr>
          <p:cNvPr id="987" name="Google Shape;987;p83"/>
          <p:cNvSpPr/>
          <p:nvPr/>
        </p:nvSpPr>
        <p:spPr>
          <a:xfrm>
            <a:off x="6085725" y="820075"/>
            <a:ext cx="2272200" cy="5937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Mono"/>
                <a:ea typeface="Roboto Mono"/>
                <a:cs typeface="Roboto Mono"/>
                <a:sym typeface="Roboto Mono"/>
              </a:rPr>
              <a:t>Instead:</a:t>
            </a:r>
            <a:endParaRPr b="1">
              <a:solidFill>
                <a:schemeClr val="lt1"/>
              </a:solidFill>
              <a:latin typeface="Roboto Mono"/>
              <a:ea typeface="Roboto Mono"/>
              <a:cs typeface="Roboto Mono"/>
              <a:sym typeface="Roboto Mono"/>
            </a:endParaRPr>
          </a:p>
        </p:txBody>
      </p:sp>
      <p:sp>
        <p:nvSpPr>
          <p:cNvPr id="988" name="Google Shape;988;p83"/>
          <p:cNvSpPr/>
          <p:nvPr/>
        </p:nvSpPr>
        <p:spPr>
          <a:xfrm>
            <a:off x="202350" y="1585138"/>
            <a:ext cx="4214400" cy="593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“The recipient might have invested in cryptocurrencies…and withdrawn his accumulated profits”</a:t>
            </a:r>
            <a:endParaRPr b="1" sz="1000">
              <a:solidFill>
                <a:schemeClr val="dk1"/>
              </a:solidFill>
              <a:latin typeface="Roboto Mono"/>
              <a:ea typeface="Roboto Mono"/>
              <a:cs typeface="Roboto Mono"/>
              <a:sym typeface="Roboto Mono"/>
            </a:endParaRPr>
          </a:p>
        </p:txBody>
      </p:sp>
      <p:sp>
        <p:nvSpPr>
          <p:cNvPr id="989" name="Google Shape;989;p83"/>
          <p:cNvSpPr/>
          <p:nvPr/>
        </p:nvSpPr>
        <p:spPr>
          <a:xfrm>
            <a:off x="4877142" y="1521625"/>
            <a:ext cx="4070400" cy="728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t/>
            </a:r>
            <a:endParaRPr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t/>
            </a:r>
            <a:endParaRPr b="1"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t/>
            </a:r>
            <a:endParaRPr b="1"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t/>
            </a:r>
            <a:endParaRPr b="1"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rPr b="1" lang="en" sz="1100">
                <a:solidFill>
                  <a:srgbClr val="1D1C1D"/>
                </a:solidFill>
                <a:latin typeface="Roboto Mono"/>
                <a:ea typeface="Roboto Mono"/>
                <a:cs typeface="Roboto Mono"/>
                <a:sym typeface="Roboto Mono"/>
              </a:rPr>
              <a:t>Speculative. Corroborate it with evidence, check fingerprint pay-in activity.</a:t>
            </a:r>
            <a:endParaRPr b="1"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t/>
            </a:r>
            <a:endParaRPr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t/>
            </a:r>
            <a:endParaRPr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t/>
            </a:r>
            <a:endParaRPr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500"/>
              </a:spcAft>
              <a:buNone/>
            </a:pPr>
            <a:r>
              <a:t/>
            </a:r>
            <a:endParaRPr sz="1100">
              <a:solidFill>
                <a:srgbClr val="1D1C1D"/>
              </a:solidFill>
              <a:latin typeface="Roboto Mono"/>
              <a:ea typeface="Roboto Mono"/>
              <a:cs typeface="Roboto Mono"/>
              <a:sym typeface="Roboto Mono"/>
            </a:endParaRPr>
          </a:p>
        </p:txBody>
      </p:sp>
      <p:sp>
        <p:nvSpPr>
          <p:cNvPr id="990" name="Google Shape;990;p83"/>
          <p:cNvSpPr/>
          <p:nvPr/>
        </p:nvSpPr>
        <p:spPr>
          <a:xfrm>
            <a:off x="202349" y="2346275"/>
            <a:ext cx="4214400" cy="6612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t/>
            </a:r>
            <a:endParaRPr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0"/>
              </a:spcAft>
              <a:buNone/>
            </a:pPr>
            <a:r>
              <a:rPr b="1" lang="en" sz="1100">
                <a:solidFill>
                  <a:srgbClr val="1D1C1D"/>
                </a:solidFill>
                <a:latin typeface="Roboto Mono"/>
                <a:ea typeface="Roboto Mono"/>
                <a:cs typeface="Roboto Mono"/>
                <a:sym typeface="Roboto Mono"/>
              </a:rPr>
              <a:t>“Might have invested in sports, live casino, racing…and obtained profits.”</a:t>
            </a:r>
            <a:endParaRPr b="1" sz="1100">
              <a:solidFill>
                <a:srgbClr val="1D1C1D"/>
              </a:solidFill>
              <a:latin typeface="Roboto Mono"/>
              <a:ea typeface="Roboto Mono"/>
              <a:cs typeface="Roboto Mono"/>
              <a:sym typeface="Roboto Mono"/>
            </a:endParaRPr>
          </a:p>
          <a:p>
            <a:pPr indent="0" lvl="0" marL="0" rtl="0" algn="l">
              <a:lnSpc>
                <a:spcPct val="115000"/>
              </a:lnSpc>
              <a:spcBef>
                <a:spcPts val="500"/>
              </a:spcBef>
              <a:spcAft>
                <a:spcPts val="500"/>
              </a:spcAft>
              <a:buNone/>
            </a:pPr>
            <a:r>
              <a:t/>
            </a:r>
            <a:endParaRPr sz="1100">
              <a:solidFill>
                <a:srgbClr val="1D1C1D"/>
              </a:solidFill>
            </a:endParaRPr>
          </a:p>
        </p:txBody>
      </p:sp>
      <p:sp>
        <p:nvSpPr>
          <p:cNvPr id="991" name="Google Shape;991;p83"/>
          <p:cNvSpPr/>
          <p:nvPr/>
        </p:nvSpPr>
        <p:spPr>
          <a:xfrm>
            <a:off x="4877150" y="2398588"/>
            <a:ext cx="4070400" cy="593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100">
                <a:solidFill>
                  <a:srgbClr val="1D1C1D"/>
                </a:solidFill>
                <a:latin typeface="Roboto Mono"/>
                <a:ea typeface="Roboto Mono"/>
                <a:cs typeface="Roboto Mono"/>
                <a:sym typeface="Roboto Mono"/>
              </a:rPr>
              <a:t>Use “plausible” and “reasonable” to tie it to what the merchant does and the account activity. </a:t>
            </a:r>
            <a:endParaRPr b="1" sz="1100">
              <a:solidFill>
                <a:srgbClr val="1D1C1D"/>
              </a:solidFill>
              <a:latin typeface="Roboto Mono"/>
              <a:ea typeface="Roboto Mono"/>
              <a:cs typeface="Roboto Mono"/>
              <a:sym typeface="Roboto Mono"/>
            </a:endParaRPr>
          </a:p>
        </p:txBody>
      </p:sp>
      <p:sp>
        <p:nvSpPr>
          <p:cNvPr id="992" name="Google Shape;992;p83"/>
          <p:cNvSpPr/>
          <p:nvPr/>
        </p:nvSpPr>
        <p:spPr>
          <a:xfrm>
            <a:off x="202350" y="3174900"/>
            <a:ext cx="4214400" cy="593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“The velocity of transactions is spread out between Months, Days, Minutes.”</a:t>
            </a:r>
            <a:endParaRPr b="1" sz="1000">
              <a:solidFill>
                <a:schemeClr val="dk1"/>
              </a:solidFill>
              <a:latin typeface="Roboto Mono"/>
              <a:ea typeface="Roboto Mono"/>
              <a:cs typeface="Roboto Mono"/>
              <a:sym typeface="Roboto Mono"/>
            </a:endParaRPr>
          </a:p>
        </p:txBody>
      </p:sp>
      <p:sp>
        <p:nvSpPr>
          <p:cNvPr id="993" name="Google Shape;993;p83"/>
          <p:cNvSpPr/>
          <p:nvPr/>
        </p:nvSpPr>
        <p:spPr>
          <a:xfrm>
            <a:off x="4877150" y="3141150"/>
            <a:ext cx="4070400" cy="6612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100">
                <a:solidFill>
                  <a:srgbClr val="1D1C1D"/>
                </a:solidFill>
                <a:latin typeface="Roboto Mono"/>
                <a:ea typeface="Roboto Mono"/>
                <a:cs typeface="Roboto Mono"/>
                <a:sym typeface="Roboto Mono"/>
              </a:rPr>
              <a:t>This says nothing about the risk. Remove it, or say what the pattern shows. </a:t>
            </a:r>
            <a:endParaRPr b="1" sz="1100">
              <a:solidFill>
                <a:srgbClr val="1D1C1D"/>
              </a:solidFill>
              <a:latin typeface="Roboto Mono"/>
              <a:ea typeface="Roboto Mono"/>
              <a:cs typeface="Roboto Mono"/>
              <a:sym typeface="Roboto Mono"/>
            </a:endParaRPr>
          </a:p>
        </p:txBody>
      </p:sp>
      <p:sp>
        <p:nvSpPr>
          <p:cNvPr id="994" name="Google Shape;994;p83"/>
          <p:cNvSpPr/>
          <p:nvPr/>
        </p:nvSpPr>
        <p:spPr>
          <a:xfrm>
            <a:off x="202350" y="3936025"/>
            <a:ext cx="4214400" cy="593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“No evidence of structuring or </a:t>
            </a:r>
            <a:r>
              <a:rPr b="1" lang="en" sz="1000">
                <a:solidFill>
                  <a:schemeClr val="dk1"/>
                </a:solidFill>
                <a:latin typeface="Roboto Mono"/>
                <a:ea typeface="Roboto Mono"/>
                <a:cs typeface="Roboto Mono"/>
                <a:sym typeface="Roboto Mono"/>
              </a:rPr>
              <a:t>smurfing pattern was identified.”</a:t>
            </a:r>
            <a:endParaRPr b="1" sz="1000">
              <a:solidFill>
                <a:schemeClr val="dk1"/>
              </a:solidFill>
              <a:latin typeface="Roboto Mono"/>
              <a:ea typeface="Roboto Mono"/>
              <a:cs typeface="Roboto Mono"/>
              <a:sym typeface="Roboto Mono"/>
            </a:endParaRPr>
          </a:p>
        </p:txBody>
      </p:sp>
      <p:sp>
        <p:nvSpPr>
          <p:cNvPr id="995" name="Google Shape;995;p83"/>
          <p:cNvSpPr/>
          <p:nvPr/>
        </p:nvSpPr>
        <p:spPr>
          <a:xfrm>
            <a:off x="4835150" y="3895075"/>
            <a:ext cx="4214400" cy="593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500"/>
              </a:spcAft>
              <a:buNone/>
            </a:pPr>
            <a:r>
              <a:rPr b="1" lang="en" sz="1000">
                <a:solidFill>
                  <a:schemeClr val="dk1"/>
                </a:solidFill>
                <a:latin typeface="Roboto Mono"/>
                <a:ea typeface="Roboto Mono"/>
                <a:cs typeface="Roboto Mono"/>
                <a:sym typeface="Roboto Mono"/>
              </a:rPr>
              <a:t>Use this only where structuring or smurfing is a relevant typology for the alert. </a:t>
            </a:r>
            <a:endParaRPr b="1" sz="1000">
              <a:solidFill>
                <a:schemeClr val="dk1"/>
              </a:solidFill>
              <a:latin typeface="Roboto Mono"/>
              <a:ea typeface="Roboto Mono"/>
              <a:cs typeface="Roboto Mono"/>
              <a:sym typeface="Roboto Mono"/>
            </a:endParaRPr>
          </a:p>
        </p:txBody>
      </p:sp>
      <p:sp>
        <p:nvSpPr>
          <p:cNvPr id="996" name="Google Shape;996;p83"/>
          <p:cNvSpPr/>
          <p:nvPr/>
        </p:nvSpPr>
        <p:spPr>
          <a:xfrm>
            <a:off x="5576600" y="820075"/>
            <a:ext cx="2867100" cy="5937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Mono"/>
                <a:ea typeface="Roboto Mono"/>
                <a:cs typeface="Roboto Mono"/>
                <a:sym typeface="Roboto Mono"/>
              </a:rPr>
              <a:t>Instead:</a:t>
            </a:r>
            <a:endParaRPr b="1">
              <a:solidFill>
                <a:schemeClr val="lt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4"/>
          <p:cNvSpPr txBox="1"/>
          <p:nvPr>
            <p:ph idx="4294967295" type="title"/>
          </p:nvPr>
        </p:nvSpPr>
        <p:spPr>
          <a:xfrm>
            <a:off x="335175" y="182875"/>
            <a:ext cx="7442400" cy="90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2100">
                <a:solidFill>
                  <a:schemeClr val="dk2"/>
                </a:solidFill>
                <a:latin typeface="Roboto Mono SemiBold"/>
                <a:ea typeface="Roboto Mono SemiBold"/>
                <a:cs typeface="Roboto Mono SemiBold"/>
                <a:sym typeface="Roboto Mono SemiBold"/>
              </a:rPr>
              <a:t>Questions to ask before concluding a case</a:t>
            </a:r>
            <a:endParaRPr b="0" sz="2100">
              <a:solidFill>
                <a:schemeClr val="dk2"/>
              </a:solidFill>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b="0" sz="2100">
              <a:solidFill>
                <a:schemeClr val="dk2"/>
              </a:solidFill>
              <a:latin typeface="Roboto Mono SemiBold"/>
              <a:ea typeface="Roboto Mono SemiBold"/>
              <a:cs typeface="Roboto Mono SemiBold"/>
              <a:sym typeface="Roboto Mono SemiBold"/>
            </a:endParaRPr>
          </a:p>
        </p:txBody>
      </p:sp>
      <p:sp>
        <p:nvSpPr>
          <p:cNvPr id="1003" name="Google Shape;1003;p84"/>
          <p:cNvSpPr/>
          <p:nvPr/>
        </p:nvSpPr>
        <p:spPr>
          <a:xfrm>
            <a:off x="1128125" y="1089488"/>
            <a:ext cx="7442400" cy="499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Roboto Mono"/>
                <a:ea typeface="Roboto Mono"/>
                <a:cs typeface="Roboto Mono"/>
                <a:sym typeface="Roboto Mono"/>
              </a:rPr>
              <a:t>What did I expect to see for this merchant, and does the activity match?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SemiBold"/>
              <a:ea typeface="Roboto Mono SemiBold"/>
              <a:cs typeface="Roboto Mono SemiBold"/>
              <a:sym typeface="Roboto Mono SemiBold"/>
            </a:endParaRPr>
          </a:p>
          <a:p>
            <a:pPr indent="0" lvl="0" marL="0" rtl="0" algn="l">
              <a:lnSpc>
                <a:spcPct val="115000"/>
              </a:lnSpc>
              <a:spcBef>
                <a:spcPts val="1200"/>
              </a:spcBef>
              <a:spcAft>
                <a:spcPts val="0"/>
              </a:spcAft>
              <a:buClr>
                <a:schemeClr val="dk1"/>
              </a:buClr>
              <a:buSzPts val="1100"/>
              <a:buFont typeface="Arial"/>
              <a:buNone/>
            </a:pPr>
            <a:r>
              <a:rPr lang="en" sz="1300" u="sng">
                <a:solidFill>
                  <a:schemeClr val="dk1"/>
                </a:solidFill>
                <a:latin typeface="Roboto Mono Medium"/>
                <a:ea typeface="Roboto Mono Medium"/>
                <a:cs typeface="Roboto Mono Medium"/>
                <a:sym typeface="Roboto Mono Medium"/>
              </a:rPr>
              <a:t>What </a:t>
            </a:r>
            <a:endParaRPr sz="1300" u="sng">
              <a:solidFill>
                <a:schemeClr val="dk1"/>
              </a:solidFill>
              <a:latin typeface="Roboto Mono Medium"/>
              <a:ea typeface="Roboto Mono Medium"/>
              <a:cs typeface="Roboto Mono Medium"/>
              <a:sym typeface="Roboto Mono Medium"/>
            </a:endParaRPr>
          </a:p>
        </p:txBody>
      </p:sp>
      <p:sp>
        <p:nvSpPr>
          <p:cNvPr id="1004" name="Google Shape;1004;p84"/>
          <p:cNvSpPr/>
          <p:nvPr/>
        </p:nvSpPr>
        <p:spPr>
          <a:xfrm>
            <a:off x="1128125" y="1965988"/>
            <a:ext cx="7442400" cy="499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Roboto Mono"/>
                <a:ea typeface="Roboto Mono"/>
                <a:cs typeface="Roboto Mono"/>
                <a:sym typeface="Roboto Mono"/>
              </a:rPr>
              <a:t>What could explain the difference, and have I evidenced that explanation?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SemiBold"/>
              <a:ea typeface="Roboto Mono SemiBold"/>
              <a:cs typeface="Roboto Mono SemiBold"/>
              <a:sym typeface="Roboto Mono SemiBold"/>
            </a:endParaRPr>
          </a:p>
          <a:p>
            <a:pPr indent="0" lvl="0" marL="0" rtl="0" algn="l">
              <a:lnSpc>
                <a:spcPct val="115000"/>
              </a:lnSpc>
              <a:spcBef>
                <a:spcPts val="1200"/>
              </a:spcBef>
              <a:spcAft>
                <a:spcPts val="0"/>
              </a:spcAft>
              <a:buClr>
                <a:schemeClr val="dk1"/>
              </a:buClr>
              <a:buSzPts val="1100"/>
              <a:buFont typeface="Arial"/>
              <a:buNone/>
            </a:pPr>
            <a:r>
              <a:t/>
            </a:r>
            <a:endParaRPr sz="1300" u="sng">
              <a:solidFill>
                <a:schemeClr val="dk1"/>
              </a:solidFill>
              <a:latin typeface="Roboto Mono Medium"/>
              <a:ea typeface="Roboto Mono Medium"/>
              <a:cs typeface="Roboto Mono Medium"/>
              <a:sym typeface="Roboto Mono Medium"/>
            </a:endParaRPr>
          </a:p>
        </p:txBody>
      </p:sp>
      <p:sp>
        <p:nvSpPr>
          <p:cNvPr id="1005" name="Google Shape;1005;p84"/>
          <p:cNvSpPr/>
          <p:nvPr/>
        </p:nvSpPr>
        <p:spPr>
          <a:xfrm>
            <a:off x="1128125" y="2842500"/>
            <a:ext cx="7442400" cy="499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Roboto Mono"/>
                <a:ea typeface="Roboto Mono"/>
                <a:cs typeface="Roboto Mono"/>
                <a:sym typeface="Roboto Mono"/>
              </a:rPr>
              <a:t>Which risk factors have I ruled out, and which remain open?</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SemiBold"/>
              <a:ea typeface="Roboto Mono SemiBold"/>
              <a:cs typeface="Roboto Mono SemiBold"/>
              <a:sym typeface="Roboto Mono SemiBold"/>
            </a:endParaRPr>
          </a:p>
          <a:p>
            <a:pPr indent="0" lvl="0" marL="0" rtl="0" algn="l">
              <a:lnSpc>
                <a:spcPct val="115000"/>
              </a:lnSpc>
              <a:spcBef>
                <a:spcPts val="1200"/>
              </a:spcBef>
              <a:spcAft>
                <a:spcPts val="0"/>
              </a:spcAft>
              <a:buClr>
                <a:schemeClr val="dk1"/>
              </a:buClr>
              <a:buSzPts val="1100"/>
              <a:buFont typeface="Arial"/>
              <a:buNone/>
            </a:pPr>
            <a:r>
              <a:t/>
            </a:r>
            <a:endParaRPr sz="1300" u="sng">
              <a:solidFill>
                <a:schemeClr val="dk1"/>
              </a:solidFill>
              <a:latin typeface="Roboto Mono Medium"/>
              <a:ea typeface="Roboto Mono Medium"/>
              <a:cs typeface="Roboto Mono Medium"/>
              <a:sym typeface="Roboto Mono Medium"/>
            </a:endParaRPr>
          </a:p>
        </p:txBody>
      </p:sp>
      <p:sp>
        <p:nvSpPr>
          <p:cNvPr id="1006" name="Google Shape;1006;p84"/>
          <p:cNvSpPr/>
          <p:nvPr/>
        </p:nvSpPr>
        <p:spPr>
          <a:xfrm>
            <a:off x="1128125" y="3719000"/>
            <a:ext cx="7442400" cy="499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Roboto Mono"/>
                <a:ea typeface="Roboto Mono"/>
                <a:cs typeface="Roboto Mono"/>
                <a:sym typeface="Roboto Mono"/>
              </a:rPr>
              <a:t>Could someone else read this note and reach the same conclusion? </a:t>
            </a:r>
            <a:endParaRPr b="1"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Roboto Mono SemiBold"/>
              <a:ea typeface="Roboto Mono SemiBold"/>
              <a:cs typeface="Roboto Mono SemiBold"/>
              <a:sym typeface="Roboto Mono SemiBold"/>
            </a:endParaRPr>
          </a:p>
          <a:p>
            <a:pPr indent="0" lvl="0" marL="0" rtl="0" algn="l">
              <a:lnSpc>
                <a:spcPct val="115000"/>
              </a:lnSpc>
              <a:spcBef>
                <a:spcPts val="1200"/>
              </a:spcBef>
              <a:spcAft>
                <a:spcPts val="0"/>
              </a:spcAft>
              <a:buClr>
                <a:schemeClr val="dk1"/>
              </a:buClr>
              <a:buSzPts val="1100"/>
              <a:buFont typeface="Arial"/>
              <a:buNone/>
            </a:pPr>
            <a:r>
              <a:t/>
            </a:r>
            <a:endParaRPr sz="1300" u="sng">
              <a:solidFill>
                <a:schemeClr val="dk1"/>
              </a:solidFill>
              <a:latin typeface="Roboto Mono Medium"/>
              <a:ea typeface="Roboto Mono Medium"/>
              <a:cs typeface="Roboto Mono Medium"/>
              <a:sym typeface="Roboto Mono Medium"/>
            </a:endParaRPr>
          </a:p>
        </p:txBody>
      </p:sp>
      <p:pic>
        <p:nvPicPr>
          <p:cNvPr descr="Red and black futuristic magnifying glass over digital data screens and charts." id="1007" name="Google Shape;1007;p84"/>
          <p:cNvPicPr preferRelativeResize="0"/>
          <p:nvPr/>
        </p:nvPicPr>
        <p:blipFill>
          <a:blip r:embed="rId3">
            <a:alphaModFix/>
          </a:blip>
          <a:stretch>
            <a:fillRect/>
          </a:stretch>
        </p:blipFill>
        <p:spPr>
          <a:xfrm>
            <a:off x="115450" y="934138"/>
            <a:ext cx="810476" cy="810476"/>
          </a:xfrm>
          <a:prstGeom prst="rect">
            <a:avLst/>
          </a:prstGeom>
          <a:noFill/>
          <a:ln>
            <a:noFill/>
          </a:ln>
        </p:spPr>
      </p:pic>
      <p:pic>
        <p:nvPicPr>
          <p:cNvPr descr="Overlapping red and blue digital arrows showing data flow, latency, and network load on a dashboard." id="1008" name="Google Shape;1008;p84"/>
          <p:cNvPicPr preferRelativeResize="0"/>
          <p:nvPr/>
        </p:nvPicPr>
        <p:blipFill>
          <a:blip r:embed="rId4">
            <a:alphaModFix/>
          </a:blip>
          <a:stretch>
            <a:fillRect/>
          </a:stretch>
        </p:blipFill>
        <p:spPr>
          <a:xfrm>
            <a:off x="115450" y="1810650"/>
            <a:ext cx="810476" cy="810476"/>
          </a:xfrm>
          <a:prstGeom prst="rect">
            <a:avLst/>
          </a:prstGeom>
          <a:noFill/>
          <a:ln>
            <a:noFill/>
          </a:ln>
        </p:spPr>
      </p:pic>
      <p:pic>
        <p:nvPicPr>
          <p:cNvPr descr="Cybersecurity dashboard showing a glowing red warning triangle with a biohazard symbol over data streams." id="1009" name="Google Shape;1009;p84"/>
          <p:cNvPicPr preferRelativeResize="0"/>
          <p:nvPr/>
        </p:nvPicPr>
        <p:blipFill>
          <a:blip r:embed="rId5">
            <a:alphaModFix/>
          </a:blip>
          <a:stretch>
            <a:fillRect/>
          </a:stretch>
        </p:blipFill>
        <p:spPr>
          <a:xfrm>
            <a:off x="115450" y="2687150"/>
            <a:ext cx="810476" cy="810476"/>
          </a:xfrm>
          <a:prstGeom prst="rect">
            <a:avLst/>
          </a:prstGeom>
          <a:noFill/>
          <a:ln>
            <a:noFill/>
          </a:ln>
        </p:spPr>
      </p:pic>
      <p:pic>
        <p:nvPicPr>
          <p:cNvPr descr="Man holding tablet with holographic green circuit checkmark overlaying a dark data interface." id="1010" name="Google Shape;1010;p84"/>
          <p:cNvPicPr preferRelativeResize="0"/>
          <p:nvPr/>
        </p:nvPicPr>
        <p:blipFill>
          <a:blip r:embed="rId6">
            <a:alphaModFix/>
          </a:blip>
          <a:stretch>
            <a:fillRect/>
          </a:stretch>
        </p:blipFill>
        <p:spPr>
          <a:xfrm>
            <a:off x="115450" y="3563638"/>
            <a:ext cx="810476" cy="810476"/>
          </a:xfrm>
          <a:prstGeom prst="rect">
            <a:avLst/>
          </a:prstGeom>
          <a:solidFill>
            <a:schemeClr val="lt1"/>
          </a:solidFill>
          <a:ln cap="flat" cmpd="sng" w="9525">
            <a:solidFill>
              <a:schemeClr val="lt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85"/>
          <p:cNvSpPr txBox="1"/>
          <p:nvPr>
            <p:ph idx="1" type="subTitle"/>
          </p:nvPr>
        </p:nvSpPr>
        <p:spPr>
          <a:xfrm>
            <a:off x="337725" y="111250"/>
            <a:ext cx="8463000" cy="4671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rPr b="0" lang="en" sz="2100">
                <a:latin typeface="Roboto Mono SemiBold"/>
                <a:ea typeface="Roboto Mono SemiBold"/>
                <a:cs typeface="Roboto Mono SemiBold"/>
                <a:sym typeface="Roboto Mono SemiBold"/>
              </a:rPr>
              <a:t>The RFI logic flow</a:t>
            </a:r>
            <a:endParaRPr b="0" sz="2100">
              <a:latin typeface="Roboto Mono SemiBold"/>
              <a:ea typeface="Roboto Mono SemiBold"/>
              <a:cs typeface="Roboto Mono SemiBold"/>
              <a:sym typeface="Roboto Mono SemiBold"/>
            </a:endParaRPr>
          </a:p>
          <a:p>
            <a:pPr indent="0" lvl="0" marL="0" rtl="0" algn="l">
              <a:spcBef>
                <a:spcPts val="500"/>
              </a:spcBef>
              <a:spcAft>
                <a:spcPts val="500"/>
              </a:spcAft>
              <a:buNone/>
            </a:pPr>
            <a:r>
              <a:t/>
            </a:r>
            <a:endParaRPr b="0" sz="1400">
              <a:latin typeface="Inter"/>
              <a:ea typeface="Inter"/>
              <a:cs typeface="Inter"/>
              <a:sym typeface="Inter"/>
            </a:endParaRPr>
          </a:p>
        </p:txBody>
      </p:sp>
      <p:sp>
        <p:nvSpPr>
          <p:cNvPr id="1016" name="Google Shape;1016;p85"/>
          <p:cNvSpPr txBox="1"/>
          <p:nvPr>
            <p:ph idx="2" type="body"/>
          </p:nvPr>
        </p:nvSpPr>
        <p:spPr>
          <a:xfrm>
            <a:off x="90650" y="2686050"/>
            <a:ext cx="3495300" cy="2325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t/>
            </a:r>
            <a:endParaRPr b="1" sz="1400">
              <a:latin typeface="Arial"/>
              <a:ea typeface="Arial"/>
              <a:cs typeface="Arial"/>
              <a:sym typeface="Arial"/>
            </a:endParaRPr>
          </a:p>
          <a:p>
            <a:pPr indent="0" lvl="0" marL="0" rtl="0" algn="l">
              <a:lnSpc>
                <a:spcPct val="100000"/>
              </a:lnSpc>
              <a:spcBef>
                <a:spcPts val="0"/>
              </a:spcBef>
              <a:spcAft>
                <a:spcPts val="0"/>
              </a:spcAft>
              <a:buNone/>
            </a:pPr>
            <a:r>
              <a:t/>
            </a:r>
            <a:endParaRPr b="1" sz="1400">
              <a:latin typeface="Arial"/>
              <a:ea typeface="Arial"/>
              <a:cs typeface="Arial"/>
              <a:sym typeface="Arial"/>
            </a:endParaRPr>
          </a:p>
          <a:p>
            <a:pPr indent="0" lvl="0" marL="0" rtl="0" algn="l">
              <a:lnSpc>
                <a:spcPct val="100000"/>
              </a:lnSpc>
              <a:spcBef>
                <a:spcPts val="0"/>
              </a:spcBef>
              <a:spcAft>
                <a:spcPts val="0"/>
              </a:spcAft>
              <a:buNone/>
            </a:pPr>
            <a:r>
              <a:t/>
            </a:r>
            <a:endParaRPr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457200" rtl="0" algn="l">
              <a:lnSpc>
                <a:spcPct val="100000"/>
              </a:lnSpc>
              <a:spcBef>
                <a:spcPts val="0"/>
              </a:spcBef>
              <a:spcAft>
                <a:spcPts val="0"/>
              </a:spcAft>
              <a:buNone/>
            </a:pPr>
            <a:r>
              <a:t/>
            </a:r>
            <a:endParaRPr b="1" sz="1400">
              <a:latin typeface="Arial"/>
              <a:ea typeface="Arial"/>
              <a:cs typeface="Arial"/>
              <a:sym typeface="Arial"/>
            </a:endParaRPr>
          </a:p>
          <a:p>
            <a:pPr indent="0" lvl="0" marL="0" rtl="0" algn="l">
              <a:spcBef>
                <a:spcPts val="0"/>
              </a:spcBef>
              <a:spcAft>
                <a:spcPts val="0"/>
              </a:spcAft>
              <a:buNone/>
            </a:pPr>
            <a:r>
              <a:t/>
            </a:r>
            <a:endParaRPr sz="1600"/>
          </a:p>
        </p:txBody>
      </p:sp>
      <p:sp>
        <p:nvSpPr>
          <p:cNvPr id="1017" name="Google Shape;1017;p85"/>
          <p:cNvSpPr/>
          <p:nvPr/>
        </p:nvSpPr>
        <p:spPr>
          <a:xfrm>
            <a:off x="384226" y="578350"/>
            <a:ext cx="1694100" cy="43515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solidFill>
                  <a:schemeClr val="lt1"/>
                </a:solidFill>
                <a:latin typeface="Roboto Mono"/>
                <a:ea typeface="Roboto Mono"/>
                <a:cs typeface="Roboto Mono"/>
                <a:sym typeface="Roboto Mono"/>
              </a:rPr>
              <a:t>Was an RFI sent?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a:solidFill>
                  <a:schemeClr val="lt1"/>
                </a:solidFill>
                <a:latin typeface="Roboto Mono"/>
                <a:ea typeface="Roboto Mono"/>
                <a:cs typeface="Roboto Mono"/>
                <a:sym typeface="Roboto Mono"/>
              </a:rPr>
              <a:t>Yes: date, what was asked and why. </a:t>
            </a:r>
            <a:endParaRPr b="1">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a:solidFill>
                  <a:schemeClr val="lt1"/>
                </a:solidFill>
                <a:latin typeface="Roboto Mono"/>
                <a:ea typeface="Roboto Mono"/>
                <a:cs typeface="Roboto Mono"/>
                <a:sym typeface="Roboto Mono"/>
              </a:rPr>
              <a:t>No: the rationale for not sending one. </a:t>
            </a:r>
            <a:endParaRPr b="1">
              <a:solidFill>
                <a:schemeClr val="lt1"/>
              </a:solidFill>
              <a:latin typeface="Roboto Mono"/>
              <a:ea typeface="Roboto Mono"/>
              <a:cs typeface="Roboto Mono"/>
              <a:sym typeface="Roboto Mono"/>
            </a:endParaRPr>
          </a:p>
        </p:txBody>
      </p:sp>
      <p:sp>
        <p:nvSpPr>
          <p:cNvPr id="1018" name="Google Shape;1018;p85"/>
          <p:cNvSpPr/>
          <p:nvPr/>
        </p:nvSpPr>
        <p:spPr>
          <a:xfrm>
            <a:off x="2639751" y="578350"/>
            <a:ext cx="1694100" cy="43515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solidFill>
                  <a:schemeClr val="lt1"/>
                </a:solidFill>
                <a:latin typeface="Roboto Mono"/>
                <a:ea typeface="Roboto Mono"/>
                <a:cs typeface="Roboto Mono"/>
                <a:sym typeface="Roboto Mono"/>
              </a:rPr>
              <a:t>Was a response received?</a:t>
            </a:r>
            <a:r>
              <a:rPr b="1" lang="en" u="sng">
                <a:solidFill>
                  <a:schemeClr val="lt1"/>
                </a:solidFill>
                <a:latin typeface="Roboto Mono"/>
                <a:ea typeface="Roboto Mono"/>
                <a:cs typeface="Roboto Mono"/>
                <a:sym typeface="Roboto Mono"/>
              </a:rPr>
              <a:t>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a:solidFill>
                  <a:schemeClr val="lt1"/>
                </a:solidFill>
                <a:latin typeface="Roboto Mono"/>
                <a:ea typeface="Roboto Mono"/>
                <a:cs typeface="Roboto Mono"/>
                <a:sym typeface="Roboto Mono"/>
              </a:rPr>
              <a:t>Date received, or the chaser and the impact of no response. </a:t>
            </a:r>
            <a:r>
              <a:rPr b="1" lang="en">
                <a:solidFill>
                  <a:schemeClr val="lt1"/>
                </a:solidFill>
                <a:latin typeface="Roboto Mono"/>
                <a:ea typeface="Roboto Mono"/>
                <a:cs typeface="Roboto Mono"/>
                <a:sym typeface="Roboto Mono"/>
              </a:rPr>
              <a:t> </a:t>
            </a:r>
            <a:endParaRPr b="1">
              <a:solidFill>
                <a:schemeClr val="lt1"/>
              </a:solidFill>
              <a:latin typeface="Roboto Mono"/>
              <a:ea typeface="Roboto Mono"/>
              <a:cs typeface="Roboto Mono"/>
              <a:sym typeface="Roboto Mono"/>
            </a:endParaRPr>
          </a:p>
        </p:txBody>
      </p:sp>
      <p:sp>
        <p:nvSpPr>
          <p:cNvPr id="1019" name="Google Shape;1019;p85"/>
          <p:cNvSpPr/>
          <p:nvPr/>
        </p:nvSpPr>
        <p:spPr>
          <a:xfrm>
            <a:off x="4895276" y="578350"/>
            <a:ext cx="1694100" cy="43515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solidFill>
                  <a:schemeClr val="lt1"/>
                </a:solidFill>
                <a:latin typeface="Roboto Mono"/>
                <a:ea typeface="Roboto Mono"/>
                <a:cs typeface="Roboto Mono"/>
                <a:sym typeface="Roboto Mono"/>
              </a:rPr>
              <a:t>Was it adequate?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a:solidFill>
                  <a:schemeClr val="lt1"/>
                </a:solidFill>
                <a:latin typeface="Roboto Mono"/>
                <a:ea typeface="Roboto Mono"/>
                <a:cs typeface="Roboto Mono"/>
                <a:sym typeface="Roboto Mono"/>
              </a:rPr>
              <a:t>Did it answer each question? If not, what was missing and why it matters. </a:t>
            </a:r>
            <a:endParaRPr b="1">
              <a:solidFill>
                <a:schemeClr val="lt1"/>
              </a:solidFill>
              <a:latin typeface="Roboto Mono"/>
              <a:ea typeface="Roboto Mono"/>
              <a:cs typeface="Roboto Mono"/>
              <a:sym typeface="Roboto Mono"/>
            </a:endParaRPr>
          </a:p>
        </p:txBody>
      </p:sp>
      <p:sp>
        <p:nvSpPr>
          <p:cNvPr id="1020" name="Google Shape;1020;p85"/>
          <p:cNvSpPr/>
          <p:nvPr/>
        </p:nvSpPr>
        <p:spPr>
          <a:xfrm>
            <a:off x="7211526" y="578350"/>
            <a:ext cx="1694100" cy="43515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solidFill>
                  <a:schemeClr val="lt1"/>
                </a:solidFill>
                <a:latin typeface="Roboto Mono"/>
                <a:ea typeface="Roboto Mono"/>
                <a:cs typeface="Roboto Mono"/>
                <a:sym typeface="Roboto Mono"/>
              </a:rPr>
              <a:t>How was it used?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b="1" u="sng">
              <a:solidFill>
                <a:schemeClr val="lt1"/>
              </a:solidFill>
              <a:latin typeface="Roboto Mono"/>
              <a:ea typeface="Roboto Mono"/>
              <a:cs typeface="Roboto Mono"/>
              <a:sym typeface="Roboto Mono"/>
            </a:endParaRPr>
          </a:p>
          <a:p>
            <a:pPr indent="0" lvl="0" marL="0" rtl="0" algn="l">
              <a:spcBef>
                <a:spcPts val="0"/>
              </a:spcBef>
              <a:spcAft>
                <a:spcPts val="0"/>
              </a:spcAft>
              <a:buNone/>
            </a:pPr>
            <a:r>
              <a:rPr b="1" lang="en">
                <a:solidFill>
                  <a:schemeClr val="lt1"/>
                </a:solidFill>
                <a:latin typeface="Roboto Mono"/>
                <a:ea typeface="Roboto Mono"/>
                <a:cs typeface="Roboto Mono"/>
                <a:sym typeface="Roboto Mono"/>
              </a:rPr>
              <a:t>What risk it ruled in or out, and how it shaped the final outcome. </a:t>
            </a:r>
            <a:endParaRPr b="1">
              <a:solidFill>
                <a:schemeClr val="lt1"/>
              </a:solidFill>
              <a:latin typeface="Roboto Mono"/>
              <a:ea typeface="Roboto Mono"/>
              <a:cs typeface="Roboto Mono"/>
              <a:sym typeface="Roboto Mono"/>
            </a:endParaRPr>
          </a:p>
        </p:txBody>
      </p:sp>
      <p:cxnSp>
        <p:nvCxnSpPr>
          <p:cNvPr id="1021" name="Google Shape;1021;p85"/>
          <p:cNvCxnSpPr/>
          <p:nvPr/>
        </p:nvCxnSpPr>
        <p:spPr>
          <a:xfrm>
            <a:off x="2205175" y="2482275"/>
            <a:ext cx="334800" cy="0"/>
          </a:xfrm>
          <a:prstGeom prst="straightConnector1">
            <a:avLst/>
          </a:prstGeom>
          <a:noFill/>
          <a:ln cap="flat" cmpd="sng" w="9525">
            <a:solidFill>
              <a:schemeClr val="dk2"/>
            </a:solidFill>
            <a:prstDash val="solid"/>
            <a:round/>
            <a:headEnd len="med" w="med" type="none"/>
            <a:tailEnd len="med" w="med" type="triangle"/>
          </a:ln>
        </p:spPr>
      </p:cxnSp>
      <p:cxnSp>
        <p:nvCxnSpPr>
          <p:cNvPr id="1022" name="Google Shape;1022;p85"/>
          <p:cNvCxnSpPr/>
          <p:nvPr/>
        </p:nvCxnSpPr>
        <p:spPr>
          <a:xfrm>
            <a:off x="4447163" y="2482275"/>
            <a:ext cx="334800" cy="0"/>
          </a:xfrm>
          <a:prstGeom prst="straightConnector1">
            <a:avLst/>
          </a:prstGeom>
          <a:noFill/>
          <a:ln cap="flat" cmpd="sng" w="9525">
            <a:solidFill>
              <a:schemeClr val="dk2"/>
            </a:solidFill>
            <a:prstDash val="solid"/>
            <a:round/>
            <a:headEnd len="med" w="med" type="none"/>
            <a:tailEnd len="med" w="med" type="triangle"/>
          </a:ln>
        </p:spPr>
      </p:cxnSp>
      <p:cxnSp>
        <p:nvCxnSpPr>
          <p:cNvPr id="1023" name="Google Shape;1023;p85"/>
          <p:cNvCxnSpPr/>
          <p:nvPr/>
        </p:nvCxnSpPr>
        <p:spPr>
          <a:xfrm>
            <a:off x="6733050" y="2482275"/>
            <a:ext cx="3348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86"/>
          <p:cNvSpPr txBox="1"/>
          <p:nvPr>
            <p:ph idx="1" type="subTitle"/>
          </p:nvPr>
        </p:nvSpPr>
        <p:spPr>
          <a:xfrm>
            <a:off x="337725" y="111250"/>
            <a:ext cx="8463000" cy="4671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rPr b="0" lang="en" sz="2100">
                <a:latin typeface="Roboto Mono SemiBold"/>
                <a:ea typeface="Roboto Mono SemiBold"/>
                <a:cs typeface="Roboto Mono SemiBold"/>
                <a:sym typeface="Roboto Mono SemiBold"/>
              </a:rPr>
              <a:t>RFI notes: before and after</a:t>
            </a:r>
            <a:endParaRPr b="0" sz="2100">
              <a:latin typeface="Roboto Mono SemiBold"/>
              <a:ea typeface="Roboto Mono SemiBold"/>
              <a:cs typeface="Roboto Mono SemiBold"/>
              <a:sym typeface="Roboto Mono SemiBold"/>
            </a:endParaRPr>
          </a:p>
          <a:p>
            <a:pPr indent="0" lvl="0" marL="0" rtl="0" algn="l">
              <a:spcBef>
                <a:spcPts val="500"/>
              </a:spcBef>
              <a:spcAft>
                <a:spcPts val="500"/>
              </a:spcAft>
              <a:buNone/>
            </a:pPr>
            <a:r>
              <a:t/>
            </a:r>
            <a:endParaRPr b="0" sz="1400">
              <a:latin typeface="Inter"/>
              <a:ea typeface="Inter"/>
              <a:cs typeface="Inter"/>
              <a:sym typeface="Inter"/>
            </a:endParaRPr>
          </a:p>
        </p:txBody>
      </p:sp>
      <p:sp>
        <p:nvSpPr>
          <p:cNvPr id="1029" name="Google Shape;1029;p86"/>
          <p:cNvSpPr/>
          <p:nvPr/>
        </p:nvSpPr>
        <p:spPr>
          <a:xfrm>
            <a:off x="1597300" y="1460475"/>
            <a:ext cx="2762100" cy="2865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i="1" lang="en" sz="1100">
                <a:solidFill>
                  <a:schemeClr val="dk1"/>
                </a:solidFill>
                <a:latin typeface="Roboto Mono"/>
                <a:ea typeface="Roboto Mono"/>
                <a:cs typeface="Roboto Mono"/>
                <a:sym typeface="Roboto Mono"/>
              </a:rPr>
              <a:t>“Performed. An RFI was sent…and the response lacked details whereby the merchant stated that they do not collect PII.”</a:t>
            </a:r>
            <a:endParaRPr b="1" i="1"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b="1" i="1"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 sz="1100">
                <a:solidFill>
                  <a:schemeClr val="accent3"/>
                </a:solidFill>
                <a:latin typeface="Roboto Mono"/>
                <a:ea typeface="Roboto Mono"/>
                <a:cs typeface="Roboto Mono"/>
                <a:sym typeface="Roboto Mono"/>
              </a:rPr>
              <a:t>States the facts but not the impact on the case.</a:t>
            </a:r>
            <a:r>
              <a:rPr b="1" i="1" lang="en" sz="1100">
                <a:solidFill>
                  <a:schemeClr val="dk1"/>
                </a:solidFill>
                <a:latin typeface="Roboto Mono"/>
                <a:ea typeface="Roboto Mono"/>
                <a:cs typeface="Roboto Mono"/>
                <a:sym typeface="Roboto Mono"/>
              </a:rPr>
              <a:t> </a:t>
            </a:r>
            <a:endParaRPr b="1" i="1" sz="1100">
              <a:solidFill>
                <a:schemeClr val="dk1"/>
              </a:solidFill>
              <a:latin typeface="Roboto Mono"/>
              <a:ea typeface="Roboto Mono"/>
              <a:cs typeface="Roboto Mono"/>
              <a:sym typeface="Roboto Mono"/>
            </a:endParaRPr>
          </a:p>
        </p:txBody>
      </p:sp>
      <p:sp>
        <p:nvSpPr>
          <p:cNvPr id="1030" name="Google Shape;1030;p86"/>
          <p:cNvSpPr/>
          <p:nvPr/>
        </p:nvSpPr>
        <p:spPr>
          <a:xfrm>
            <a:off x="5973925" y="1460475"/>
            <a:ext cx="2762100" cy="28935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900">
              <a:solidFill>
                <a:schemeClr val="dk1"/>
              </a:solidFill>
              <a:latin typeface="Inter"/>
              <a:ea typeface="Inter"/>
              <a:cs typeface="Inter"/>
              <a:sym typeface="Inter"/>
            </a:endParaRPr>
          </a:p>
          <a:p>
            <a:pPr indent="0" lvl="0" marL="0" rtl="0" algn="l">
              <a:spcBef>
                <a:spcPts val="0"/>
              </a:spcBef>
              <a:spcAft>
                <a:spcPts val="0"/>
              </a:spcAft>
              <a:buNone/>
            </a:pPr>
            <a:r>
              <a:t/>
            </a:r>
            <a:endParaRPr b="1" sz="9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1" i="1" lang="en" sz="1100">
                <a:solidFill>
                  <a:schemeClr val="dk1"/>
                </a:solidFill>
                <a:latin typeface="Roboto Mono"/>
                <a:ea typeface="Roboto Mono"/>
                <a:cs typeface="Roboto Mono"/>
                <a:sym typeface="Roboto Mono"/>
              </a:rPr>
              <a:t>“An RFI was sent on [date] requesting [KYC documentation]. The merchant responded on [date] stating that they do not collect PII. As a result, we were unable to verify the end user or rule out [e.g. third-part or mule activity]. This unresolved risk supports escalation.”</a:t>
            </a:r>
            <a:endParaRPr b="1" i="1" sz="1100">
              <a:solidFill>
                <a:schemeClr val="dk1"/>
              </a:solidFill>
              <a:latin typeface="Roboto Mono"/>
              <a:ea typeface="Roboto Mono"/>
              <a:cs typeface="Roboto Mono"/>
              <a:sym typeface="Roboto Mono"/>
            </a:endParaRPr>
          </a:p>
        </p:txBody>
      </p:sp>
      <p:sp>
        <p:nvSpPr>
          <p:cNvPr id="1031" name="Google Shape;1031;p86"/>
          <p:cNvSpPr/>
          <p:nvPr/>
        </p:nvSpPr>
        <p:spPr>
          <a:xfrm>
            <a:off x="1688200" y="788900"/>
            <a:ext cx="2580300" cy="4890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Missing the impact</a:t>
            </a:r>
            <a:r>
              <a:rPr b="1" lang="en" sz="1300">
                <a:solidFill>
                  <a:schemeClr val="lt1"/>
                </a:solidFill>
                <a:highlight>
                  <a:schemeClr val="accent1"/>
                </a:highlight>
                <a:latin typeface="Roboto Mono"/>
                <a:ea typeface="Roboto Mono"/>
                <a:cs typeface="Roboto Mono"/>
                <a:sym typeface="Roboto Mono"/>
              </a:rPr>
              <a:t>	</a:t>
            </a:r>
            <a:endParaRPr b="1" sz="1300">
              <a:solidFill>
                <a:schemeClr val="lt1"/>
              </a:solidFill>
              <a:highlight>
                <a:schemeClr val="accent1"/>
              </a:highlight>
              <a:latin typeface="Roboto Mono"/>
              <a:ea typeface="Roboto Mono"/>
              <a:cs typeface="Roboto Mono"/>
              <a:sym typeface="Roboto Mono"/>
            </a:endParaRPr>
          </a:p>
        </p:txBody>
      </p:sp>
      <p:sp>
        <p:nvSpPr>
          <p:cNvPr id="1032" name="Google Shape;1032;p86"/>
          <p:cNvSpPr/>
          <p:nvPr/>
        </p:nvSpPr>
        <p:spPr>
          <a:xfrm>
            <a:off x="6034825" y="788900"/>
            <a:ext cx="2640300" cy="4890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With the “so what”</a:t>
            </a:r>
            <a:r>
              <a:rPr b="1" lang="en" sz="1300">
                <a:solidFill>
                  <a:schemeClr val="lt1"/>
                </a:solidFill>
                <a:highlight>
                  <a:schemeClr val="accent1"/>
                </a:highlight>
                <a:latin typeface="Roboto Mono"/>
                <a:ea typeface="Roboto Mono"/>
                <a:cs typeface="Roboto Mono"/>
                <a:sym typeface="Roboto Mono"/>
              </a:rPr>
              <a:t>	</a:t>
            </a:r>
            <a:endParaRPr b="1" sz="1300">
              <a:solidFill>
                <a:schemeClr val="lt1"/>
              </a:solidFill>
              <a:highlight>
                <a:schemeClr val="accent1"/>
              </a:highlight>
              <a:latin typeface="Roboto Mono"/>
              <a:ea typeface="Roboto Mono"/>
              <a:cs typeface="Roboto Mono"/>
              <a:sym typeface="Roboto Mono"/>
            </a:endParaRPr>
          </a:p>
        </p:txBody>
      </p:sp>
      <p:pic>
        <p:nvPicPr>
          <p:cNvPr descr="Dashboard interface with a large green checkmark over a &quot;SIGN IN&quot; prompt." id="1033" name="Google Shape;1033;p86"/>
          <p:cNvPicPr preferRelativeResize="0"/>
          <p:nvPr/>
        </p:nvPicPr>
        <p:blipFill>
          <a:blip r:embed="rId3">
            <a:alphaModFix/>
          </a:blip>
          <a:stretch>
            <a:fillRect/>
          </a:stretch>
        </p:blipFill>
        <p:spPr>
          <a:xfrm>
            <a:off x="4780375" y="820075"/>
            <a:ext cx="946225" cy="946225"/>
          </a:xfrm>
          <a:prstGeom prst="rect">
            <a:avLst/>
          </a:prstGeom>
          <a:solidFill>
            <a:schemeClr val="accent1"/>
          </a:solidFill>
          <a:ln cap="flat" cmpd="sng" w="9525">
            <a:solidFill>
              <a:schemeClr val="accent1"/>
            </a:solidFill>
            <a:prstDash val="solid"/>
            <a:round/>
            <a:headEnd len="sm" w="sm" type="none"/>
            <a:tailEnd len="sm" w="sm" type="none"/>
          </a:ln>
        </p:spPr>
      </p:pic>
      <p:pic>
        <p:nvPicPr>
          <p:cNvPr descr="Bright red, glowing 'X' symbol centered on a dark blue digital dashboard interface." id="1034" name="Google Shape;1034;p86"/>
          <p:cNvPicPr preferRelativeResize="0"/>
          <p:nvPr/>
        </p:nvPicPr>
        <p:blipFill>
          <a:blip r:embed="rId4">
            <a:alphaModFix/>
          </a:blip>
          <a:stretch>
            <a:fillRect/>
          </a:stretch>
        </p:blipFill>
        <p:spPr>
          <a:xfrm>
            <a:off x="419838" y="787100"/>
            <a:ext cx="1012175" cy="1012175"/>
          </a:xfrm>
          <a:prstGeom prst="rect">
            <a:avLst/>
          </a:prstGeom>
          <a:solidFill>
            <a:schemeClr val="lt1"/>
          </a:solidFill>
          <a:ln cap="flat" cmpd="sng" w="9525">
            <a:solidFill>
              <a:schemeClr val="lt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87"/>
          <p:cNvSpPr txBox="1"/>
          <p:nvPr>
            <p:ph idx="1" type="subTitle"/>
          </p:nvPr>
        </p:nvSpPr>
        <p:spPr>
          <a:xfrm>
            <a:off x="337725" y="111250"/>
            <a:ext cx="8463000" cy="4671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rPr b="0" lang="en" sz="2100">
                <a:latin typeface="Roboto Mono SemiBold"/>
                <a:ea typeface="Roboto Mono SemiBold"/>
                <a:cs typeface="Roboto Mono SemiBold"/>
                <a:sym typeface="Roboto Mono SemiBold"/>
              </a:rPr>
              <a:t>Test the response, don’t just file it</a:t>
            </a:r>
            <a:endParaRPr b="0" sz="2100">
              <a:latin typeface="Roboto Mono SemiBold"/>
              <a:ea typeface="Roboto Mono SemiBold"/>
              <a:cs typeface="Roboto Mono SemiBold"/>
              <a:sym typeface="Roboto Mono SemiBold"/>
            </a:endParaRPr>
          </a:p>
          <a:p>
            <a:pPr indent="0" lvl="0" marL="0" marR="0" rtl="0" algn="l">
              <a:lnSpc>
                <a:spcPct val="110000"/>
              </a:lnSpc>
              <a:spcBef>
                <a:spcPts val="500"/>
              </a:spcBef>
              <a:spcAft>
                <a:spcPts val="0"/>
              </a:spcAft>
              <a:buNone/>
            </a:pPr>
            <a:r>
              <a:rPr lang="en" sz="1000"/>
              <a:t>RFI handling was a clear specific theme. Responses were often accepted with little </a:t>
            </a:r>
            <a:r>
              <a:rPr lang="en" sz="1000"/>
              <a:t>scrutiny</a:t>
            </a:r>
            <a:r>
              <a:rPr lang="en" sz="1000"/>
              <a:t>. </a:t>
            </a:r>
            <a:endParaRPr sz="1000"/>
          </a:p>
          <a:p>
            <a:pPr indent="0" lvl="0" marL="0" rtl="0" algn="l">
              <a:spcBef>
                <a:spcPts val="500"/>
              </a:spcBef>
              <a:spcAft>
                <a:spcPts val="500"/>
              </a:spcAft>
              <a:buNone/>
            </a:pPr>
            <a:r>
              <a:t/>
            </a:r>
            <a:endParaRPr b="0" sz="1400">
              <a:latin typeface="Inter"/>
              <a:ea typeface="Inter"/>
              <a:cs typeface="Inter"/>
              <a:sym typeface="Inter"/>
            </a:endParaRPr>
          </a:p>
        </p:txBody>
      </p:sp>
      <p:sp>
        <p:nvSpPr>
          <p:cNvPr id="1040" name="Google Shape;1040;p87"/>
          <p:cNvSpPr/>
          <p:nvPr/>
        </p:nvSpPr>
        <p:spPr>
          <a:xfrm>
            <a:off x="3697550" y="920800"/>
            <a:ext cx="3856200" cy="9462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Ask for what you need to resolve the specific alerted activity, not just the RFI form.</a:t>
            </a:r>
            <a:endParaRPr b="1" sz="1100">
              <a:solidFill>
                <a:schemeClr val="dk1"/>
              </a:solidFill>
              <a:latin typeface="Roboto Mono"/>
              <a:ea typeface="Roboto Mono"/>
              <a:cs typeface="Roboto Mono"/>
              <a:sym typeface="Roboto Mono"/>
            </a:endParaRPr>
          </a:p>
        </p:txBody>
      </p:sp>
      <p:sp>
        <p:nvSpPr>
          <p:cNvPr id="1041" name="Google Shape;1041;p87"/>
          <p:cNvSpPr/>
          <p:nvPr/>
        </p:nvSpPr>
        <p:spPr>
          <a:xfrm>
            <a:off x="143725" y="1195600"/>
            <a:ext cx="2682300" cy="3966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Target the gap</a:t>
            </a:r>
            <a:endParaRPr b="1" sz="1300">
              <a:solidFill>
                <a:schemeClr val="lt1"/>
              </a:solidFill>
              <a:highlight>
                <a:schemeClr val="accent1"/>
              </a:highlight>
              <a:latin typeface="Roboto Mono"/>
              <a:ea typeface="Roboto Mono"/>
              <a:cs typeface="Roboto Mono"/>
              <a:sym typeface="Roboto Mono"/>
            </a:endParaRPr>
          </a:p>
        </p:txBody>
      </p:sp>
      <p:sp>
        <p:nvSpPr>
          <p:cNvPr id="1042" name="Google Shape;1042;p87"/>
          <p:cNvSpPr/>
          <p:nvPr/>
        </p:nvSpPr>
        <p:spPr>
          <a:xfrm>
            <a:off x="143725" y="2405838"/>
            <a:ext cx="2682300" cy="3966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Test it against the data</a:t>
            </a:r>
            <a:endParaRPr b="1" sz="1300">
              <a:solidFill>
                <a:schemeClr val="lt1"/>
              </a:solidFill>
              <a:highlight>
                <a:schemeClr val="accent1"/>
              </a:highlight>
              <a:latin typeface="Roboto Mono"/>
              <a:ea typeface="Roboto Mono"/>
              <a:cs typeface="Roboto Mono"/>
              <a:sym typeface="Roboto Mono"/>
            </a:endParaRPr>
          </a:p>
        </p:txBody>
      </p:sp>
      <p:sp>
        <p:nvSpPr>
          <p:cNvPr id="1043" name="Google Shape;1043;p87"/>
          <p:cNvSpPr/>
          <p:nvPr/>
        </p:nvSpPr>
        <p:spPr>
          <a:xfrm>
            <a:off x="166225" y="3716825"/>
            <a:ext cx="2637300" cy="3966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Act on what is unresolved</a:t>
            </a:r>
            <a:endParaRPr b="1" sz="1300">
              <a:solidFill>
                <a:schemeClr val="lt1"/>
              </a:solidFill>
              <a:highlight>
                <a:schemeClr val="accent1"/>
              </a:highlight>
              <a:latin typeface="Roboto Mono"/>
              <a:ea typeface="Roboto Mono"/>
              <a:cs typeface="Roboto Mono"/>
              <a:sym typeface="Roboto Mono"/>
            </a:endParaRPr>
          </a:p>
        </p:txBody>
      </p:sp>
      <p:sp>
        <p:nvSpPr>
          <p:cNvPr id="1044" name="Google Shape;1044;p87"/>
          <p:cNvSpPr/>
          <p:nvPr/>
        </p:nvSpPr>
        <p:spPr>
          <a:xfrm>
            <a:off x="3697550" y="2181413"/>
            <a:ext cx="3856200" cy="9462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Does the response match what the transactions show? Check values, dates, customers and countries. </a:t>
            </a:r>
            <a:endParaRPr b="1" sz="1100">
              <a:solidFill>
                <a:schemeClr val="dk1"/>
              </a:solidFill>
              <a:latin typeface="Roboto Mono"/>
              <a:ea typeface="Roboto Mono"/>
              <a:cs typeface="Roboto Mono"/>
              <a:sym typeface="Roboto Mono"/>
            </a:endParaRPr>
          </a:p>
        </p:txBody>
      </p:sp>
      <p:sp>
        <p:nvSpPr>
          <p:cNvPr id="1045" name="Google Shape;1045;p87"/>
          <p:cNvSpPr/>
          <p:nvPr/>
        </p:nvSpPr>
        <p:spPr>
          <a:xfrm>
            <a:off x="3697550" y="3513800"/>
            <a:ext cx="3856200" cy="9462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Where a response is </a:t>
            </a:r>
            <a:r>
              <a:rPr b="1" lang="en" sz="1100">
                <a:solidFill>
                  <a:schemeClr val="dk1"/>
                </a:solidFill>
                <a:latin typeface="Roboto Mono"/>
                <a:ea typeface="Roboto Mono"/>
                <a:cs typeface="Roboto Mono"/>
                <a:sym typeface="Roboto Mono"/>
              </a:rPr>
              <a:t>inadequate</a:t>
            </a:r>
            <a:r>
              <a:rPr b="1" lang="en" sz="1100">
                <a:solidFill>
                  <a:schemeClr val="dk1"/>
                </a:solidFill>
                <a:latin typeface="Roboto Mono"/>
                <a:ea typeface="Roboto Mono"/>
                <a:cs typeface="Roboto Mono"/>
                <a:sym typeface="Roboto Mono"/>
              </a:rPr>
              <a:t> or inconsistent, say what risk remains and consider escalation in line with the SOP. </a:t>
            </a:r>
            <a:endParaRPr b="1" sz="1100">
              <a:solidFill>
                <a:schemeClr val="dk1"/>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88"/>
          <p:cNvSpPr txBox="1"/>
          <p:nvPr>
            <p:ph idx="1" type="subTitle"/>
          </p:nvPr>
        </p:nvSpPr>
        <p:spPr>
          <a:xfrm>
            <a:off x="337725" y="233350"/>
            <a:ext cx="8463000" cy="4671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rPr b="0" lang="en" sz="2100">
                <a:latin typeface="Roboto Mono SemiBold"/>
                <a:ea typeface="Roboto Mono SemiBold"/>
                <a:cs typeface="Roboto Mono SemiBold"/>
                <a:sym typeface="Roboto Mono SemiBold"/>
              </a:rPr>
              <a:t>Your self-check before submitting</a:t>
            </a:r>
            <a:r>
              <a:rPr lang="en" sz="1000"/>
              <a:t> </a:t>
            </a:r>
            <a:endParaRPr sz="1000"/>
          </a:p>
          <a:p>
            <a:pPr indent="0" lvl="0" marL="0" rtl="0" algn="l">
              <a:spcBef>
                <a:spcPts val="500"/>
              </a:spcBef>
              <a:spcAft>
                <a:spcPts val="500"/>
              </a:spcAft>
              <a:buNone/>
            </a:pPr>
            <a:r>
              <a:t/>
            </a:r>
            <a:endParaRPr b="0" sz="1400">
              <a:latin typeface="Inter"/>
              <a:ea typeface="Inter"/>
              <a:cs typeface="Inter"/>
              <a:sym typeface="Inter"/>
            </a:endParaRPr>
          </a:p>
        </p:txBody>
      </p:sp>
      <p:sp>
        <p:nvSpPr>
          <p:cNvPr id="1051" name="Google Shape;1051;p88"/>
          <p:cNvSpPr/>
          <p:nvPr/>
        </p:nvSpPr>
        <p:spPr>
          <a:xfrm>
            <a:off x="5231100" y="823354"/>
            <a:ext cx="3804300" cy="518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RFI: sent, or why not, response tested, impact</a:t>
            </a:r>
            <a:endParaRPr b="1" sz="1100">
              <a:solidFill>
                <a:schemeClr val="dk1"/>
              </a:solidFill>
              <a:latin typeface="Roboto Mono"/>
              <a:ea typeface="Roboto Mono"/>
              <a:cs typeface="Roboto Mono"/>
              <a:sym typeface="Roboto Mono"/>
            </a:endParaRPr>
          </a:p>
        </p:txBody>
      </p:sp>
      <p:sp>
        <p:nvSpPr>
          <p:cNvPr id="1052" name="Google Shape;1052;p88"/>
          <p:cNvSpPr/>
          <p:nvPr/>
        </p:nvSpPr>
        <p:spPr>
          <a:xfrm>
            <a:off x="116225" y="82007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53" name="Google Shape;1053;p88"/>
          <p:cNvSpPr/>
          <p:nvPr/>
        </p:nvSpPr>
        <p:spPr>
          <a:xfrm>
            <a:off x="732925" y="1528300"/>
            <a:ext cx="3804300" cy="396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Merchant and customer profile</a:t>
            </a:r>
            <a:endParaRPr b="1" sz="1100">
              <a:solidFill>
                <a:schemeClr val="dk1"/>
              </a:solidFill>
              <a:latin typeface="Roboto Mono"/>
              <a:ea typeface="Roboto Mono"/>
              <a:cs typeface="Roboto Mono"/>
              <a:sym typeface="Roboto Mono"/>
            </a:endParaRPr>
          </a:p>
        </p:txBody>
      </p:sp>
      <p:sp>
        <p:nvSpPr>
          <p:cNvPr id="1054" name="Google Shape;1054;p88"/>
          <p:cNvSpPr/>
          <p:nvPr/>
        </p:nvSpPr>
        <p:spPr>
          <a:xfrm>
            <a:off x="116225" y="149317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55" name="Google Shape;1055;p88"/>
          <p:cNvSpPr/>
          <p:nvPr/>
        </p:nvSpPr>
        <p:spPr>
          <a:xfrm>
            <a:off x="116225" y="216627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56" name="Google Shape;1056;p88"/>
          <p:cNvSpPr/>
          <p:nvPr/>
        </p:nvSpPr>
        <p:spPr>
          <a:xfrm>
            <a:off x="116225" y="2748150"/>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57" name="Google Shape;1057;p88"/>
          <p:cNvSpPr/>
          <p:nvPr/>
        </p:nvSpPr>
        <p:spPr>
          <a:xfrm>
            <a:off x="116225" y="336007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58" name="Google Shape;1058;p88"/>
          <p:cNvSpPr/>
          <p:nvPr/>
        </p:nvSpPr>
        <p:spPr>
          <a:xfrm>
            <a:off x="4670025" y="336007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59" name="Google Shape;1059;p88"/>
          <p:cNvSpPr/>
          <p:nvPr/>
        </p:nvSpPr>
        <p:spPr>
          <a:xfrm>
            <a:off x="4669725" y="2748150"/>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60" name="Google Shape;1060;p88"/>
          <p:cNvSpPr/>
          <p:nvPr/>
        </p:nvSpPr>
        <p:spPr>
          <a:xfrm>
            <a:off x="4670025" y="208892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61" name="Google Shape;1061;p88"/>
          <p:cNvSpPr/>
          <p:nvPr/>
        </p:nvSpPr>
        <p:spPr>
          <a:xfrm>
            <a:off x="4669725" y="1429700"/>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62" name="Google Shape;1062;p88"/>
          <p:cNvSpPr/>
          <p:nvPr/>
        </p:nvSpPr>
        <p:spPr>
          <a:xfrm>
            <a:off x="4669725" y="770475"/>
            <a:ext cx="4842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63" name="Google Shape;1063;p88"/>
          <p:cNvSpPr/>
          <p:nvPr/>
        </p:nvSpPr>
        <p:spPr>
          <a:xfrm>
            <a:off x="732925" y="855075"/>
            <a:ext cx="3804300" cy="396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Rule and alerting transaction stated first</a:t>
            </a:r>
            <a:endParaRPr b="1" sz="1100">
              <a:solidFill>
                <a:schemeClr val="dk1"/>
              </a:solidFill>
              <a:latin typeface="Roboto Mono"/>
              <a:ea typeface="Roboto Mono"/>
              <a:cs typeface="Roboto Mono"/>
              <a:sym typeface="Roboto Mono"/>
            </a:endParaRPr>
          </a:p>
        </p:txBody>
      </p:sp>
      <p:sp>
        <p:nvSpPr>
          <p:cNvPr id="1064" name="Google Shape;1064;p88"/>
          <p:cNvSpPr/>
          <p:nvPr/>
        </p:nvSpPr>
        <p:spPr>
          <a:xfrm>
            <a:off x="733075" y="2155850"/>
            <a:ext cx="3804300" cy="396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Historical behaviour and prior alerts</a:t>
            </a:r>
            <a:endParaRPr b="1" sz="1100">
              <a:solidFill>
                <a:schemeClr val="dk1"/>
              </a:solidFill>
              <a:latin typeface="Roboto Mono"/>
              <a:ea typeface="Roboto Mono"/>
              <a:cs typeface="Roboto Mono"/>
              <a:sym typeface="Roboto Mono"/>
            </a:endParaRPr>
          </a:p>
        </p:txBody>
      </p:sp>
      <p:sp>
        <p:nvSpPr>
          <p:cNvPr id="1065" name="Google Shape;1065;p88"/>
          <p:cNvSpPr/>
          <p:nvPr/>
        </p:nvSpPr>
        <p:spPr>
          <a:xfrm>
            <a:off x="732925" y="2783400"/>
            <a:ext cx="3804300" cy="518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Expected vs actual: frequency, velocity, value</a:t>
            </a:r>
            <a:endParaRPr b="1" sz="1100">
              <a:solidFill>
                <a:schemeClr val="dk1"/>
              </a:solidFill>
              <a:latin typeface="Roboto Mono"/>
              <a:ea typeface="Roboto Mono"/>
              <a:cs typeface="Roboto Mono"/>
              <a:sym typeface="Roboto Mono"/>
            </a:endParaRPr>
          </a:p>
        </p:txBody>
      </p:sp>
      <p:sp>
        <p:nvSpPr>
          <p:cNvPr id="1066" name="Google Shape;1066;p88"/>
          <p:cNvSpPr/>
          <p:nvPr/>
        </p:nvSpPr>
        <p:spPr>
          <a:xfrm>
            <a:off x="733075" y="3395325"/>
            <a:ext cx="3804300" cy="518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Other investigation checks, including negatives</a:t>
            </a:r>
            <a:endParaRPr b="1" sz="1100">
              <a:solidFill>
                <a:schemeClr val="dk1"/>
              </a:solidFill>
              <a:latin typeface="Roboto Mono"/>
              <a:ea typeface="Roboto Mono"/>
              <a:cs typeface="Roboto Mono"/>
              <a:sym typeface="Roboto Mono"/>
            </a:endParaRPr>
          </a:p>
        </p:txBody>
      </p:sp>
      <p:sp>
        <p:nvSpPr>
          <p:cNvPr id="1067" name="Google Shape;1067;p88"/>
          <p:cNvSpPr/>
          <p:nvPr/>
        </p:nvSpPr>
        <p:spPr>
          <a:xfrm>
            <a:off x="5231100" y="1464950"/>
            <a:ext cx="3804300" cy="396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Every finding has a “so what”</a:t>
            </a:r>
            <a:endParaRPr b="1" sz="1100">
              <a:solidFill>
                <a:schemeClr val="dk1"/>
              </a:solidFill>
              <a:latin typeface="Roboto Mono"/>
              <a:ea typeface="Roboto Mono"/>
              <a:cs typeface="Roboto Mono"/>
              <a:sym typeface="Roboto Mono"/>
            </a:endParaRPr>
          </a:p>
        </p:txBody>
      </p:sp>
      <p:sp>
        <p:nvSpPr>
          <p:cNvPr id="1068" name="Google Shape;1068;p88"/>
          <p:cNvSpPr/>
          <p:nvPr/>
        </p:nvSpPr>
        <p:spPr>
          <a:xfrm>
            <a:off x="5231100" y="2155850"/>
            <a:ext cx="3804300" cy="396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Explanations evidenced: pay-ins, OSINT</a:t>
            </a:r>
            <a:endParaRPr b="1" sz="1100">
              <a:solidFill>
                <a:schemeClr val="dk1"/>
              </a:solidFill>
              <a:latin typeface="Roboto Mono"/>
              <a:ea typeface="Roboto Mono"/>
              <a:cs typeface="Roboto Mono"/>
              <a:sym typeface="Roboto Mono"/>
            </a:endParaRPr>
          </a:p>
        </p:txBody>
      </p:sp>
      <p:sp>
        <p:nvSpPr>
          <p:cNvPr id="1069" name="Google Shape;1069;p88"/>
          <p:cNvSpPr/>
          <p:nvPr/>
        </p:nvSpPr>
        <p:spPr>
          <a:xfrm>
            <a:off x="5231100" y="2748150"/>
            <a:ext cx="3804300" cy="518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Factual, neutral </a:t>
            </a:r>
            <a:r>
              <a:rPr b="1" lang="en" sz="1100">
                <a:solidFill>
                  <a:schemeClr val="dk1"/>
                </a:solidFill>
                <a:latin typeface="Roboto Mono"/>
                <a:ea typeface="Roboto Mono"/>
                <a:cs typeface="Roboto Mono"/>
                <a:sym typeface="Roboto Mono"/>
              </a:rPr>
              <a:t>language</a:t>
            </a:r>
            <a:r>
              <a:rPr b="1" lang="en" sz="1100">
                <a:solidFill>
                  <a:schemeClr val="dk1"/>
                </a:solidFill>
                <a:latin typeface="Roboto Mono"/>
                <a:ea typeface="Roboto Mono"/>
                <a:cs typeface="Roboto Mono"/>
                <a:sym typeface="Roboto Mono"/>
              </a:rPr>
              <a:t> with no superlatives</a:t>
            </a:r>
            <a:endParaRPr b="1" sz="1100">
              <a:solidFill>
                <a:schemeClr val="dk1"/>
              </a:solidFill>
              <a:latin typeface="Roboto Mono"/>
              <a:ea typeface="Roboto Mono"/>
              <a:cs typeface="Roboto Mono"/>
              <a:sym typeface="Roboto Mono"/>
            </a:endParaRPr>
          </a:p>
        </p:txBody>
      </p:sp>
      <p:sp>
        <p:nvSpPr>
          <p:cNvPr id="1070" name="Google Shape;1070;p88"/>
          <p:cNvSpPr/>
          <p:nvPr/>
        </p:nvSpPr>
        <p:spPr>
          <a:xfrm>
            <a:off x="5231100" y="3395325"/>
            <a:ext cx="3804300" cy="518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oboto Mono"/>
                <a:ea typeface="Roboto Mono"/>
                <a:cs typeface="Roboto Mono"/>
                <a:sym typeface="Roboto Mono"/>
              </a:rPr>
              <a:t>Conclusion or closure reason follow the evidence</a:t>
            </a:r>
            <a:endParaRPr b="1" sz="1100">
              <a:solidFill>
                <a:schemeClr val="dk1"/>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74" name="Shape 1074"/>
        <p:cNvGrpSpPr/>
        <p:nvPr/>
      </p:nvGrpSpPr>
      <p:grpSpPr>
        <a:xfrm>
          <a:off x="0" y="0"/>
          <a:ext cx="0" cy="0"/>
          <a:chOff x="0" y="0"/>
          <a:chExt cx="0" cy="0"/>
        </a:xfrm>
      </p:grpSpPr>
      <p:sp>
        <p:nvSpPr>
          <p:cNvPr id="1075" name="Google Shape;1075;p89"/>
          <p:cNvSpPr txBox="1"/>
          <p:nvPr>
            <p:ph idx="1" type="body"/>
          </p:nvPr>
        </p:nvSpPr>
        <p:spPr>
          <a:xfrm>
            <a:off x="419825" y="417738"/>
            <a:ext cx="6193500" cy="1265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lt1"/>
                </a:solidFill>
              </a:rPr>
              <a:t>   </a:t>
            </a:r>
            <a:endParaRPr>
              <a:solidFill>
                <a:schemeClr val="lt1"/>
              </a:solidFill>
            </a:endParaRPr>
          </a:p>
          <a:p>
            <a:pPr indent="0" lvl="0" marL="0" rtl="0" algn="just">
              <a:spcBef>
                <a:spcPts val="0"/>
              </a:spcBef>
              <a:spcAft>
                <a:spcPts val="0"/>
              </a:spcAft>
              <a:buNone/>
            </a:pPr>
            <a:r>
              <a:rPr lang="en" sz="5500">
                <a:solidFill>
                  <a:schemeClr val="lt1"/>
                </a:solidFill>
              </a:rPr>
              <a:t>Knowledge Check</a:t>
            </a:r>
            <a:endParaRPr sz="5500">
              <a:solidFill>
                <a:schemeClr val="lt1"/>
              </a:solidFill>
            </a:endParaRPr>
          </a:p>
          <a:p>
            <a:pPr indent="0" lvl="0" marL="0" rtl="0" algn="just">
              <a:spcBef>
                <a:spcPts val="0"/>
              </a:spcBef>
              <a:spcAft>
                <a:spcPts val="0"/>
              </a:spcAft>
              <a:buNone/>
            </a:pPr>
            <a:r>
              <a:t/>
            </a:r>
            <a:endParaRPr sz="5500">
              <a:solidFill>
                <a:schemeClr val="lt1"/>
              </a:solidFill>
            </a:endParaRPr>
          </a:p>
          <a:p>
            <a:pPr indent="0" lvl="0" marL="0" rtl="0" algn="l">
              <a:lnSpc>
                <a:spcPct val="110000"/>
              </a:lnSpc>
              <a:spcBef>
                <a:spcPts val="500"/>
              </a:spcBef>
              <a:spcAft>
                <a:spcPts val="0"/>
              </a:spcAft>
              <a:buClr>
                <a:schemeClr val="dk1"/>
              </a:buClr>
              <a:buSzPts val="1100"/>
              <a:buFont typeface="Arial"/>
              <a:buNone/>
            </a:pPr>
            <a:r>
              <a:rPr lang="en" sz="1000">
                <a:solidFill>
                  <a:schemeClr val="lt1"/>
                </a:solidFill>
              </a:rPr>
              <a:t>A quick-fire true or false round followed by Q&amp;A.</a:t>
            </a:r>
            <a:endParaRPr sz="5500">
              <a:solidFill>
                <a:schemeClr val="lt1"/>
              </a:solidFill>
            </a:endParaRPr>
          </a:p>
          <a:p>
            <a:pPr indent="0" lvl="0" marL="0" rtl="0" algn="just">
              <a:spcBef>
                <a:spcPts val="500"/>
              </a:spcBef>
              <a:spcAft>
                <a:spcPts val="0"/>
              </a:spcAft>
              <a:buNone/>
            </a:pPr>
            <a:r>
              <a:t/>
            </a:r>
            <a:endParaRPr sz="5500">
              <a:solidFill>
                <a:schemeClr val="lt1"/>
              </a:solidFill>
            </a:endParaRPr>
          </a:p>
          <a:p>
            <a:pPr indent="0" lvl="0" marL="0" rtl="0" algn="just">
              <a:spcBef>
                <a:spcPts val="0"/>
              </a:spcBef>
              <a:spcAft>
                <a:spcPts val="0"/>
              </a:spcAft>
              <a:buNone/>
            </a:pPr>
            <a:r>
              <a:t/>
            </a:r>
            <a:endParaRPr sz="55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9" name="Shape 1079"/>
        <p:cNvGrpSpPr/>
        <p:nvPr/>
      </p:nvGrpSpPr>
      <p:grpSpPr>
        <a:xfrm>
          <a:off x="0" y="0"/>
          <a:ext cx="0" cy="0"/>
          <a:chOff x="0" y="0"/>
          <a:chExt cx="0" cy="0"/>
        </a:xfrm>
      </p:grpSpPr>
      <p:sp>
        <p:nvSpPr>
          <p:cNvPr id="1080" name="Google Shape;1080;p90"/>
          <p:cNvSpPr txBox="1"/>
          <p:nvPr>
            <p:ph idx="1" type="body"/>
          </p:nvPr>
        </p:nvSpPr>
        <p:spPr>
          <a:xfrm>
            <a:off x="419825" y="417773"/>
            <a:ext cx="8097000" cy="7425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500"/>
              <a:t>True or false?</a:t>
            </a:r>
            <a:endParaRPr sz="5500"/>
          </a:p>
        </p:txBody>
      </p:sp>
      <p:sp>
        <p:nvSpPr>
          <p:cNvPr id="1081" name="Google Shape;1081;p90"/>
          <p:cNvSpPr/>
          <p:nvPr/>
        </p:nvSpPr>
        <p:spPr>
          <a:xfrm>
            <a:off x="406700" y="1136350"/>
            <a:ext cx="35529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ctr">
              <a:spcBef>
                <a:spcPts val="0"/>
              </a:spcBef>
              <a:spcAft>
                <a:spcPts val="0"/>
              </a:spcAft>
              <a:buSzPts val="1400"/>
              <a:buFont typeface="Roboto Mono"/>
              <a:buAutoNum type="arabicPeriod"/>
            </a:pPr>
            <a:r>
              <a:rPr b="1" lang="en">
                <a:latin typeface="Roboto Mono"/>
                <a:ea typeface="Roboto Mono"/>
                <a:cs typeface="Roboto Mono"/>
                <a:sym typeface="Roboto Mono"/>
              </a:rPr>
              <a:t>If the OSINT assessment is completed and nothing was found, it doesn’t need to go in the note. </a:t>
            </a:r>
            <a:endParaRPr b="1">
              <a:latin typeface="Roboto Mono"/>
              <a:ea typeface="Roboto Mono"/>
              <a:cs typeface="Roboto Mono"/>
              <a:sym typeface="Roboto Mono"/>
            </a:endParaRPr>
          </a:p>
        </p:txBody>
      </p:sp>
      <p:sp>
        <p:nvSpPr>
          <p:cNvPr id="1082" name="Google Shape;1082;p90"/>
          <p:cNvSpPr/>
          <p:nvPr/>
        </p:nvSpPr>
        <p:spPr>
          <a:xfrm>
            <a:off x="4198000" y="1136350"/>
            <a:ext cx="34446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Roboto Mono"/>
                <a:ea typeface="Roboto Mono"/>
                <a:cs typeface="Roboto Mono"/>
                <a:sym typeface="Roboto Mono"/>
              </a:rPr>
              <a:t>2. Not sending an RFI is acceptable, as long as the rationale is documented. </a:t>
            </a:r>
            <a:endParaRPr b="1">
              <a:latin typeface="Roboto Mono"/>
              <a:ea typeface="Roboto Mono"/>
              <a:cs typeface="Roboto Mono"/>
              <a:sym typeface="Roboto Mono"/>
            </a:endParaRPr>
          </a:p>
        </p:txBody>
      </p:sp>
      <p:sp>
        <p:nvSpPr>
          <p:cNvPr id="1083" name="Google Shape;1083;p90"/>
          <p:cNvSpPr/>
          <p:nvPr/>
        </p:nvSpPr>
        <p:spPr>
          <a:xfrm>
            <a:off x="406700" y="2852650"/>
            <a:ext cx="35529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Roboto Mono"/>
                <a:ea typeface="Roboto Mono"/>
                <a:cs typeface="Roboto Mono"/>
                <a:sym typeface="Roboto Mono"/>
              </a:rPr>
              <a:t>3. A thorough review of the merchant’s overall activity is enough to discount an alert.</a:t>
            </a:r>
            <a:endParaRPr b="1">
              <a:latin typeface="Roboto Mono"/>
              <a:ea typeface="Roboto Mono"/>
              <a:cs typeface="Roboto Mono"/>
              <a:sym typeface="Roboto Mono"/>
            </a:endParaRPr>
          </a:p>
        </p:txBody>
      </p:sp>
      <p:sp>
        <p:nvSpPr>
          <p:cNvPr id="1084" name="Google Shape;1084;p90"/>
          <p:cNvSpPr/>
          <p:nvPr/>
        </p:nvSpPr>
        <p:spPr>
          <a:xfrm>
            <a:off x="4161225" y="2852650"/>
            <a:ext cx="35529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Roboto Mono"/>
                <a:ea typeface="Roboto Mono"/>
                <a:cs typeface="Roboto Mono"/>
                <a:sym typeface="Roboto Mono"/>
              </a:rPr>
              <a:t>4. A large gambling withdrawal can be </a:t>
            </a:r>
            <a:r>
              <a:rPr b="1" lang="en">
                <a:latin typeface="Roboto Mono"/>
                <a:ea typeface="Roboto Mono"/>
                <a:cs typeface="Roboto Mono"/>
                <a:sym typeface="Roboto Mono"/>
              </a:rPr>
              <a:t>solely</a:t>
            </a:r>
            <a:r>
              <a:rPr b="1" lang="en">
                <a:latin typeface="Roboto Mono"/>
                <a:ea typeface="Roboto Mono"/>
                <a:cs typeface="Roboto Mono"/>
                <a:sym typeface="Roboto Mono"/>
              </a:rPr>
              <a:t> explained as winnings.</a:t>
            </a:r>
            <a:endParaRPr b="1">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8" name="Shape 1088"/>
        <p:cNvGrpSpPr/>
        <p:nvPr/>
      </p:nvGrpSpPr>
      <p:grpSpPr>
        <a:xfrm>
          <a:off x="0" y="0"/>
          <a:ext cx="0" cy="0"/>
          <a:chOff x="0" y="0"/>
          <a:chExt cx="0" cy="0"/>
        </a:xfrm>
      </p:grpSpPr>
      <p:sp>
        <p:nvSpPr>
          <p:cNvPr id="1089" name="Google Shape;1089;p91"/>
          <p:cNvSpPr txBox="1"/>
          <p:nvPr>
            <p:ph idx="1" type="body"/>
          </p:nvPr>
        </p:nvSpPr>
        <p:spPr>
          <a:xfrm>
            <a:off x="419825" y="417773"/>
            <a:ext cx="8097000" cy="7425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500"/>
              <a:t>True or false? </a:t>
            </a:r>
            <a:r>
              <a:rPr i="1" lang="en" sz="3500"/>
              <a:t>Answers</a:t>
            </a:r>
            <a:endParaRPr i="1" sz="5500"/>
          </a:p>
        </p:txBody>
      </p:sp>
      <p:sp>
        <p:nvSpPr>
          <p:cNvPr id="1090" name="Google Shape;1090;p91"/>
          <p:cNvSpPr/>
          <p:nvPr/>
        </p:nvSpPr>
        <p:spPr>
          <a:xfrm>
            <a:off x="406700" y="1136350"/>
            <a:ext cx="35529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rPr b="1" lang="en">
                <a:latin typeface="Roboto Mono"/>
                <a:ea typeface="Roboto Mono"/>
                <a:cs typeface="Roboto Mono"/>
                <a:sym typeface="Roboto Mono"/>
              </a:rPr>
              <a:t>Record the check. Without it, a reviewer must assume it was not done. </a:t>
            </a:r>
            <a:endParaRPr b="1">
              <a:latin typeface="Roboto Mono"/>
              <a:ea typeface="Roboto Mono"/>
              <a:cs typeface="Roboto Mono"/>
              <a:sym typeface="Roboto Mono"/>
            </a:endParaRPr>
          </a:p>
        </p:txBody>
      </p:sp>
      <p:sp>
        <p:nvSpPr>
          <p:cNvPr id="1091" name="Google Shape;1091;p91"/>
          <p:cNvSpPr/>
          <p:nvPr/>
        </p:nvSpPr>
        <p:spPr>
          <a:xfrm>
            <a:off x="4198000" y="1136350"/>
            <a:ext cx="34446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rPr b="1" lang="en">
                <a:latin typeface="Roboto Mono"/>
                <a:ea typeface="Roboto Mono"/>
                <a:cs typeface="Roboto Mono"/>
                <a:sym typeface="Roboto Mono"/>
              </a:rPr>
              <a:t>A reasoned decision not to send an RFI is fine. It just needs to be written down.</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p:txBody>
      </p:sp>
      <p:sp>
        <p:nvSpPr>
          <p:cNvPr id="1092" name="Google Shape;1092;p91"/>
          <p:cNvSpPr/>
          <p:nvPr/>
        </p:nvSpPr>
        <p:spPr>
          <a:xfrm>
            <a:off x="406700" y="2852650"/>
            <a:ext cx="35529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rPr b="1" lang="en">
                <a:latin typeface="Roboto Mono"/>
                <a:ea typeface="Roboto Mono"/>
                <a:cs typeface="Roboto Mono"/>
                <a:sym typeface="Roboto Mono"/>
              </a:rPr>
              <a:t>Lead with the rule and the transaction that alerted. Wider history supports it, not replaces it. </a:t>
            </a:r>
            <a:endParaRPr b="1">
              <a:latin typeface="Roboto Mono"/>
              <a:ea typeface="Roboto Mono"/>
              <a:cs typeface="Roboto Mono"/>
              <a:sym typeface="Roboto Mono"/>
            </a:endParaRPr>
          </a:p>
        </p:txBody>
      </p:sp>
      <p:sp>
        <p:nvSpPr>
          <p:cNvPr id="1093" name="Google Shape;1093;p91"/>
          <p:cNvSpPr/>
          <p:nvPr/>
        </p:nvSpPr>
        <p:spPr>
          <a:xfrm>
            <a:off x="4161225" y="2852650"/>
            <a:ext cx="3552900" cy="157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rPr b="1" lang="en">
                <a:latin typeface="Roboto Mono"/>
                <a:ea typeface="Roboto Mono"/>
                <a:cs typeface="Roboto Mono"/>
                <a:sym typeface="Roboto Mono"/>
              </a:rPr>
              <a:t>Check pay-ins: £5 in and £10k out tells a very different story. </a:t>
            </a:r>
            <a:endParaRPr b="1">
              <a:latin typeface="Roboto Mono"/>
              <a:ea typeface="Roboto Mono"/>
              <a:cs typeface="Roboto Mono"/>
              <a:sym typeface="Roboto Mono"/>
            </a:endParaRPr>
          </a:p>
        </p:txBody>
      </p:sp>
      <p:sp>
        <p:nvSpPr>
          <p:cNvPr id="1094" name="Google Shape;1094;p91"/>
          <p:cNvSpPr/>
          <p:nvPr/>
        </p:nvSpPr>
        <p:spPr>
          <a:xfrm>
            <a:off x="570775" y="1238725"/>
            <a:ext cx="4938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95" name="Google Shape;1095;p91"/>
          <p:cNvSpPr/>
          <p:nvPr/>
        </p:nvSpPr>
        <p:spPr>
          <a:xfrm>
            <a:off x="4322325" y="3014825"/>
            <a:ext cx="4938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96" name="Google Shape;1096;p91"/>
          <p:cNvSpPr/>
          <p:nvPr/>
        </p:nvSpPr>
        <p:spPr>
          <a:xfrm>
            <a:off x="516725" y="3014825"/>
            <a:ext cx="4938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
        <p:nvSpPr>
          <p:cNvPr id="1097" name="Google Shape;1097;p91"/>
          <p:cNvSpPr/>
          <p:nvPr/>
        </p:nvSpPr>
        <p:spPr>
          <a:xfrm>
            <a:off x="4322325" y="1238725"/>
            <a:ext cx="493800" cy="467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highlight>
                  <a:schemeClr val="accent1"/>
                </a:highlight>
                <a:latin typeface="Roboto Mono"/>
                <a:ea typeface="Roboto Mono"/>
                <a:cs typeface="Roboto Mono"/>
                <a:sym typeface="Roboto Mono"/>
              </a:rPr>
              <a:t>🅣</a:t>
            </a:r>
            <a:endParaRPr b="1" sz="1300">
              <a:solidFill>
                <a:schemeClr val="lt1"/>
              </a:solidFill>
              <a:highlight>
                <a:schemeClr val="accent1"/>
              </a:highlight>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1" name="Shape 1101"/>
        <p:cNvGrpSpPr/>
        <p:nvPr/>
      </p:nvGrpSpPr>
      <p:grpSpPr>
        <a:xfrm>
          <a:off x="0" y="0"/>
          <a:ext cx="0" cy="0"/>
          <a:chOff x="0" y="0"/>
          <a:chExt cx="0" cy="0"/>
        </a:xfrm>
      </p:grpSpPr>
      <p:sp>
        <p:nvSpPr>
          <p:cNvPr id="1102" name="Google Shape;1102;p92"/>
          <p:cNvSpPr txBox="1"/>
          <p:nvPr>
            <p:ph idx="1" type="body"/>
          </p:nvPr>
        </p:nvSpPr>
        <p:spPr>
          <a:xfrm>
            <a:off x="378525" y="293275"/>
            <a:ext cx="8178000" cy="1053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000">
                <a:highlight>
                  <a:schemeClr val="lt1"/>
                </a:highlight>
              </a:rPr>
              <a:t>Case 1: Crypto withdrawal</a:t>
            </a:r>
            <a:endParaRPr sz="3000">
              <a:highlight>
                <a:schemeClr val="lt1"/>
              </a:highlight>
            </a:endParaRPr>
          </a:p>
        </p:txBody>
      </p:sp>
      <p:sp>
        <p:nvSpPr>
          <p:cNvPr id="1103" name="Google Shape;1103;p92"/>
          <p:cNvSpPr/>
          <p:nvPr/>
        </p:nvSpPr>
        <p:spPr>
          <a:xfrm>
            <a:off x="490425" y="1483250"/>
            <a:ext cx="3756000" cy="3313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accent2"/>
                </a:solidFill>
                <a:latin typeface="Roboto Mono"/>
                <a:ea typeface="Roboto Mono"/>
                <a:cs typeface="Roboto Mono"/>
                <a:sym typeface="Roboto Mono"/>
              </a:rPr>
              <a:t>Rules: currentWeekCryptoTransactionHighVolumeAmount,highTransactionValue9kGBP</a:t>
            </a:r>
            <a:endParaRPr b="1" sz="1000">
              <a:solidFill>
                <a:schemeClr val="accent2"/>
              </a:solidFill>
              <a:latin typeface="Roboto Mono"/>
              <a:ea typeface="Roboto Mono"/>
              <a:cs typeface="Roboto Mono"/>
              <a:sym typeface="Roboto Mono"/>
            </a:endParaRPr>
          </a:p>
          <a:p>
            <a:pPr indent="0" lvl="0" marL="0" rtl="0" algn="ctr">
              <a:spcBef>
                <a:spcPts val="0"/>
              </a:spcBef>
              <a:spcAft>
                <a:spcPts val="0"/>
              </a:spcAft>
              <a:buNone/>
            </a:pPr>
            <a:r>
              <a:t/>
            </a:r>
            <a:endParaRPr b="1" sz="1000">
              <a:solidFill>
                <a:schemeClr val="accent2"/>
              </a:solidFill>
              <a:latin typeface="Roboto Mono"/>
              <a:ea typeface="Roboto Mono"/>
              <a:cs typeface="Roboto Mono"/>
              <a:sym typeface="Roboto Mono"/>
            </a:endParaRPr>
          </a:p>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“The fingerprint generated 7 transactions totalling $68,309.55 over a 93-day period.” </a:t>
            </a:r>
            <a:endParaRPr b="1" sz="1000">
              <a:solidFill>
                <a:schemeClr val="lt1"/>
              </a:solidFill>
              <a:latin typeface="Roboto Mono"/>
              <a:ea typeface="Roboto Mono"/>
              <a:cs typeface="Roboto Mono"/>
              <a:sym typeface="Roboto Mono"/>
            </a:endParaRPr>
          </a:p>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“The velocity of transactions is spread out between Months, Days, Minutes.” </a:t>
            </a:r>
            <a:endParaRPr b="1" sz="1000">
              <a:solidFill>
                <a:schemeClr val="lt1"/>
              </a:solidFill>
              <a:latin typeface="Roboto Mono"/>
              <a:ea typeface="Roboto Mono"/>
              <a:cs typeface="Roboto Mono"/>
              <a:sym typeface="Roboto Mono"/>
            </a:endParaRPr>
          </a:p>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“The recipient might have invested in cryptocurrencies and withdrawn his </a:t>
            </a:r>
            <a:r>
              <a:rPr b="1" lang="en" sz="1000">
                <a:solidFill>
                  <a:schemeClr val="lt1"/>
                </a:solidFill>
                <a:latin typeface="Roboto Mono"/>
                <a:ea typeface="Roboto Mono"/>
                <a:cs typeface="Roboto Mono"/>
                <a:sym typeface="Roboto Mono"/>
              </a:rPr>
              <a:t>accumulated</a:t>
            </a:r>
            <a:r>
              <a:rPr b="1" lang="en" sz="1000">
                <a:solidFill>
                  <a:schemeClr val="lt1"/>
                </a:solidFill>
                <a:latin typeface="Roboto Mono"/>
                <a:ea typeface="Roboto Mono"/>
                <a:cs typeface="Roboto Mono"/>
                <a:sym typeface="Roboto Mono"/>
              </a:rPr>
              <a:t> profits.”</a:t>
            </a:r>
            <a:endParaRPr b="1" sz="1000">
              <a:solidFill>
                <a:schemeClr val="lt1"/>
              </a:solidFill>
              <a:latin typeface="Roboto Mono"/>
              <a:ea typeface="Roboto Mono"/>
              <a:cs typeface="Roboto Mono"/>
              <a:sym typeface="Roboto Mono"/>
            </a:endParaRPr>
          </a:p>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 “The transaction volumes are consistent with the merchant’s line of business” </a:t>
            </a:r>
            <a:endParaRPr b="1" sz="1000">
              <a:solidFill>
                <a:schemeClr val="lt1"/>
              </a:solidFill>
              <a:latin typeface="Roboto Mono"/>
              <a:ea typeface="Roboto Mono"/>
              <a:cs typeface="Roboto Mono"/>
              <a:sym typeface="Roboto Mono"/>
            </a:endParaRPr>
          </a:p>
        </p:txBody>
      </p:sp>
      <p:sp>
        <p:nvSpPr>
          <p:cNvPr id="1104" name="Google Shape;1104;p92"/>
          <p:cNvSpPr txBox="1"/>
          <p:nvPr>
            <p:ph idx="4294967295" type="subTitle"/>
          </p:nvPr>
        </p:nvSpPr>
        <p:spPr>
          <a:xfrm>
            <a:off x="4382425" y="2180625"/>
            <a:ext cx="4413900" cy="1802700"/>
          </a:xfrm>
          <a:prstGeom prst="rect">
            <a:avLst/>
          </a:prstGeom>
        </p:spPr>
        <p:txBody>
          <a:bodyPr anchorCtr="0" anchor="t" bIns="97925" lIns="0" spcFirstLastPara="1" rIns="97925" wrap="square" tIns="97925">
            <a:noAutofit/>
          </a:bodyPr>
          <a:lstStyle/>
          <a:p>
            <a:pPr indent="0" lvl="0" marL="0" rtl="0" algn="l">
              <a:spcBef>
                <a:spcPts val="500"/>
              </a:spcBef>
              <a:spcAft>
                <a:spcPts val="0"/>
              </a:spcAft>
              <a:buNone/>
            </a:pPr>
            <a:r>
              <a:rPr lang="en" sz="1800">
                <a:latin typeface="Roboto Mono SemiBold"/>
                <a:ea typeface="Roboto Mono SemiBold"/>
                <a:cs typeface="Roboto Mono SemiBold"/>
                <a:sym typeface="Roboto Mono SemiBold"/>
              </a:rPr>
              <a:t>Discuss: </a:t>
            </a:r>
            <a:endParaRPr sz="1800">
              <a:latin typeface="Roboto Mono SemiBold"/>
              <a:ea typeface="Roboto Mono SemiBold"/>
              <a:cs typeface="Roboto Mono SemiBold"/>
              <a:sym typeface="Roboto Mono SemiBold"/>
            </a:endParaRPr>
          </a:p>
          <a:p>
            <a:pPr indent="-304800" lvl="0" marL="457200" rtl="0" algn="l">
              <a:spcBef>
                <a:spcPts val="500"/>
              </a:spcBef>
              <a:spcAft>
                <a:spcPts val="0"/>
              </a:spcAft>
              <a:buSzPts val="1200"/>
              <a:buFont typeface="Roboto Mono SemiBold"/>
              <a:buChar char="-"/>
            </a:pPr>
            <a:r>
              <a:rPr lang="en" sz="1200">
                <a:latin typeface="Roboto Mono SemiBold"/>
                <a:ea typeface="Roboto Mono SemiBold"/>
                <a:cs typeface="Roboto Mono SemiBold"/>
                <a:sym typeface="Roboto Mono SemiBold"/>
              </a:rPr>
              <a:t>Which transaction caused the alert? </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Why did the weekly volume rule fire? </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Does the crypto statement explain the value over $10k? </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What</a:t>
            </a:r>
            <a:r>
              <a:rPr lang="en" sz="1200">
                <a:latin typeface="Roboto Mono SemiBold"/>
                <a:ea typeface="Roboto Mono SemiBold"/>
                <a:cs typeface="Roboto Mono SemiBold"/>
                <a:sym typeface="Roboto Mono SemiBold"/>
              </a:rPr>
              <a:t> does the velocity sentence add? </a:t>
            </a:r>
            <a:endParaRPr sz="1200">
              <a:latin typeface="Roboto Mono SemiBold"/>
              <a:ea typeface="Roboto Mono SemiBold"/>
              <a:cs typeface="Roboto Mono SemiBold"/>
              <a:sym typeface="Roboto Mono SemiBold"/>
            </a:endParaRPr>
          </a:p>
          <a:p>
            <a:pPr indent="0" lvl="0" marL="0" rtl="0" algn="l">
              <a:spcBef>
                <a:spcPts val="500"/>
              </a:spcBef>
              <a:spcAft>
                <a:spcPts val="500"/>
              </a:spcAft>
              <a:buNone/>
            </a:pPr>
            <a:r>
              <a:t/>
            </a:r>
            <a:endParaRPr b="0" sz="1400">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8" name="Shape 1108"/>
        <p:cNvGrpSpPr/>
        <p:nvPr/>
      </p:nvGrpSpPr>
      <p:grpSpPr>
        <a:xfrm>
          <a:off x="0" y="0"/>
          <a:ext cx="0" cy="0"/>
          <a:chOff x="0" y="0"/>
          <a:chExt cx="0" cy="0"/>
        </a:xfrm>
      </p:grpSpPr>
      <p:sp>
        <p:nvSpPr>
          <p:cNvPr id="1109" name="Google Shape;1109;p93"/>
          <p:cNvSpPr txBox="1"/>
          <p:nvPr>
            <p:ph idx="1" type="body"/>
          </p:nvPr>
        </p:nvSpPr>
        <p:spPr>
          <a:xfrm>
            <a:off x="378525" y="293275"/>
            <a:ext cx="8178000" cy="1053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000">
                <a:highlight>
                  <a:schemeClr val="lt1"/>
                </a:highlight>
              </a:rPr>
              <a:t>Case 1: Feedback</a:t>
            </a:r>
            <a:endParaRPr sz="3000">
              <a:highlight>
                <a:schemeClr val="lt1"/>
              </a:highlight>
            </a:endParaRPr>
          </a:p>
        </p:txBody>
      </p:sp>
      <p:sp>
        <p:nvSpPr>
          <p:cNvPr id="1110" name="Google Shape;1110;p93"/>
          <p:cNvSpPr/>
          <p:nvPr/>
        </p:nvSpPr>
        <p:spPr>
          <a:xfrm>
            <a:off x="4850425" y="1162100"/>
            <a:ext cx="3756000" cy="3313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What a stronger note does: </a:t>
            </a:r>
            <a:br>
              <a:rPr b="1" lang="en" sz="1000">
                <a:solidFill>
                  <a:schemeClr val="lt1"/>
                </a:solidFill>
                <a:latin typeface="Roboto Mono"/>
                <a:ea typeface="Roboto Mono"/>
                <a:cs typeface="Roboto Mono"/>
                <a:sym typeface="Roboto Mono"/>
              </a:rPr>
            </a:br>
            <a:br>
              <a:rPr b="1" lang="en" sz="1000">
                <a:solidFill>
                  <a:schemeClr val="lt1"/>
                </a:solidFill>
                <a:latin typeface="Roboto Mono"/>
                <a:ea typeface="Roboto Mono"/>
                <a:cs typeface="Roboto Mono"/>
                <a:sym typeface="Roboto Mono"/>
              </a:rPr>
            </a:br>
            <a:r>
              <a:rPr b="1" lang="en" sz="1000">
                <a:solidFill>
                  <a:schemeClr val="lt1"/>
                </a:solidFill>
                <a:latin typeface="Roboto Mono"/>
                <a:ea typeface="Roboto Mono"/>
                <a:cs typeface="Roboto Mono"/>
                <a:sym typeface="Roboto Mono"/>
              </a:rPr>
              <a:t>Lead with the ¢10,478.96 withdrawal. Explain that the weekly rule fired because the cardholder had no activity in the prior 4 weeks, which is consistent with their pattern. Show that the value is in line with their previous </a:t>
            </a:r>
            <a:r>
              <a:rPr b="1" lang="en" sz="1000">
                <a:solidFill>
                  <a:schemeClr val="lt1"/>
                </a:solidFill>
                <a:latin typeface="Roboto Mono"/>
                <a:ea typeface="Roboto Mono"/>
                <a:cs typeface="Roboto Mono"/>
                <a:sym typeface="Roboto Mono"/>
              </a:rPr>
              <a:t>withdrawals</a:t>
            </a:r>
            <a:r>
              <a:rPr b="1" lang="en" sz="1000">
                <a:solidFill>
                  <a:schemeClr val="lt1"/>
                </a:solidFill>
                <a:latin typeface="Roboto Mono"/>
                <a:ea typeface="Roboto Mono"/>
                <a:cs typeface="Roboto Mono"/>
                <a:sym typeface="Roboto Mono"/>
              </a:rPr>
              <a:t>, and support any “profits” explanation with evidence found via investigation. </a:t>
            </a:r>
            <a:endParaRPr b="1" sz="1000">
              <a:solidFill>
                <a:schemeClr val="lt1"/>
              </a:solidFill>
              <a:latin typeface="Roboto Mono"/>
              <a:ea typeface="Roboto Mono"/>
              <a:cs typeface="Roboto Mono"/>
              <a:sym typeface="Roboto Mono"/>
            </a:endParaRPr>
          </a:p>
        </p:txBody>
      </p:sp>
      <p:sp>
        <p:nvSpPr>
          <p:cNvPr id="1111" name="Google Shape;1111;p93"/>
          <p:cNvSpPr txBox="1"/>
          <p:nvPr>
            <p:ph idx="4294967295" type="subTitle"/>
          </p:nvPr>
        </p:nvSpPr>
        <p:spPr>
          <a:xfrm>
            <a:off x="256125" y="1534700"/>
            <a:ext cx="4413900" cy="2568300"/>
          </a:xfrm>
          <a:prstGeom prst="rect">
            <a:avLst/>
          </a:prstGeom>
        </p:spPr>
        <p:txBody>
          <a:bodyPr anchorCtr="0" anchor="t" bIns="97925" lIns="0" spcFirstLastPara="1" rIns="97925" wrap="square" tIns="97925">
            <a:noAutofit/>
          </a:bodyPr>
          <a:lstStyle/>
          <a:p>
            <a:pPr indent="0" lvl="0" marL="0" rtl="0" algn="l">
              <a:spcBef>
                <a:spcPts val="500"/>
              </a:spcBef>
              <a:spcAft>
                <a:spcPts val="0"/>
              </a:spcAft>
              <a:buNone/>
            </a:pPr>
            <a:r>
              <a:rPr lang="en" sz="1800">
                <a:latin typeface="Roboto Mono SemiBold"/>
                <a:ea typeface="Roboto Mono SemiBold"/>
                <a:cs typeface="Roboto Mono SemiBold"/>
                <a:sym typeface="Roboto Mono SemiBold"/>
              </a:rPr>
              <a:t>What was missing: </a:t>
            </a:r>
            <a:endParaRPr sz="1800">
              <a:latin typeface="Roboto Mono SemiBold"/>
              <a:ea typeface="Roboto Mono SemiBold"/>
              <a:cs typeface="Roboto Mono SemiBold"/>
              <a:sym typeface="Roboto Mono SemiBold"/>
            </a:endParaRPr>
          </a:p>
          <a:p>
            <a:pPr indent="-304800" lvl="0" marL="457200" rtl="0" algn="l">
              <a:spcBef>
                <a:spcPts val="500"/>
              </a:spcBef>
              <a:spcAft>
                <a:spcPts val="0"/>
              </a:spcAft>
              <a:buSzPts val="1200"/>
              <a:buFont typeface="Roboto Mono SemiBold"/>
              <a:buChar char="-"/>
            </a:pPr>
            <a:r>
              <a:rPr lang="en" sz="1200">
                <a:latin typeface="Roboto Mono SemiBold"/>
                <a:ea typeface="Roboto Mono SemiBold"/>
                <a:cs typeface="Roboto Mono SemiBold"/>
                <a:sym typeface="Roboto Mono SemiBold"/>
              </a:rPr>
              <a:t>The alerting </a:t>
            </a:r>
            <a:r>
              <a:rPr lang="en" sz="1200">
                <a:latin typeface="Roboto Mono SemiBold"/>
                <a:ea typeface="Roboto Mono SemiBold"/>
                <a:cs typeface="Roboto Mono SemiBold"/>
                <a:sym typeface="Roboto Mono SemiBold"/>
              </a:rPr>
              <a:t>transaction is not described (a single $10,478.96 withdrawal).</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No reason given for the weekly spike; there was no activity in the previous 4 weeks.</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“Might have invested” is weak and not back by evidence</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The velocity sentence does not tie back to the conclusion</a:t>
            </a:r>
            <a:endParaRPr sz="1200">
              <a:latin typeface="Roboto Mono SemiBold"/>
              <a:ea typeface="Roboto Mono SemiBold"/>
              <a:cs typeface="Roboto Mono SemiBold"/>
              <a:sym typeface="Roboto Mono SemiBold"/>
            </a:endParaRPr>
          </a:p>
          <a:p>
            <a:pPr indent="0" lvl="0" marL="0" rtl="0" algn="l">
              <a:spcBef>
                <a:spcPts val="500"/>
              </a:spcBef>
              <a:spcAft>
                <a:spcPts val="500"/>
              </a:spcAft>
              <a:buNone/>
            </a:pPr>
            <a:r>
              <a:t/>
            </a:r>
            <a:endParaRPr b="0" sz="1400">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5" name="Shape 1115"/>
        <p:cNvGrpSpPr/>
        <p:nvPr/>
      </p:nvGrpSpPr>
      <p:grpSpPr>
        <a:xfrm>
          <a:off x="0" y="0"/>
          <a:ext cx="0" cy="0"/>
          <a:chOff x="0" y="0"/>
          <a:chExt cx="0" cy="0"/>
        </a:xfrm>
      </p:grpSpPr>
      <p:sp>
        <p:nvSpPr>
          <p:cNvPr id="1116" name="Google Shape;1116;p94"/>
          <p:cNvSpPr txBox="1"/>
          <p:nvPr>
            <p:ph idx="1" type="body"/>
          </p:nvPr>
        </p:nvSpPr>
        <p:spPr>
          <a:xfrm>
            <a:off x="378525" y="293275"/>
            <a:ext cx="8178000" cy="1053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000">
                <a:highlight>
                  <a:schemeClr val="lt1"/>
                </a:highlight>
              </a:rPr>
              <a:t>Case 2: Single-customer share</a:t>
            </a:r>
            <a:endParaRPr sz="3000">
              <a:highlight>
                <a:schemeClr val="lt1"/>
              </a:highlight>
            </a:endParaRPr>
          </a:p>
        </p:txBody>
      </p:sp>
      <p:sp>
        <p:nvSpPr>
          <p:cNvPr id="1117" name="Google Shape;1117;p94"/>
          <p:cNvSpPr/>
          <p:nvPr/>
        </p:nvSpPr>
        <p:spPr>
          <a:xfrm>
            <a:off x="490425" y="1483250"/>
            <a:ext cx="3756000" cy="3313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accent2"/>
                </a:solidFill>
                <a:latin typeface="Roboto Mono"/>
                <a:ea typeface="Roboto Mono"/>
                <a:cs typeface="Roboto Mono"/>
                <a:sym typeface="Roboto Mono"/>
              </a:rPr>
              <a:t>Rules: </a:t>
            </a:r>
            <a:r>
              <a:rPr b="1" lang="en" sz="1000">
                <a:solidFill>
                  <a:schemeClr val="accent2"/>
                </a:solidFill>
                <a:latin typeface="Roboto Mono"/>
                <a:ea typeface="Roboto Mono"/>
                <a:cs typeface="Roboto Mono"/>
                <a:sym typeface="Roboto Mono"/>
              </a:rPr>
              <a:t>ACQ-ENT-ALL-LARGE-MT-CustShareAbove_v1</a:t>
            </a:r>
            <a:endParaRPr b="1" sz="1000">
              <a:solidFill>
                <a:schemeClr val="accent2"/>
              </a:solidFill>
              <a:latin typeface="Roboto Mono"/>
              <a:ea typeface="Roboto Mono"/>
              <a:cs typeface="Roboto Mono"/>
              <a:sym typeface="Roboto Mono"/>
            </a:endParaRPr>
          </a:p>
          <a:p>
            <a:pPr indent="0" lvl="0" marL="0" rtl="0" algn="ctr">
              <a:spcBef>
                <a:spcPts val="0"/>
              </a:spcBef>
              <a:spcAft>
                <a:spcPts val="0"/>
              </a:spcAft>
              <a:buNone/>
            </a:pPr>
            <a:r>
              <a:t/>
            </a:r>
            <a:endParaRPr b="1" sz="1000">
              <a:solidFill>
                <a:schemeClr val="accent2"/>
              </a:solidFill>
              <a:latin typeface="Roboto Mono"/>
              <a:ea typeface="Roboto Mono"/>
              <a:cs typeface="Roboto Mono"/>
              <a:sym typeface="Roboto Mono"/>
            </a:endParaRPr>
          </a:p>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“No indicators of structuring or smurfing activity were identified.” “Although the current annual transaction volumes exceeds the threshold established during onboarding, this increase is supported by publicly available information.” “All transactions originate from low-risk jurisdictions.” “The merchant holds a Trustpilot rating of 2.6.” “100% of payments were processed via debit cards.” “The alert has been reviewed and </a:t>
            </a:r>
            <a:r>
              <a:rPr b="1" lang="en" sz="1000">
                <a:solidFill>
                  <a:schemeClr val="lt1"/>
                </a:solidFill>
                <a:latin typeface="Roboto Mono"/>
                <a:ea typeface="Roboto Mono"/>
                <a:cs typeface="Roboto Mono"/>
                <a:sym typeface="Roboto Mono"/>
              </a:rPr>
              <a:t>discounted as a false positive.”</a:t>
            </a:r>
            <a:r>
              <a:rPr b="1" lang="en" sz="1000">
                <a:solidFill>
                  <a:schemeClr val="lt1"/>
                </a:solidFill>
                <a:latin typeface="Roboto Mono"/>
                <a:ea typeface="Roboto Mono"/>
                <a:cs typeface="Roboto Mono"/>
                <a:sym typeface="Roboto Mono"/>
              </a:rPr>
              <a:t> </a:t>
            </a:r>
            <a:endParaRPr b="1" sz="1000">
              <a:solidFill>
                <a:schemeClr val="lt1"/>
              </a:solidFill>
              <a:latin typeface="Roboto Mono"/>
              <a:ea typeface="Roboto Mono"/>
              <a:cs typeface="Roboto Mono"/>
              <a:sym typeface="Roboto Mono"/>
            </a:endParaRPr>
          </a:p>
        </p:txBody>
      </p:sp>
      <p:sp>
        <p:nvSpPr>
          <p:cNvPr id="1118" name="Google Shape;1118;p94"/>
          <p:cNvSpPr txBox="1"/>
          <p:nvPr>
            <p:ph idx="4294967295" type="subTitle"/>
          </p:nvPr>
        </p:nvSpPr>
        <p:spPr>
          <a:xfrm>
            <a:off x="4382425" y="2180625"/>
            <a:ext cx="4413900" cy="1802700"/>
          </a:xfrm>
          <a:prstGeom prst="rect">
            <a:avLst/>
          </a:prstGeom>
        </p:spPr>
        <p:txBody>
          <a:bodyPr anchorCtr="0" anchor="t" bIns="97925" lIns="0" spcFirstLastPara="1" rIns="97925" wrap="square" tIns="97925">
            <a:noAutofit/>
          </a:bodyPr>
          <a:lstStyle/>
          <a:p>
            <a:pPr indent="0" lvl="0" marL="0" rtl="0" algn="l">
              <a:spcBef>
                <a:spcPts val="500"/>
              </a:spcBef>
              <a:spcAft>
                <a:spcPts val="0"/>
              </a:spcAft>
              <a:buNone/>
            </a:pPr>
            <a:r>
              <a:rPr lang="en" sz="1800">
                <a:latin typeface="Roboto Mono SemiBold"/>
                <a:ea typeface="Roboto Mono SemiBold"/>
                <a:cs typeface="Roboto Mono SemiBold"/>
                <a:sym typeface="Roboto Mono SemiBold"/>
              </a:rPr>
              <a:t>Discuss: </a:t>
            </a:r>
            <a:endParaRPr sz="1800">
              <a:latin typeface="Roboto Mono SemiBold"/>
              <a:ea typeface="Roboto Mono SemiBold"/>
              <a:cs typeface="Roboto Mono SemiBold"/>
              <a:sym typeface="Roboto Mono SemiBold"/>
            </a:endParaRPr>
          </a:p>
          <a:p>
            <a:pPr indent="-304800" lvl="0" marL="457200" rtl="0" algn="l">
              <a:spcBef>
                <a:spcPts val="500"/>
              </a:spcBef>
              <a:spcAft>
                <a:spcPts val="0"/>
              </a:spcAft>
              <a:buSzPts val="1200"/>
              <a:buFont typeface="Roboto Mono SemiBold"/>
              <a:buChar char="-"/>
            </a:pPr>
            <a:r>
              <a:rPr lang="en" sz="1200">
                <a:latin typeface="Roboto Mono SemiBold"/>
                <a:ea typeface="Roboto Mono SemiBold"/>
                <a:cs typeface="Roboto Mono SemiBold"/>
                <a:sym typeface="Roboto Mono SemiBold"/>
              </a:rPr>
              <a:t>Who is the alerted cardholder and by how much did they exceed by 0.5%? </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Which sentences address the alerted rule/activity? </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Is the sender review specific enough?</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Is “false positive” the right outcome? </a:t>
            </a:r>
            <a:endParaRPr sz="1200">
              <a:latin typeface="Roboto Mono SemiBold"/>
              <a:ea typeface="Roboto Mono SemiBold"/>
              <a:cs typeface="Roboto Mono SemiBold"/>
              <a:sym typeface="Roboto Mono SemiBold"/>
            </a:endParaRPr>
          </a:p>
          <a:p>
            <a:pPr indent="0" lvl="0" marL="0" rtl="0" algn="l">
              <a:spcBef>
                <a:spcPts val="500"/>
              </a:spcBef>
              <a:spcAft>
                <a:spcPts val="500"/>
              </a:spcAft>
              <a:buNone/>
            </a:pPr>
            <a:r>
              <a:t/>
            </a:r>
            <a:endParaRPr b="0" sz="1400">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2" name="Shape 1122"/>
        <p:cNvGrpSpPr/>
        <p:nvPr/>
      </p:nvGrpSpPr>
      <p:grpSpPr>
        <a:xfrm>
          <a:off x="0" y="0"/>
          <a:ext cx="0" cy="0"/>
          <a:chOff x="0" y="0"/>
          <a:chExt cx="0" cy="0"/>
        </a:xfrm>
      </p:grpSpPr>
      <p:sp>
        <p:nvSpPr>
          <p:cNvPr id="1123" name="Google Shape;1123;p95"/>
          <p:cNvSpPr txBox="1"/>
          <p:nvPr>
            <p:ph idx="1" type="body"/>
          </p:nvPr>
        </p:nvSpPr>
        <p:spPr>
          <a:xfrm>
            <a:off x="378525" y="293275"/>
            <a:ext cx="8178000" cy="1053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000">
                <a:highlight>
                  <a:schemeClr val="lt1"/>
                </a:highlight>
              </a:rPr>
              <a:t>Case 2: Feedback</a:t>
            </a:r>
            <a:endParaRPr sz="3000">
              <a:highlight>
                <a:schemeClr val="lt1"/>
              </a:highlight>
            </a:endParaRPr>
          </a:p>
        </p:txBody>
      </p:sp>
      <p:sp>
        <p:nvSpPr>
          <p:cNvPr id="1124" name="Google Shape;1124;p95"/>
          <p:cNvSpPr/>
          <p:nvPr/>
        </p:nvSpPr>
        <p:spPr>
          <a:xfrm>
            <a:off x="4850425" y="1162100"/>
            <a:ext cx="3756000" cy="3313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Roboto Mono"/>
                <a:ea typeface="Roboto Mono"/>
                <a:cs typeface="Roboto Mono"/>
                <a:sym typeface="Roboto Mono"/>
              </a:rPr>
              <a:t>What a stronger note does: </a:t>
            </a:r>
            <a:br>
              <a:rPr b="1" lang="en" sz="1000">
                <a:solidFill>
                  <a:schemeClr val="lt1"/>
                </a:solidFill>
                <a:latin typeface="Roboto Mono"/>
                <a:ea typeface="Roboto Mono"/>
                <a:cs typeface="Roboto Mono"/>
                <a:sym typeface="Roboto Mono"/>
              </a:rPr>
            </a:br>
            <a:br>
              <a:rPr b="1" lang="en" sz="1000">
                <a:solidFill>
                  <a:schemeClr val="lt1"/>
                </a:solidFill>
                <a:latin typeface="Roboto Mono"/>
                <a:ea typeface="Roboto Mono"/>
                <a:cs typeface="Roboto Mono"/>
                <a:sym typeface="Roboto Mono"/>
              </a:rPr>
            </a:br>
            <a:r>
              <a:rPr b="1" lang="en" sz="1000">
                <a:solidFill>
                  <a:schemeClr val="lt1"/>
                </a:solidFill>
                <a:latin typeface="Roboto Mono"/>
                <a:ea typeface="Roboto Mono"/>
                <a:cs typeface="Roboto Mono"/>
                <a:sym typeface="Roboto Mono"/>
              </a:rPr>
              <a:t>Identify the alerted </a:t>
            </a:r>
            <a:r>
              <a:rPr b="1" lang="en" sz="1000">
                <a:solidFill>
                  <a:schemeClr val="lt1"/>
                </a:solidFill>
                <a:latin typeface="Roboto Mono"/>
                <a:ea typeface="Roboto Mono"/>
                <a:cs typeface="Roboto Mono"/>
                <a:sym typeface="Roboto Mono"/>
              </a:rPr>
              <a:t>fingerprint</a:t>
            </a:r>
            <a:r>
              <a:rPr b="1" lang="en" sz="1000">
                <a:solidFill>
                  <a:schemeClr val="lt1"/>
                </a:solidFill>
                <a:latin typeface="Roboto Mono"/>
                <a:ea typeface="Roboto Mono"/>
                <a:cs typeface="Roboto Mono"/>
                <a:sym typeface="Roboto Mono"/>
              </a:rPr>
              <a:t> and its share of pay-ins against the 0.5% threshold. Compare the cardholder’s activity in the period with their usual activity at this merchant. If they exceeded it only slightly and in line with their norm, say son. Choose a closure reason that reflects that the rule fired correctly. </a:t>
            </a:r>
            <a:endParaRPr b="1" sz="1000">
              <a:solidFill>
                <a:schemeClr val="lt1"/>
              </a:solidFill>
              <a:latin typeface="Roboto Mono"/>
              <a:ea typeface="Roboto Mono"/>
              <a:cs typeface="Roboto Mono"/>
              <a:sym typeface="Roboto Mono"/>
            </a:endParaRPr>
          </a:p>
        </p:txBody>
      </p:sp>
      <p:sp>
        <p:nvSpPr>
          <p:cNvPr id="1125" name="Google Shape;1125;p95"/>
          <p:cNvSpPr txBox="1"/>
          <p:nvPr>
            <p:ph idx="4294967295" type="subTitle"/>
          </p:nvPr>
        </p:nvSpPr>
        <p:spPr>
          <a:xfrm>
            <a:off x="256125" y="1534700"/>
            <a:ext cx="4413900" cy="2568300"/>
          </a:xfrm>
          <a:prstGeom prst="rect">
            <a:avLst/>
          </a:prstGeom>
        </p:spPr>
        <p:txBody>
          <a:bodyPr anchorCtr="0" anchor="t" bIns="97925" lIns="0" spcFirstLastPara="1" rIns="97925" wrap="square" tIns="97925">
            <a:noAutofit/>
          </a:bodyPr>
          <a:lstStyle/>
          <a:p>
            <a:pPr indent="0" lvl="0" marL="0" rtl="0" algn="l">
              <a:spcBef>
                <a:spcPts val="500"/>
              </a:spcBef>
              <a:spcAft>
                <a:spcPts val="0"/>
              </a:spcAft>
              <a:buNone/>
            </a:pPr>
            <a:r>
              <a:rPr lang="en" sz="1800">
                <a:latin typeface="Roboto Mono SemiBold"/>
                <a:ea typeface="Roboto Mono SemiBold"/>
                <a:cs typeface="Roboto Mono SemiBold"/>
                <a:sym typeface="Roboto Mono SemiBold"/>
              </a:rPr>
              <a:t>What was missing: </a:t>
            </a:r>
            <a:endParaRPr sz="1800">
              <a:latin typeface="Roboto Mono SemiBold"/>
              <a:ea typeface="Roboto Mono SemiBold"/>
              <a:cs typeface="Roboto Mono SemiBold"/>
              <a:sym typeface="Roboto Mono SemiBold"/>
            </a:endParaRPr>
          </a:p>
          <a:p>
            <a:pPr indent="-317500" lvl="0" marL="457200" rtl="0" algn="l">
              <a:spcBef>
                <a:spcPts val="500"/>
              </a:spcBef>
              <a:spcAft>
                <a:spcPts val="0"/>
              </a:spcAft>
              <a:buSzPts val="1400"/>
              <a:buFont typeface="Inter"/>
              <a:buChar char="-"/>
            </a:pPr>
            <a:r>
              <a:rPr lang="en" sz="1200">
                <a:latin typeface="Roboto Mono SemiBold"/>
                <a:ea typeface="Roboto Mono SemiBold"/>
                <a:cs typeface="Roboto Mono SemiBold"/>
                <a:sym typeface="Roboto Mono SemiBold"/>
              </a:rPr>
              <a:t>The alerted cardholder and their activity are not described</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Mostly a general merchant review, not specific enough to the alert</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Senders reviewed only in aggregate</a:t>
            </a:r>
            <a:endParaRPr sz="1200">
              <a:latin typeface="Roboto Mono SemiBold"/>
              <a:ea typeface="Roboto Mono SemiBold"/>
              <a:cs typeface="Roboto Mono SemiBold"/>
              <a:sym typeface="Roboto Mono SemiBold"/>
            </a:endParaRPr>
          </a:p>
          <a:p>
            <a:pPr indent="-304800" lvl="0" marL="457200" rtl="0" algn="l">
              <a:spcBef>
                <a:spcPts val="0"/>
              </a:spcBef>
              <a:spcAft>
                <a:spcPts val="0"/>
              </a:spcAft>
              <a:buSzPts val="1200"/>
              <a:buFont typeface="Roboto Mono SemiBold"/>
              <a:buChar char="-"/>
            </a:pPr>
            <a:r>
              <a:rPr lang="en" sz="1200">
                <a:latin typeface="Roboto Mono SemiBold"/>
                <a:ea typeface="Roboto Mono SemiBold"/>
                <a:cs typeface="Roboto Mono SemiBold"/>
                <a:sym typeface="Roboto Mono SemiBold"/>
              </a:rPr>
              <a:t>No reason why the alerted activity is not a concern</a:t>
            </a:r>
            <a:endParaRPr sz="1200">
              <a:latin typeface="Roboto Mono SemiBold"/>
              <a:ea typeface="Roboto Mono SemiBold"/>
              <a:cs typeface="Roboto Mono SemiBold"/>
              <a:sym typeface="Roboto Mono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29" name="Shape 1129"/>
        <p:cNvGrpSpPr/>
        <p:nvPr/>
      </p:nvGrpSpPr>
      <p:grpSpPr>
        <a:xfrm>
          <a:off x="0" y="0"/>
          <a:ext cx="0" cy="0"/>
          <a:chOff x="0" y="0"/>
          <a:chExt cx="0" cy="0"/>
        </a:xfrm>
      </p:grpSpPr>
      <p:sp>
        <p:nvSpPr>
          <p:cNvPr id="1130" name="Google Shape;1130;p96"/>
          <p:cNvSpPr txBox="1"/>
          <p:nvPr>
            <p:ph idx="2" type="body"/>
          </p:nvPr>
        </p:nvSpPr>
        <p:spPr>
          <a:xfrm>
            <a:off x="419825" y="820075"/>
            <a:ext cx="4979700" cy="12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Key Takeaways</a:t>
            </a:r>
            <a:endParaRPr/>
          </a:p>
          <a:p>
            <a:pPr indent="0" lvl="0" marL="0" rtl="0" algn="l">
              <a:spcBef>
                <a:spcPts val="0"/>
              </a:spcBef>
              <a:spcAft>
                <a:spcPts val="0"/>
              </a:spcAft>
              <a:buNone/>
            </a:pPr>
            <a:r>
              <a:t/>
            </a:r>
            <a:endParaRPr/>
          </a:p>
        </p:txBody>
      </p:sp>
      <p:sp>
        <p:nvSpPr>
          <p:cNvPr id="1131" name="Google Shape;1131;p96"/>
          <p:cNvSpPr/>
          <p:nvPr/>
        </p:nvSpPr>
        <p:spPr>
          <a:xfrm>
            <a:off x="323225" y="2909175"/>
            <a:ext cx="2352300" cy="798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Roboto Mono"/>
                <a:ea typeface="Roboto Mono"/>
                <a:cs typeface="Roboto Mono"/>
                <a:sym typeface="Roboto Mono"/>
              </a:rPr>
              <a:t>Lead with the alerted activity and cover all investigation points.</a:t>
            </a:r>
            <a:endParaRPr b="1" sz="1100">
              <a:solidFill>
                <a:schemeClr val="dk1"/>
              </a:solidFill>
              <a:latin typeface="Roboto Mono"/>
              <a:ea typeface="Roboto Mono"/>
              <a:cs typeface="Roboto Mono"/>
              <a:sym typeface="Roboto Mono"/>
            </a:endParaRPr>
          </a:p>
        </p:txBody>
      </p:sp>
      <p:sp>
        <p:nvSpPr>
          <p:cNvPr id="1132" name="Google Shape;1132;p96"/>
          <p:cNvSpPr/>
          <p:nvPr/>
        </p:nvSpPr>
        <p:spPr>
          <a:xfrm>
            <a:off x="3128025" y="2909175"/>
            <a:ext cx="2352300" cy="7986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Roboto Mono"/>
                <a:ea typeface="Roboto Mono"/>
                <a:cs typeface="Roboto Mono"/>
                <a:sym typeface="Roboto Mono"/>
              </a:rPr>
              <a:t>Answer the “so what”, with evidence and neutral language.</a:t>
            </a:r>
            <a:endParaRPr b="1" sz="1100">
              <a:solidFill>
                <a:schemeClr val="dk1"/>
              </a:solidFill>
              <a:latin typeface="Roboto Mono"/>
              <a:ea typeface="Roboto Mono"/>
              <a:cs typeface="Roboto Mono"/>
              <a:sym typeface="Roboto Mono"/>
            </a:endParaRPr>
          </a:p>
        </p:txBody>
      </p:sp>
      <p:sp>
        <p:nvSpPr>
          <p:cNvPr id="1133" name="Google Shape;1133;p96"/>
          <p:cNvSpPr/>
          <p:nvPr/>
        </p:nvSpPr>
        <p:spPr>
          <a:xfrm>
            <a:off x="6209025" y="2864625"/>
            <a:ext cx="2352300" cy="887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Roboto Mono"/>
                <a:ea typeface="Roboto Mono"/>
                <a:cs typeface="Roboto Mono"/>
                <a:sym typeface="Roboto Mono"/>
              </a:rPr>
              <a:t>Document RFIs from request to impact, or explain why one was not sent. </a:t>
            </a:r>
            <a:endParaRPr b="1" sz="1100">
              <a:solidFill>
                <a:schemeClr val="dk1"/>
              </a:solidFill>
              <a:latin typeface="Roboto Mono"/>
              <a:ea typeface="Roboto Mono"/>
              <a:cs typeface="Roboto Mono"/>
              <a:sym typeface="Roboto Mono"/>
            </a:endParaRPr>
          </a:p>
        </p:txBody>
      </p:sp>
      <p:sp>
        <p:nvSpPr>
          <p:cNvPr id="1134" name="Google Shape;1134;p96"/>
          <p:cNvSpPr/>
          <p:nvPr/>
        </p:nvSpPr>
        <p:spPr>
          <a:xfrm>
            <a:off x="5883525" y="2085775"/>
            <a:ext cx="3003300" cy="582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Roboto Mono"/>
                <a:ea typeface="Roboto Mono"/>
                <a:cs typeface="Roboto Mono"/>
                <a:sym typeface="Roboto Mono"/>
              </a:rPr>
              <a:t>Ensure Traceability</a:t>
            </a:r>
            <a:endParaRPr b="1" sz="1900">
              <a:solidFill>
                <a:schemeClr val="dk1"/>
              </a:solidFill>
              <a:latin typeface="Roboto Mono"/>
              <a:ea typeface="Roboto Mono"/>
              <a:cs typeface="Roboto Mono"/>
              <a:sym typeface="Roboto Mono"/>
            </a:endParaRPr>
          </a:p>
        </p:txBody>
      </p:sp>
      <p:sp>
        <p:nvSpPr>
          <p:cNvPr id="1135" name="Google Shape;1135;p96"/>
          <p:cNvSpPr/>
          <p:nvPr/>
        </p:nvSpPr>
        <p:spPr>
          <a:xfrm>
            <a:off x="3254325" y="2085775"/>
            <a:ext cx="2099700" cy="582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Roboto Mono"/>
                <a:ea typeface="Roboto Mono"/>
                <a:cs typeface="Roboto Mono"/>
                <a:sym typeface="Roboto Mono"/>
              </a:rPr>
              <a:t>Give Reason</a:t>
            </a:r>
            <a:endParaRPr b="1" sz="1900">
              <a:solidFill>
                <a:schemeClr val="dk1"/>
              </a:solidFill>
              <a:latin typeface="Roboto Mono"/>
              <a:ea typeface="Roboto Mono"/>
              <a:cs typeface="Roboto Mono"/>
              <a:sym typeface="Roboto Mono"/>
            </a:endParaRPr>
          </a:p>
        </p:txBody>
      </p:sp>
      <p:sp>
        <p:nvSpPr>
          <p:cNvPr id="1136" name="Google Shape;1136;p96"/>
          <p:cNvSpPr/>
          <p:nvPr/>
        </p:nvSpPr>
        <p:spPr>
          <a:xfrm>
            <a:off x="449525" y="2085775"/>
            <a:ext cx="2099700" cy="582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Roboto Mono"/>
                <a:ea typeface="Roboto Mono"/>
                <a:cs typeface="Roboto Mono"/>
                <a:sym typeface="Roboto Mono"/>
              </a:rPr>
              <a:t>Be Specific</a:t>
            </a:r>
            <a:endParaRPr b="1" sz="1900">
              <a:solidFill>
                <a:schemeClr val="dk1"/>
              </a:solidFill>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97"/>
          <p:cNvSpPr txBox="1"/>
          <p:nvPr>
            <p:ph idx="1" type="body"/>
          </p:nvPr>
        </p:nvSpPr>
        <p:spPr>
          <a:xfrm>
            <a:off x="419825" y="417738"/>
            <a:ext cx="6193500" cy="12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6600"/>
              <a:t>THANK </a:t>
            </a:r>
            <a:br>
              <a:rPr lang="en" sz="6600"/>
            </a:br>
            <a:r>
              <a:rPr lang="en" sz="6600"/>
              <a:t>YOU!</a:t>
            </a:r>
            <a:endParaRPr sz="6600"/>
          </a:p>
        </p:txBody>
      </p:sp>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ECKOUT MASTER TEMPLATE">
  <a:themeElements>
    <a:clrScheme name="CKO T3">
      <a:dk1>
        <a:srgbClr val="000000"/>
      </a:dk1>
      <a:lt1>
        <a:srgbClr val="FFFFFF"/>
      </a:lt1>
      <a:dk2>
        <a:srgbClr val="272832"/>
      </a:dk2>
      <a:lt2>
        <a:srgbClr val="F4F2F2"/>
      </a:lt2>
      <a:accent1>
        <a:srgbClr val="1869FF"/>
      </a:accent1>
      <a:accent2>
        <a:srgbClr val="CEC9C9"/>
      </a:accent2>
      <a:accent3>
        <a:srgbClr val="ACA3A3"/>
      </a:accent3>
      <a:accent4>
        <a:srgbClr val="777378"/>
      </a:accent4>
      <a:accent5>
        <a:srgbClr val="414248"/>
      </a:accent5>
      <a:accent6>
        <a:srgbClr val="FE6B4A"/>
      </a:accent6>
      <a:hlink>
        <a:srgbClr val="146AFF"/>
      </a:hlink>
      <a:folHlink>
        <a:srgbClr val="ACA3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